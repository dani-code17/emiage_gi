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3"/>
  </p:notesMasterIdLst>
  <p:sldIdLst>
    <p:sldId id="256" r:id="rId2"/>
    <p:sldId id="259" r:id="rId3"/>
    <p:sldId id="258" r:id="rId4"/>
    <p:sldId id="263" r:id="rId5"/>
    <p:sldId id="264" r:id="rId6"/>
    <p:sldId id="273" r:id="rId7"/>
    <p:sldId id="303" r:id="rId8"/>
    <p:sldId id="304" r:id="rId9"/>
    <p:sldId id="268" r:id="rId10"/>
    <p:sldId id="275" r:id="rId11"/>
    <p:sldId id="305" r:id="rId12"/>
  </p:sldIdLst>
  <p:sldSz cx="9144000" cy="5143500" type="screen16x9"/>
  <p:notesSz cx="6858000" cy="9144000"/>
  <p:embeddedFontLst>
    <p:embeddedFont>
      <p:font typeface="Fira Sans Condensed Medium" panose="020B0604020202020204" pitchFamily="34" charset="0"/>
      <p:regular r:id="rId14"/>
      <p:bold r:id="rId15"/>
      <p:italic r:id="rId16"/>
      <p:boldItalic r:id="rId17"/>
    </p:embeddedFont>
    <p:embeddedFont>
      <p:font typeface="Fira Sans Extra Condensed Medium" panose="020B0604020202020204" charset="0"/>
      <p:regular r:id="rId18"/>
      <p:bold r:id="rId19"/>
      <p:italic r:id="rId20"/>
      <p:boldItalic r:id="rId21"/>
    </p:embeddedFont>
    <p:embeddedFont>
      <p:font typeface="Maven Pro SemiBold" panose="020B0604020202020204" charset="0"/>
      <p:regular r:id="rId22"/>
      <p:bold r:id="rId23"/>
    </p:embeddedFont>
    <p:embeddedFont>
      <p:font typeface="Red Hat Display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255C7A-B0AC-4CC2-85DC-FA94404D9580}">
  <a:tblStyle styleId="{1B255C7A-B0AC-4CC2-85DC-FA94404D95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5676661-E13C-4A92-BD81-C0BAB63796A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 snapToGrid="0">
      <p:cViewPr varScale="1">
        <p:scale>
          <a:sx n="92" d="100"/>
          <a:sy n="92" d="100"/>
        </p:scale>
        <p:origin x="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6c3f460955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6c3f460955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6bfa3ff318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6bfa3ff318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6bfa3ff318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6bfa3ff318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g6c53796ee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1" name="Google Shape;1981;g6c53796ee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6bfa3ff318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6bfa3ff318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" name="Google Shape;4331;g6bfa3ff318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2" name="Google Shape;4332;g6bfa3ff318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3" name="Google Shape;6653;g6bfa3ff318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4" name="Google Shape;6654;g6bfa3ff318_1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3245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3" name="Google Shape;6653;g6bfa3ff318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4" name="Google Shape;6654;g6bfa3ff318_1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72885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0" name="Google Shape;3940;g6c3f460955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1" name="Google Shape;3941;g6c3f460955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" name="Google Shape;5376;g6c53796eed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7" name="Google Shape;5377;g6c53796eed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224288" y="372650"/>
            <a:ext cx="4365300" cy="22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solidFill>
                  <a:srgbClr val="E4252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887188" y="2866175"/>
            <a:ext cx="2702400" cy="6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987625" y="2671582"/>
            <a:ext cx="3951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2358000" y="3238680"/>
            <a:ext cx="2581200" cy="84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5822025" y="1852925"/>
            <a:ext cx="15147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subTitle" idx="1"/>
          </p:nvPr>
        </p:nvSpPr>
        <p:spPr>
          <a:xfrm>
            <a:off x="5478450" y="2391650"/>
            <a:ext cx="2891400" cy="22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2"/>
          </p:nvPr>
        </p:nvSpPr>
        <p:spPr>
          <a:xfrm>
            <a:off x="6423750" y="1664475"/>
            <a:ext cx="1946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"/>
              <a:buNone/>
              <a:defRPr sz="3000" b="1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"/>
              <a:buNone/>
              <a:defRPr sz="1000" b="1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"/>
              <a:buNone/>
              <a:defRPr sz="1000" b="1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"/>
              <a:buNone/>
              <a:defRPr sz="1000" b="1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"/>
              <a:buNone/>
              <a:defRPr sz="1000" b="1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"/>
              <a:buNone/>
              <a:defRPr sz="1000" b="1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"/>
              <a:buNone/>
              <a:defRPr sz="1000" b="1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"/>
              <a:buNone/>
              <a:defRPr sz="1000" b="1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"/>
              <a:buNone/>
              <a:defRPr sz="1000" b="1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ctrTitle"/>
          </p:nvPr>
        </p:nvSpPr>
        <p:spPr>
          <a:xfrm>
            <a:off x="640900" y="2249400"/>
            <a:ext cx="27384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Maven Pro SemiBold"/>
              <a:buNone/>
              <a:defRPr sz="18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Maven Pro SemiBold"/>
              <a:buNone/>
              <a:defRPr sz="18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Maven Pro SemiBold"/>
              <a:buNone/>
              <a:defRPr sz="18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Maven Pro SemiBold"/>
              <a:buNone/>
              <a:defRPr sz="18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Maven Pro SemiBold"/>
              <a:buNone/>
              <a:defRPr sz="18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Maven Pro SemiBold"/>
              <a:buNone/>
              <a:defRPr sz="18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Maven Pro SemiBold"/>
              <a:buNone/>
              <a:defRPr sz="18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Maven Pro SemiBold"/>
              <a:buNone/>
              <a:defRPr sz="18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ubTitle" idx="1"/>
          </p:nvPr>
        </p:nvSpPr>
        <p:spPr>
          <a:xfrm>
            <a:off x="5651899" y="1490100"/>
            <a:ext cx="2517300" cy="21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2282625" y="1503600"/>
            <a:ext cx="6267600" cy="21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9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ctrTitle"/>
          </p:nvPr>
        </p:nvSpPr>
        <p:spPr>
          <a:xfrm>
            <a:off x="2207219" y="1817279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2207219" y="2227025"/>
            <a:ext cx="24348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title" idx="2" hasCustomPrompt="1"/>
          </p:nvPr>
        </p:nvSpPr>
        <p:spPr>
          <a:xfrm>
            <a:off x="1128456" y="1913822"/>
            <a:ext cx="818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rgbClr val="E425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2"/>
          <p:cNvSpPr txBox="1">
            <a:spLocks noGrp="1"/>
          </p:cNvSpPr>
          <p:nvPr>
            <p:ph type="ctrTitle" idx="3"/>
          </p:nvPr>
        </p:nvSpPr>
        <p:spPr>
          <a:xfrm>
            <a:off x="2207219" y="3363579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ubTitle" idx="4"/>
          </p:nvPr>
        </p:nvSpPr>
        <p:spPr>
          <a:xfrm>
            <a:off x="2207219" y="3776725"/>
            <a:ext cx="24348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title" idx="5" hasCustomPrompt="1"/>
          </p:nvPr>
        </p:nvSpPr>
        <p:spPr>
          <a:xfrm>
            <a:off x="1128456" y="3513438"/>
            <a:ext cx="818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rgbClr val="E425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2"/>
          <p:cNvSpPr txBox="1">
            <a:spLocks noGrp="1"/>
          </p:cNvSpPr>
          <p:nvPr>
            <p:ph type="ctrTitle" idx="6"/>
          </p:nvPr>
        </p:nvSpPr>
        <p:spPr>
          <a:xfrm>
            <a:off x="4684981" y="1821441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title" idx="7" hasCustomPrompt="1"/>
          </p:nvPr>
        </p:nvSpPr>
        <p:spPr>
          <a:xfrm>
            <a:off x="7119587" y="1913822"/>
            <a:ext cx="906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rgbClr val="E425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2"/>
          <p:cNvSpPr txBox="1">
            <a:spLocks noGrp="1"/>
          </p:cNvSpPr>
          <p:nvPr>
            <p:ph type="ctrTitle" idx="8"/>
          </p:nvPr>
        </p:nvSpPr>
        <p:spPr>
          <a:xfrm>
            <a:off x="5182981" y="3363579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title" idx="9" hasCustomPrompt="1"/>
          </p:nvPr>
        </p:nvSpPr>
        <p:spPr>
          <a:xfrm>
            <a:off x="7119577" y="3522150"/>
            <a:ext cx="968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rgbClr val="E425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2"/>
          <p:cNvSpPr txBox="1">
            <a:spLocks noGrp="1"/>
          </p:cNvSpPr>
          <p:nvPr>
            <p:ph type="subTitle" idx="13"/>
          </p:nvPr>
        </p:nvSpPr>
        <p:spPr>
          <a:xfrm>
            <a:off x="4501981" y="2227032"/>
            <a:ext cx="24348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ubTitle" idx="14"/>
          </p:nvPr>
        </p:nvSpPr>
        <p:spPr>
          <a:xfrm>
            <a:off x="4501981" y="3763876"/>
            <a:ext cx="24348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title" idx="15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subTitle" idx="1"/>
          </p:nvPr>
        </p:nvSpPr>
        <p:spPr>
          <a:xfrm>
            <a:off x="1024216" y="3803825"/>
            <a:ext cx="19227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ubTitle" idx="2"/>
          </p:nvPr>
        </p:nvSpPr>
        <p:spPr>
          <a:xfrm>
            <a:off x="3551289" y="3803825"/>
            <a:ext cx="18303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ctrTitle"/>
          </p:nvPr>
        </p:nvSpPr>
        <p:spPr>
          <a:xfrm>
            <a:off x="1174254" y="1592050"/>
            <a:ext cx="16227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ctrTitle" idx="3"/>
          </p:nvPr>
        </p:nvSpPr>
        <p:spPr>
          <a:xfrm>
            <a:off x="3475215" y="1592050"/>
            <a:ext cx="20022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subTitle" idx="4"/>
          </p:nvPr>
        </p:nvSpPr>
        <p:spPr>
          <a:xfrm>
            <a:off x="6056613" y="3803825"/>
            <a:ext cx="20817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ctrTitle" idx="5"/>
          </p:nvPr>
        </p:nvSpPr>
        <p:spPr>
          <a:xfrm>
            <a:off x="6270855" y="1592050"/>
            <a:ext cx="1653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title" idx="6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picture">
  <p:cSld name="CUSTOM_6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23"/>
          <p:cNvGrpSpPr/>
          <p:nvPr/>
        </p:nvGrpSpPr>
        <p:grpSpPr>
          <a:xfrm>
            <a:off x="224400" y="196550"/>
            <a:ext cx="4441759" cy="1681283"/>
            <a:chOff x="688427" y="376398"/>
            <a:chExt cx="3491400" cy="1321452"/>
          </a:xfrm>
        </p:grpSpPr>
        <p:sp>
          <p:nvSpPr>
            <p:cNvPr id="135" name="Google Shape;135;p23"/>
            <p:cNvSpPr/>
            <p:nvPr/>
          </p:nvSpPr>
          <p:spPr>
            <a:xfrm rot="10800000">
              <a:off x="931700" y="1206450"/>
              <a:ext cx="491400" cy="491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3"/>
            <p:cNvSpPr/>
            <p:nvPr/>
          </p:nvSpPr>
          <p:spPr>
            <a:xfrm>
              <a:off x="688427" y="376398"/>
              <a:ext cx="3491400" cy="957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656599" y="540000"/>
            <a:ext cx="3070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"/>
              <a:buChar char="●"/>
              <a:defRPr sz="18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○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■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●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○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■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●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○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"/>
              <a:buChar char="■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62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icnEUAwLfRbKzfnVOI_CKk5Q31ifTUhkvCNIVgHKArE/cop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27"/>
          <p:cNvGrpSpPr/>
          <p:nvPr/>
        </p:nvGrpSpPr>
        <p:grpSpPr>
          <a:xfrm>
            <a:off x="3549476" y="453925"/>
            <a:ext cx="4626986" cy="2164683"/>
            <a:chOff x="2812355" y="780248"/>
            <a:chExt cx="5955900" cy="3496500"/>
          </a:xfrm>
        </p:grpSpPr>
        <p:sp>
          <p:nvSpPr>
            <p:cNvPr id="148" name="Google Shape;148;p27"/>
            <p:cNvSpPr/>
            <p:nvPr/>
          </p:nvSpPr>
          <p:spPr>
            <a:xfrm>
              <a:off x="3493354" y="780248"/>
              <a:ext cx="5274900" cy="3496500"/>
            </a:xfrm>
            <a:prstGeom prst="rect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7"/>
            <p:cNvSpPr/>
            <p:nvPr/>
          </p:nvSpPr>
          <p:spPr>
            <a:xfrm rot="10800000">
              <a:off x="2812355" y="1068373"/>
              <a:ext cx="681000" cy="1297200"/>
            </a:xfrm>
            <a:prstGeom prst="rtTriangle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" name="Google Shape;150;p27"/>
          <p:cNvSpPr txBox="1">
            <a:spLocks noGrp="1"/>
          </p:cNvSpPr>
          <p:nvPr>
            <p:ph type="ctrTitle"/>
          </p:nvPr>
        </p:nvSpPr>
        <p:spPr>
          <a:xfrm>
            <a:off x="4027020" y="431180"/>
            <a:ext cx="3838911" cy="22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GBATTA</a:t>
            </a:r>
            <a:br>
              <a:rPr lang="en" dirty="0"/>
            </a:br>
            <a:r>
              <a:rPr lang="en" dirty="0"/>
              <a:t>App </a:t>
            </a:r>
            <a:endParaRPr dirty="0"/>
          </a:p>
        </p:txBody>
      </p:sp>
      <p:sp>
        <p:nvSpPr>
          <p:cNvPr id="151" name="Google Shape;151;p27"/>
          <p:cNvSpPr txBox="1">
            <a:spLocks noGrp="1"/>
          </p:cNvSpPr>
          <p:nvPr>
            <p:ph type="subTitle" idx="1"/>
          </p:nvPr>
        </p:nvSpPr>
        <p:spPr>
          <a:xfrm>
            <a:off x="5466048" y="2729471"/>
            <a:ext cx="2702400" cy="9709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</a:t>
            </a:r>
            <a:r>
              <a:rPr lang="fr-FR" dirty="0"/>
              <a:t>ù vous voulez Quand vous voulez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2" name="Google Shape;152;p27"/>
          <p:cNvGrpSpPr/>
          <p:nvPr/>
        </p:nvGrpSpPr>
        <p:grpSpPr>
          <a:xfrm>
            <a:off x="695014" y="262321"/>
            <a:ext cx="4423432" cy="4660794"/>
            <a:chOff x="235875" y="683625"/>
            <a:chExt cx="747050" cy="787150"/>
          </a:xfrm>
        </p:grpSpPr>
        <p:sp>
          <p:nvSpPr>
            <p:cNvPr id="153" name="Google Shape;153;p27"/>
            <p:cNvSpPr/>
            <p:nvPr/>
          </p:nvSpPr>
          <p:spPr>
            <a:xfrm>
              <a:off x="716450" y="1024050"/>
              <a:ext cx="13600" cy="31325"/>
            </a:xfrm>
            <a:custGeom>
              <a:avLst/>
              <a:gdLst/>
              <a:ahLst/>
              <a:cxnLst/>
              <a:rect l="l" t="t" r="r" b="b"/>
              <a:pathLst>
                <a:path w="544" h="1253" extrusionOk="0">
                  <a:moveTo>
                    <a:pt x="128" y="1"/>
                  </a:moveTo>
                  <a:cubicBezTo>
                    <a:pt x="86" y="1"/>
                    <a:pt x="45" y="3"/>
                    <a:pt x="5" y="8"/>
                  </a:cubicBezTo>
                  <a:lnTo>
                    <a:pt x="1" y="1161"/>
                  </a:lnTo>
                  <a:cubicBezTo>
                    <a:pt x="41" y="1156"/>
                    <a:pt x="83" y="1153"/>
                    <a:pt x="124" y="1153"/>
                  </a:cubicBezTo>
                  <a:cubicBezTo>
                    <a:pt x="274" y="1153"/>
                    <a:pt x="424" y="1186"/>
                    <a:pt x="539" y="1252"/>
                  </a:cubicBezTo>
                  <a:lnTo>
                    <a:pt x="543" y="101"/>
                  </a:lnTo>
                  <a:cubicBezTo>
                    <a:pt x="427" y="34"/>
                    <a:pt x="277" y="1"/>
                    <a:pt x="128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7"/>
            <p:cNvSpPr/>
            <p:nvPr/>
          </p:nvSpPr>
          <p:spPr>
            <a:xfrm>
              <a:off x="709200" y="1024250"/>
              <a:ext cx="7400" cy="31125"/>
            </a:xfrm>
            <a:custGeom>
              <a:avLst/>
              <a:gdLst/>
              <a:ahLst/>
              <a:cxnLst/>
              <a:rect l="l" t="t" r="r" b="b"/>
              <a:pathLst>
                <a:path w="296" h="1245" extrusionOk="0">
                  <a:moveTo>
                    <a:pt x="295" y="0"/>
                  </a:moveTo>
                  <a:cubicBezTo>
                    <a:pt x="192" y="12"/>
                    <a:pt x="94" y="42"/>
                    <a:pt x="4" y="93"/>
                  </a:cubicBezTo>
                  <a:lnTo>
                    <a:pt x="1" y="1244"/>
                  </a:lnTo>
                  <a:cubicBezTo>
                    <a:pt x="91" y="1195"/>
                    <a:pt x="189" y="1163"/>
                    <a:pt x="291" y="1153"/>
                  </a:cubicBezTo>
                  <a:lnTo>
                    <a:pt x="295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7"/>
            <p:cNvSpPr/>
            <p:nvPr/>
          </p:nvSpPr>
          <p:spPr>
            <a:xfrm>
              <a:off x="729900" y="1026550"/>
              <a:ext cx="68975" cy="68575"/>
            </a:xfrm>
            <a:custGeom>
              <a:avLst/>
              <a:gdLst/>
              <a:ahLst/>
              <a:cxnLst/>
              <a:rect l="l" t="t" r="r" b="b"/>
              <a:pathLst>
                <a:path w="2759" h="2743" extrusionOk="0">
                  <a:moveTo>
                    <a:pt x="5" y="1"/>
                  </a:moveTo>
                  <a:lnTo>
                    <a:pt x="1" y="1152"/>
                  </a:lnTo>
                  <a:lnTo>
                    <a:pt x="2756" y="2743"/>
                  </a:lnTo>
                  <a:lnTo>
                    <a:pt x="2759" y="1590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7"/>
            <p:cNvSpPr/>
            <p:nvPr/>
          </p:nvSpPr>
          <p:spPr>
            <a:xfrm>
              <a:off x="879200" y="1116475"/>
              <a:ext cx="6550" cy="32525"/>
            </a:xfrm>
            <a:custGeom>
              <a:avLst/>
              <a:gdLst/>
              <a:ahLst/>
              <a:cxnLst/>
              <a:rect l="l" t="t" r="r" b="b"/>
              <a:pathLst>
                <a:path w="262" h="1301" extrusionOk="0">
                  <a:moveTo>
                    <a:pt x="261" y="0"/>
                  </a:moveTo>
                  <a:lnTo>
                    <a:pt x="4" y="149"/>
                  </a:lnTo>
                  <a:lnTo>
                    <a:pt x="0" y="1301"/>
                  </a:lnTo>
                  <a:lnTo>
                    <a:pt x="258" y="1151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875200" y="1120200"/>
              <a:ext cx="4125" cy="30075"/>
            </a:xfrm>
            <a:custGeom>
              <a:avLst/>
              <a:gdLst/>
              <a:ahLst/>
              <a:cxnLst/>
              <a:rect l="l" t="t" r="r" b="b"/>
              <a:pathLst>
                <a:path w="165" h="1203" extrusionOk="0">
                  <a:moveTo>
                    <a:pt x="164" y="0"/>
                  </a:moveTo>
                  <a:cubicBezTo>
                    <a:pt x="114" y="27"/>
                    <a:pt x="60" y="44"/>
                    <a:pt x="3" y="51"/>
                  </a:cubicBezTo>
                  <a:lnTo>
                    <a:pt x="1" y="1203"/>
                  </a:lnTo>
                  <a:cubicBezTo>
                    <a:pt x="56" y="1197"/>
                    <a:pt x="111" y="1179"/>
                    <a:pt x="160" y="1152"/>
                  </a:cubicBezTo>
                  <a:lnTo>
                    <a:pt x="164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7"/>
            <p:cNvSpPr/>
            <p:nvPr/>
          </p:nvSpPr>
          <p:spPr>
            <a:xfrm>
              <a:off x="867850" y="1120200"/>
              <a:ext cx="7450" cy="30175"/>
            </a:xfrm>
            <a:custGeom>
              <a:avLst/>
              <a:gdLst/>
              <a:ahLst/>
              <a:cxnLst/>
              <a:rect l="l" t="t" r="r" b="b"/>
              <a:pathLst>
                <a:path w="298" h="1207" extrusionOk="0">
                  <a:moveTo>
                    <a:pt x="3" y="0"/>
                  </a:moveTo>
                  <a:lnTo>
                    <a:pt x="0" y="1153"/>
                  </a:lnTo>
                  <a:cubicBezTo>
                    <a:pt x="62" y="1189"/>
                    <a:pt x="143" y="1207"/>
                    <a:pt x="225" y="1207"/>
                  </a:cubicBezTo>
                  <a:cubicBezTo>
                    <a:pt x="248" y="1207"/>
                    <a:pt x="272" y="1205"/>
                    <a:pt x="295" y="1203"/>
                  </a:cubicBezTo>
                  <a:lnTo>
                    <a:pt x="297" y="51"/>
                  </a:lnTo>
                  <a:lnTo>
                    <a:pt x="297" y="51"/>
                  </a:lnTo>
                  <a:cubicBezTo>
                    <a:pt x="276" y="54"/>
                    <a:pt x="254" y="55"/>
                    <a:pt x="232" y="55"/>
                  </a:cubicBezTo>
                  <a:cubicBezTo>
                    <a:pt x="149" y="55"/>
                    <a:pt x="66" y="37"/>
                    <a:pt x="3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7"/>
            <p:cNvSpPr/>
            <p:nvPr/>
          </p:nvSpPr>
          <p:spPr>
            <a:xfrm>
              <a:off x="885650" y="1116475"/>
              <a:ext cx="68925" cy="68575"/>
            </a:xfrm>
            <a:custGeom>
              <a:avLst/>
              <a:gdLst/>
              <a:ahLst/>
              <a:cxnLst/>
              <a:rect l="l" t="t" r="r" b="b"/>
              <a:pathLst>
                <a:path w="2757" h="2743" extrusionOk="0">
                  <a:moveTo>
                    <a:pt x="3" y="0"/>
                  </a:moveTo>
                  <a:lnTo>
                    <a:pt x="0" y="1151"/>
                  </a:lnTo>
                  <a:lnTo>
                    <a:pt x="2754" y="2742"/>
                  </a:lnTo>
                  <a:lnTo>
                    <a:pt x="2757" y="1589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7"/>
            <p:cNvSpPr/>
            <p:nvPr/>
          </p:nvSpPr>
          <p:spPr>
            <a:xfrm>
              <a:off x="954475" y="1156200"/>
              <a:ext cx="4450" cy="34900"/>
            </a:xfrm>
            <a:custGeom>
              <a:avLst/>
              <a:gdLst/>
              <a:ahLst/>
              <a:cxnLst/>
              <a:rect l="l" t="t" r="r" b="b"/>
              <a:pathLst>
                <a:path w="178" h="1396" extrusionOk="0">
                  <a:moveTo>
                    <a:pt x="4" y="0"/>
                  </a:moveTo>
                  <a:lnTo>
                    <a:pt x="1" y="1153"/>
                  </a:lnTo>
                  <a:cubicBezTo>
                    <a:pt x="117" y="1220"/>
                    <a:pt x="173" y="1308"/>
                    <a:pt x="173" y="1395"/>
                  </a:cubicBezTo>
                  <a:lnTo>
                    <a:pt x="178" y="242"/>
                  </a:lnTo>
                  <a:cubicBezTo>
                    <a:pt x="178" y="155"/>
                    <a:pt x="120" y="67"/>
                    <a:pt x="4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957250" y="1162250"/>
              <a:ext cx="1675" cy="32625"/>
            </a:xfrm>
            <a:custGeom>
              <a:avLst/>
              <a:gdLst/>
              <a:ahLst/>
              <a:cxnLst/>
              <a:rect l="l" t="t" r="r" b="b"/>
              <a:pathLst>
                <a:path w="67" h="1305" extrusionOk="0">
                  <a:moveTo>
                    <a:pt x="67" y="0"/>
                  </a:moveTo>
                  <a:cubicBezTo>
                    <a:pt x="65" y="57"/>
                    <a:pt x="42" y="111"/>
                    <a:pt x="4" y="153"/>
                  </a:cubicBezTo>
                  <a:lnTo>
                    <a:pt x="0" y="1304"/>
                  </a:lnTo>
                  <a:cubicBezTo>
                    <a:pt x="39" y="1263"/>
                    <a:pt x="61" y="1210"/>
                    <a:pt x="62" y="1153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957250" y="1162250"/>
              <a:ext cx="1675" cy="32625"/>
            </a:xfrm>
            <a:custGeom>
              <a:avLst/>
              <a:gdLst/>
              <a:ahLst/>
              <a:cxnLst/>
              <a:rect l="l" t="t" r="r" b="b"/>
              <a:pathLst>
                <a:path w="67" h="1305" extrusionOk="0">
                  <a:moveTo>
                    <a:pt x="67" y="0"/>
                  </a:moveTo>
                  <a:cubicBezTo>
                    <a:pt x="65" y="57"/>
                    <a:pt x="42" y="111"/>
                    <a:pt x="4" y="153"/>
                  </a:cubicBezTo>
                  <a:lnTo>
                    <a:pt x="0" y="1304"/>
                  </a:lnTo>
                  <a:cubicBezTo>
                    <a:pt x="39" y="1263"/>
                    <a:pt x="61" y="1210"/>
                    <a:pt x="62" y="1153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7"/>
            <p:cNvSpPr/>
            <p:nvPr/>
          </p:nvSpPr>
          <p:spPr>
            <a:xfrm>
              <a:off x="957250" y="1162250"/>
              <a:ext cx="1675" cy="32625"/>
            </a:xfrm>
            <a:custGeom>
              <a:avLst/>
              <a:gdLst/>
              <a:ahLst/>
              <a:cxnLst/>
              <a:rect l="l" t="t" r="r" b="b"/>
              <a:pathLst>
                <a:path w="67" h="1305" extrusionOk="0">
                  <a:moveTo>
                    <a:pt x="67" y="0"/>
                  </a:moveTo>
                  <a:cubicBezTo>
                    <a:pt x="65" y="57"/>
                    <a:pt x="42" y="111"/>
                    <a:pt x="4" y="153"/>
                  </a:cubicBezTo>
                  <a:lnTo>
                    <a:pt x="0" y="1304"/>
                  </a:lnTo>
                  <a:cubicBezTo>
                    <a:pt x="39" y="1263"/>
                    <a:pt x="61" y="1210"/>
                    <a:pt x="62" y="1153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7"/>
            <p:cNvSpPr/>
            <p:nvPr/>
          </p:nvSpPr>
          <p:spPr>
            <a:xfrm>
              <a:off x="954550" y="1166050"/>
              <a:ext cx="2825" cy="31000"/>
            </a:xfrm>
            <a:custGeom>
              <a:avLst/>
              <a:gdLst/>
              <a:ahLst/>
              <a:cxnLst/>
              <a:rect l="l" t="t" r="r" b="b"/>
              <a:pathLst>
                <a:path w="113" h="1240" extrusionOk="0">
                  <a:moveTo>
                    <a:pt x="112" y="1"/>
                  </a:moveTo>
                  <a:lnTo>
                    <a:pt x="112" y="1"/>
                  </a:lnTo>
                  <a:cubicBezTo>
                    <a:pt x="81" y="34"/>
                    <a:pt x="44" y="65"/>
                    <a:pt x="4" y="86"/>
                  </a:cubicBezTo>
                  <a:lnTo>
                    <a:pt x="1" y="1239"/>
                  </a:lnTo>
                  <a:cubicBezTo>
                    <a:pt x="41" y="1216"/>
                    <a:pt x="78" y="1187"/>
                    <a:pt x="110" y="1152"/>
                  </a:cubicBezTo>
                  <a:lnTo>
                    <a:pt x="11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954550" y="1166050"/>
              <a:ext cx="2825" cy="31000"/>
            </a:xfrm>
            <a:custGeom>
              <a:avLst/>
              <a:gdLst/>
              <a:ahLst/>
              <a:cxnLst/>
              <a:rect l="l" t="t" r="r" b="b"/>
              <a:pathLst>
                <a:path w="113" h="1240" extrusionOk="0">
                  <a:moveTo>
                    <a:pt x="112" y="1"/>
                  </a:moveTo>
                  <a:lnTo>
                    <a:pt x="112" y="1"/>
                  </a:lnTo>
                  <a:cubicBezTo>
                    <a:pt x="81" y="34"/>
                    <a:pt x="44" y="65"/>
                    <a:pt x="4" y="86"/>
                  </a:cubicBezTo>
                  <a:lnTo>
                    <a:pt x="1" y="1239"/>
                  </a:lnTo>
                  <a:cubicBezTo>
                    <a:pt x="41" y="1216"/>
                    <a:pt x="78" y="1187"/>
                    <a:pt x="110" y="1152"/>
                  </a:cubicBezTo>
                  <a:lnTo>
                    <a:pt x="11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977950" y="1163775"/>
              <a:ext cx="2625" cy="34975"/>
            </a:xfrm>
            <a:custGeom>
              <a:avLst/>
              <a:gdLst/>
              <a:ahLst/>
              <a:cxnLst/>
              <a:rect l="l" t="t" r="r" b="b"/>
              <a:pathLst>
                <a:path w="105" h="1399" extrusionOk="0">
                  <a:moveTo>
                    <a:pt x="105" y="0"/>
                  </a:moveTo>
                  <a:lnTo>
                    <a:pt x="104" y="2"/>
                  </a:lnTo>
                  <a:lnTo>
                    <a:pt x="104" y="2"/>
                  </a:lnTo>
                  <a:cubicBezTo>
                    <a:pt x="105" y="1"/>
                    <a:pt x="105" y="1"/>
                    <a:pt x="105" y="0"/>
                  </a:cubicBezTo>
                  <a:close/>
                  <a:moveTo>
                    <a:pt x="104" y="2"/>
                  </a:moveTo>
                  <a:cubicBezTo>
                    <a:pt x="104" y="86"/>
                    <a:pt x="71" y="169"/>
                    <a:pt x="4" y="247"/>
                  </a:cubicBezTo>
                  <a:lnTo>
                    <a:pt x="0" y="1398"/>
                  </a:lnTo>
                  <a:cubicBezTo>
                    <a:pt x="68" y="1321"/>
                    <a:pt x="102" y="1237"/>
                    <a:pt x="102" y="1153"/>
                  </a:cubicBezTo>
                  <a:lnTo>
                    <a:pt x="104" y="2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973550" y="1169925"/>
              <a:ext cx="4525" cy="32325"/>
            </a:xfrm>
            <a:custGeom>
              <a:avLst/>
              <a:gdLst/>
              <a:ahLst/>
              <a:cxnLst/>
              <a:rect l="l" t="t" r="r" b="b"/>
              <a:pathLst>
                <a:path w="181" h="1293" extrusionOk="0">
                  <a:moveTo>
                    <a:pt x="180" y="1"/>
                  </a:moveTo>
                  <a:lnTo>
                    <a:pt x="180" y="1"/>
                  </a:lnTo>
                  <a:cubicBezTo>
                    <a:pt x="130" y="56"/>
                    <a:pt x="70" y="104"/>
                    <a:pt x="5" y="140"/>
                  </a:cubicBezTo>
                  <a:lnTo>
                    <a:pt x="1" y="1293"/>
                  </a:lnTo>
                  <a:cubicBezTo>
                    <a:pt x="67" y="1257"/>
                    <a:pt x="127" y="1209"/>
                    <a:pt x="176" y="1152"/>
                  </a:cubicBezTo>
                  <a:lnTo>
                    <a:pt x="18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7"/>
            <p:cNvSpPr/>
            <p:nvPr/>
          </p:nvSpPr>
          <p:spPr>
            <a:xfrm>
              <a:off x="264025" y="1026550"/>
              <a:ext cx="445275" cy="287550"/>
            </a:xfrm>
            <a:custGeom>
              <a:avLst/>
              <a:gdLst/>
              <a:ahLst/>
              <a:cxnLst/>
              <a:rect l="l" t="t" r="r" b="b"/>
              <a:pathLst>
                <a:path w="17811" h="11502" extrusionOk="0">
                  <a:moveTo>
                    <a:pt x="17811" y="1"/>
                  </a:moveTo>
                  <a:lnTo>
                    <a:pt x="4" y="10349"/>
                  </a:lnTo>
                  <a:lnTo>
                    <a:pt x="1" y="11501"/>
                  </a:lnTo>
                  <a:lnTo>
                    <a:pt x="1" y="11501"/>
                  </a:lnTo>
                  <a:lnTo>
                    <a:pt x="17808" y="1152"/>
                  </a:lnTo>
                  <a:lnTo>
                    <a:pt x="17811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7"/>
            <p:cNvSpPr/>
            <p:nvPr/>
          </p:nvSpPr>
          <p:spPr>
            <a:xfrm>
              <a:off x="259750" y="1285250"/>
              <a:ext cx="4425" cy="40775"/>
            </a:xfrm>
            <a:custGeom>
              <a:avLst/>
              <a:gdLst/>
              <a:ahLst/>
              <a:cxnLst/>
              <a:rect l="l" t="t" r="r" b="b"/>
              <a:pathLst>
                <a:path w="177" h="1631" extrusionOk="0">
                  <a:moveTo>
                    <a:pt x="175" y="1"/>
                  </a:moveTo>
                  <a:lnTo>
                    <a:pt x="175" y="1"/>
                  </a:lnTo>
                  <a:cubicBezTo>
                    <a:pt x="156" y="11"/>
                    <a:pt x="137" y="24"/>
                    <a:pt x="121" y="37"/>
                  </a:cubicBezTo>
                  <a:lnTo>
                    <a:pt x="109" y="46"/>
                  </a:lnTo>
                  <a:cubicBezTo>
                    <a:pt x="95" y="57"/>
                    <a:pt x="80" y="70"/>
                    <a:pt x="69" y="85"/>
                  </a:cubicBezTo>
                  <a:lnTo>
                    <a:pt x="66" y="86"/>
                  </a:lnTo>
                  <a:cubicBezTo>
                    <a:pt x="64" y="89"/>
                    <a:pt x="63" y="92"/>
                    <a:pt x="60" y="93"/>
                  </a:cubicBezTo>
                  <a:cubicBezTo>
                    <a:pt x="54" y="102"/>
                    <a:pt x="49" y="109"/>
                    <a:pt x="43" y="118"/>
                  </a:cubicBezTo>
                  <a:cubicBezTo>
                    <a:pt x="40" y="122"/>
                    <a:pt x="37" y="127"/>
                    <a:pt x="35" y="130"/>
                  </a:cubicBezTo>
                  <a:cubicBezTo>
                    <a:pt x="31" y="138"/>
                    <a:pt x="27" y="146"/>
                    <a:pt x="22" y="153"/>
                  </a:cubicBezTo>
                  <a:cubicBezTo>
                    <a:pt x="21" y="157"/>
                    <a:pt x="20" y="162"/>
                    <a:pt x="18" y="166"/>
                  </a:cubicBezTo>
                  <a:cubicBezTo>
                    <a:pt x="15" y="175"/>
                    <a:pt x="12" y="182"/>
                    <a:pt x="11" y="191"/>
                  </a:cubicBezTo>
                  <a:cubicBezTo>
                    <a:pt x="11" y="195"/>
                    <a:pt x="8" y="198"/>
                    <a:pt x="8" y="202"/>
                  </a:cubicBezTo>
                  <a:cubicBezTo>
                    <a:pt x="5" y="214"/>
                    <a:pt x="4" y="225"/>
                    <a:pt x="4" y="238"/>
                  </a:cubicBezTo>
                  <a:lnTo>
                    <a:pt x="1" y="1391"/>
                  </a:lnTo>
                  <a:lnTo>
                    <a:pt x="1" y="1401"/>
                  </a:lnTo>
                  <a:cubicBezTo>
                    <a:pt x="1" y="1409"/>
                    <a:pt x="1" y="1416"/>
                    <a:pt x="2" y="1423"/>
                  </a:cubicBezTo>
                  <a:cubicBezTo>
                    <a:pt x="2" y="1427"/>
                    <a:pt x="5" y="1432"/>
                    <a:pt x="6" y="1438"/>
                  </a:cubicBezTo>
                  <a:cubicBezTo>
                    <a:pt x="6" y="1443"/>
                    <a:pt x="8" y="1449"/>
                    <a:pt x="11" y="1455"/>
                  </a:cubicBezTo>
                  <a:cubicBezTo>
                    <a:pt x="12" y="1459"/>
                    <a:pt x="15" y="1465"/>
                    <a:pt x="17" y="1469"/>
                  </a:cubicBezTo>
                  <a:cubicBezTo>
                    <a:pt x="18" y="1474"/>
                    <a:pt x="21" y="1481"/>
                    <a:pt x="24" y="1487"/>
                  </a:cubicBezTo>
                  <a:cubicBezTo>
                    <a:pt x="27" y="1494"/>
                    <a:pt x="30" y="1497"/>
                    <a:pt x="33" y="1501"/>
                  </a:cubicBezTo>
                  <a:cubicBezTo>
                    <a:pt x="35" y="1506"/>
                    <a:pt x="40" y="1513"/>
                    <a:pt x="43" y="1519"/>
                  </a:cubicBezTo>
                  <a:cubicBezTo>
                    <a:pt x="78" y="1565"/>
                    <a:pt x="123" y="1603"/>
                    <a:pt x="173" y="1630"/>
                  </a:cubicBezTo>
                  <a:lnTo>
                    <a:pt x="176" y="479"/>
                  </a:lnTo>
                  <a:lnTo>
                    <a:pt x="173" y="478"/>
                  </a:lnTo>
                  <a:lnTo>
                    <a:pt x="175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7"/>
            <p:cNvSpPr/>
            <p:nvPr/>
          </p:nvSpPr>
          <p:spPr>
            <a:xfrm>
              <a:off x="259750" y="1291200"/>
              <a:ext cx="4450" cy="34900"/>
            </a:xfrm>
            <a:custGeom>
              <a:avLst/>
              <a:gdLst/>
              <a:ahLst/>
              <a:cxnLst/>
              <a:rect l="l" t="t" r="r" b="b"/>
              <a:pathLst>
                <a:path w="178" h="1396" extrusionOk="0">
                  <a:moveTo>
                    <a:pt x="5" y="0"/>
                  </a:moveTo>
                  <a:lnTo>
                    <a:pt x="1" y="1153"/>
                  </a:lnTo>
                  <a:cubicBezTo>
                    <a:pt x="1" y="1240"/>
                    <a:pt x="59" y="1329"/>
                    <a:pt x="175" y="1395"/>
                  </a:cubicBezTo>
                  <a:lnTo>
                    <a:pt x="178" y="243"/>
                  </a:lnTo>
                  <a:cubicBezTo>
                    <a:pt x="62" y="176"/>
                    <a:pt x="5" y="87"/>
                    <a:pt x="5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7"/>
            <p:cNvSpPr/>
            <p:nvPr/>
          </p:nvSpPr>
          <p:spPr>
            <a:xfrm>
              <a:off x="238125" y="1289675"/>
              <a:ext cx="7075" cy="38625"/>
            </a:xfrm>
            <a:custGeom>
              <a:avLst/>
              <a:gdLst/>
              <a:ahLst/>
              <a:cxnLst/>
              <a:rect l="l" t="t" r="r" b="b"/>
              <a:pathLst>
                <a:path w="283" h="1545" extrusionOk="0">
                  <a:moveTo>
                    <a:pt x="3" y="0"/>
                  </a:moveTo>
                  <a:lnTo>
                    <a:pt x="0" y="1153"/>
                  </a:lnTo>
                  <a:cubicBezTo>
                    <a:pt x="0" y="1295"/>
                    <a:pt x="93" y="1437"/>
                    <a:pt x="280" y="1545"/>
                  </a:cubicBezTo>
                  <a:lnTo>
                    <a:pt x="283" y="392"/>
                  </a:lnTo>
                  <a:cubicBezTo>
                    <a:pt x="96" y="285"/>
                    <a:pt x="3" y="143"/>
                    <a:pt x="3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7"/>
            <p:cNvSpPr/>
            <p:nvPr/>
          </p:nvSpPr>
          <p:spPr>
            <a:xfrm>
              <a:off x="509375" y="1168200"/>
              <a:ext cx="445275" cy="287525"/>
            </a:xfrm>
            <a:custGeom>
              <a:avLst/>
              <a:gdLst/>
              <a:ahLst/>
              <a:cxnLst/>
              <a:rect l="l" t="t" r="r" b="b"/>
              <a:pathLst>
                <a:path w="17811" h="11501" extrusionOk="0">
                  <a:moveTo>
                    <a:pt x="17811" y="0"/>
                  </a:moveTo>
                  <a:lnTo>
                    <a:pt x="4" y="10349"/>
                  </a:lnTo>
                  <a:lnTo>
                    <a:pt x="1" y="11501"/>
                  </a:lnTo>
                  <a:lnTo>
                    <a:pt x="17808" y="1153"/>
                  </a:lnTo>
                  <a:lnTo>
                    <a:pt x="1781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7"/>
            <p:cNvSpPr/>
            <p:nvPr/>
          </p:nvSpPr>
          <p:spPr>
            <a:xfrm>
              <a:off x="264100" y="1297250"/>
              <a:ext cx="224675" cy="158475"/>
            </a:xfrm>
            <a:custGeom>
              <a:avLst/>
              <a:gdLst/>
              <a:ahLst/>
              <a:cxnLst/>
              <a:rect l="l" t="t" r="r" b="b"/>
              <a:pathLst>
                <a:path w="8987" h="6339" extrusionOk="0">
                  <a:moveTo>
                    <a:pt x="4" y="1"/>
                  </a:moveTo>
                  <a:lnTo>
                    <a:pt x="1" y="1153"/>
                  </a:lnTo>
                  <a:lnTo>
                    <a:pt x="8984" y="6339"/>
                  </a:lnTo>
                  <a:lnTo>
                    <a:pt x="8987" y="5187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7"/>
            <p:cNvSpPr/>
            <p:nvPr/>
          </p:nvSpPr>
          <p:spPr>
            <a:xfrm>
              <a:off x="258425" y="1038475"/>
              <a:ext cx="701950" cy="405350"/>
            </a:xfrm>
            <a:custGeom>
              <a:avLst/>
              <a:gdLst/>
              <a:ahLst/>
              <a:cxnLst/>
              <a:rect l="l" t="t" r="r" b="b"/>
              <a:pathLst>
                <a:path w="28078" h="16214" extrusionOk="0">
                  <a:moveTo>
                    <a:pt x="18448" y="1"/>
                  </a:moveTo>
                  <a:cubicBezTo>
                    <a:pt x="18298" y="1"/>
                    <a:pt x="18148" y="34"/>
                    <a:pt x="18035" y="100"/>
                  </a:cubicBezTo>
                  <a:lnTo>
                    <a:pt x="228" y="10449"/>
                  </a:lnTo>
                  <a:cubicBezTo>
                    <a:pt x="0" y="10581"/>
                    <a:pt x="0" y="10795"/>
                    <a:pt x="231" y="10929"/>
                  </a:cubicBezTo>
                  <a:lnTo>
                    <a:pt x="9214" y="16114"/>
                  </a:lnTo>
                  <a:cubicBezTo>
                    <a:pt x="9329" y="16181"/>
                    <a:pt x="9478" y="16214"/>
                    <a:pt x="9628" y="16214"/>
                  </a:cubicBezTo>
                  <a:cubicBezTo>
                    <a:pt x="9778" y="16214"/>
                    <a:pt x="9928" y="16180"/>
                    <a:pt x="10042" y="16114"/>
                  </a:cubicBezTo>
                  <a:lnTo>
                    <a:pt x="27849" y="5766"/>
                  </a:lnTo>
                  <a:cubicBezTo>
                    <a:pt x="28078" y="5633"/>
                    <a:pt x="28076" y="5418"/>
                    <a:pt x="27846" y="5286"/>
                  </a:cubicBezTo>
                  <a:lnTo>
                    <a:pt x="25091" y="3697"/>
                  </a:lnTo>
                  <a:lnTo>
                    <a:pt x="24834" y="3847"/>
                  </a:lnTo>
                  <a:cubicBezTo>
                    <a:pt x="24772" y="3883"/>
                    <a:pt x="24689" y="3901"/>
                    <a:pt x="24607" y="3901"/>
                  </a:cubicBezTo>
                  <a:cubicBezTo>
                    <a:pt x="24525" y="3901"/>
                    <a:pt x="24442" y="3883"/>
                    <a:pt x="24380" y="3847"/>
                  </a:cubicBezTo>
                  <a:lnTo>
                    <a:pt x="21361" y="2104"/>
                  </a:lnTo>
                  <a:cubicBezTo>
                    <a:pt x="21235" y="2031"/>
                    <a:pt x="21235" y="1912"/>
                    <a:pt x="21361" y="1840"/>
                  </a:cubicBezTo>
                  <a:lnTo>
                    <a:pt x="21618" y="1690"/>
                  </a:lnTo>
                  <a:lnTo>
                    <a:pt x="18864" y="100"/>
                  </a:lnTo>
                  <a:cubicBezTo>
                    <a:pt x="18748" y="34"/>
                    <a:pt x="18598" y="1"/>
                    <a:pt x="18448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7"/>
            <p:cNvSpPr/>
            <p:nvPr/>
          </p:nvSpPr>
          <p:spPr>
            <a:xfrm>
              <a:off x="338675" y="1254175"/>
              <a:ext cx="208375" cy="116950"/>
            </a:xfrm>
            <a:custGeom>
              <a:avLst/>
              <a:gdLst/>
              <a:ahLst/>
              <a:cxnLst/>
              <a:rect l="l" t="t" r="r" b="b"/>
              <a:pathLst>
                <a:path w="8335" h="4678" extrusionOk="0">
                  <a:moveTo>
                    <a:pt x="6642" y="1"/>
                  </a:moveTo>
                  <a:lnTo>
                    <a:pt x="1" y="3445"/>
                  </a:lnTo>
                  <a:cubicBezTo>
                    <a:pt x="27" y="3459"/>
                    <a:pt x="2038" y="4677"/>
                    <a:pt x="2038" y="4677"/>
                  </a:cubicBezTo>
                  <a:lnTo>
                    <a:pt x="8334" y="959"/>
                  </a:lnTo>
                  <a:lnTo>
                    <a:pt x="6642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7"/>
            <p:cNvSpPr/>
            <p:nvPr/>
          </p:nvSpPr>
          <p:spPr>
            <a:xfrm>
              <a:off x="502100" y="1426925"/>
              <a:ext cx="7375" cy="31125"/>
            </a:xfrm>
            <a:custGeom>
              <a:avLst/>
              <a:gdLst/>
              <a:ahLst/>
              <a:cxnLst/>
              <a:rect l="l" t="t" r="r" b="b"/>
              <a:pathLst>
                <a:path w="295" h="1245" extrusionOk="0">
                  <a:moveTo>
                    <a:pt x="295" y="0"/>
                  </a:moveTo>
                  <a:lnTo>
                    <a:pt x="295" y="0"/>
                  </a:lnTo>
                  <a:cubicBezTo>
                    <a:pt x="205" y="50"/>
                    <a:pt x="106" y="80"/>
                    <a:pt x="3" y="92"/>
                  </a:cubicBezTo>
                  <a:lnTo>
                    <a:pt x="0" y="1245"/>
                  </a:lnTo>
                  <a:cubicBezTo>
                    <a:pt x="103" y="1233"/>
                    <a:pt x="202" y="1203"/>
                    <a:pt x="292" y="1152"/>
                  </a:cubicBezTo>
                  <a:lnTo>
                    <a:pt x="29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7"/>
            <p:cNvSpPr/>
            <p:nvPr/>
          </p:nvSpPr>
          <p:spPr>
            <a:xfrm>
              <a:off x="488675" y="1426925"/>
              <a:ext cx="13525" cy="31325"/>
            </a:xfrm>
            <a:custGeom>
              <a:avLst/>
              <a:gdLst/>
              <a:ahLst/>
              <a:cxnLst/>
              <a:rect l="l" t="t" r="r" b="b"/>
              <a:pathLst>
                <a:path w="541" h="1253" extrusionOk="0">
                  <a:moveTo>
                    <a:pt x="4" y="0"/>
                  </a:moveTo>
                  <a:lnTo>
                    <a:pt x="1" y="1152"/>
                  </a:lnTo>
                  <a:cubicBezTo>
                    <a:pt x="116" y="1219"/>
                    <a:pt x="265" y="1252"/>
                    <a:pt x="415" y="1252"/>
                  </a:cubicBezTo>
                  <a:cubicBezTo>
                    <a:pt x="456" y="1252"/>
                    <a:pt x="497" y="1250"/>
                    <a:pt x="537" y="1245"/>
                  </a:cubicBezTo>
                  <a:lnTo>
                    <a:pt x="540" y="92"/>
                  </a:lnTo>
                  <a:lnTo>
                    <a:pt x="540" y="92"/>
                  </a:lnTo>
                  <a:cubicBezTo>
                    <a:pt x="500" y="97"/>
                    <a:pt x="459" y="99"/>
                    <a:pt x="417" y="99"/>
                  </a:cubicBezTo>
                  <a:cubicBezTo>
                    <a:pt x="268" y="99"/>
                    <a:pt x="119" y="66"/>
                    <a:pt x="4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7"/>
            <p:cNvSpPr/>
            <p:nvPr/>
          </p:nvSpPr>
          <p:spPr>
            <a:xfrm>
              <a:off x="518450" y="1173425"/>
              <a:ext cx="455225" cy="293325"/>
            </a:xfrm>
            <a:custGeom>
              <a:avLst/>
              <a:gdLst/>
              <a:ahLst/>
              <a:cxnLst/>
              <a:rect l="l" t="t" r="r" b="b"/>
              <a:pathLst>
                <a:path w="18209" h="11733" extrusionOk="0">
                  <a:moveTo>
                    <a:pt x="18209" y="0"/>
                  </a:moveTo>
                  <a:lnTo>
                    <a:pt x="5" y="10580"/>
                  </a:lnTo>
                  <a:lnTo>
                    <a:pt x="0" y="11733"/>
                  </a:lnTo>
                  <a:lnTo>
                    <a:pt x="18205" y="1153"/>
                  </a:lnTo>
                  <a:lnTo>
                    <a:pt x="18209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7"/>
            <p:cNvSpPr/>
            <p:nvPr/>
          </p:nvSpPr>
          <p:spPr>
            <a:xfrm>
              <a:off x="245100" y="1299450"/>
              <a:ext cx="239900" cy="167300"/>
            </a:xfrm>
            <a:custGeom>
              <a:avLst/>
              <a:gdLst/>
              <a:ahLst/>
              <a:cxnLst/>
              <a:rect l="l" t="t" r="r" b="b"/>
              <a:pathLst>
                <a:path w="9596" h="6692" extrusionOk="0">
                  <a:moveTo>
                    <a:pt x="4" y="1"/>
                  </a:moveTo>
                  <a:lnTo>
                    <a:pt x="1" y="1154"/>
                  </a:lnTo>
                  <a:lnTo>
                    <a:pt x="9593" y="6692"/>
                  </a:lnTo>
                  <a:lnTo>
                    <a:pt x="9596" y="5539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7"/>
            <p:cNvSpPr/>
            <p:nvPr/>
          </p:nvSpPr>
          <p:spPr>
            <a:xfrm>
              <a:off x="506675" y="1437900"/>
              <a:ext cx="11900" cy="32575"/>
            </a:xfrm>
            <a:custGeom>
              <a:avLst/>
              <a:gdLst/>
              <a:ahLst/>
              <a:cxnLst/>
              <a:rect l="l" t="t" r="r" b="b"/>
              <a:pathLst>
                <a:path w="476" h="1303" extrusionOk="0">
                  <a:moveTo>
                    <a:pt x="476" y="1"/>
                  </a:moveTo>
                  <a:lnTo>
                    <a:pt x="476" y="1"/>
                  </a:lnTo>
                  <a:cubicBezTo>
                    <a:pt x="341" y="79"/>
                    <a:pt x="177" y="128"/>
                    <a:pt x="4" y="150"/>
                  </a:cubicBezTo>
                  <a:lnTo>
                    <a:pt x="0" y="1303"/>
                  </a:lnTo>
                  <a:cubicBezTo>
                    <a:pt x="173" y="1280"/>
                    <a:pt x="338" y="1230"/>
                    <a:pt x="471" y="1154"/>
                  </a:cubicBezTo>
                  <a:lnTo>
                    <a:pt x="476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7"/>
            <p:cNvSpPr/>
            <p:nvPr/>
          </p:nvSpPr>
          <p:spPr>
            <a:xfrm>
              <a:off x="484925" y="1437900"/>
              <a:ext cx="21850" cy="32875"/>
            </a:xfrm>
            <a:custGeom>
              <a:avLst/>
              <a:gdLst/>
              <a:ahLst/>
              <a:cxnLst/>
              <a:rect l="l" t="t" r="r" b="b"/>
              <a:pathLst>
                <a:path w="874" h="1315" extrusionOk="0">
                  <a:moveTo>
                    <a:pt x="3" y="1"/>
                  </a:moveTo>
                  <a:lnTo>
                    <a:pt x="0" y="1154"/>
                  </a:lnTo>
                  <a:cubicBezTo>
                    <a:pt x="186" y="1261"/>
                    <a:pt x="431" y="1314"/>
                    <a:pt x="675" y="1314"/>
                  </a:cubicBezTo>
                  <a:cubicBezTo>
                    <a:pt x="741" y="1314"/>
                    <a:pt x="806" y="1311"/>
                    <a:pt x="870" y="1303"/>
                  </a:cubicBezTo>
                  <a:lnTo>
                    <a:pt x="873" y="150"/>
                  </a:lnTo>
                  <a:lnTo>
                    <a:pt x="873" y="150"/>
                  </a:lnTo>
                  <a:cubicBezTo>
                    <a:pt x="808" y="158"/>
                    <a:pt x="742" y="162"/>
                    <a:pt x="676" y="162"/>
                  </a:cubicBezTo>
                  <a:cubicBezTo>
                    <a:pt x="433" y="162"/>
                    <a:pt x="190" y="108"/>
                    <a:pt x="3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7"/>
            <p:cNvSpPr/>
            <p:nvPr/>
          </p:nvSpPr>
          <p:spPr>
            <a:xfrm>
              <a:off x="235875" y="1011525"/>
              <a:ext cx="747050" cy="430425"/>
            </a:xfrm>
            <a:custGeom>
              <a:avLst/>
              <a:gdLst/>
              <a:ahLst/>
              <a:cxnLst/>
              <a:rect l="l" t="t" r="r" b="b"/>
              <a:pathLst>
                <a:path w="29882" h="17217" extrusionOk="0">
                  <a:moveTo>
                    <a:pt x="19349" y="501"/>
                  </a:moveTo>
                  <a:cubicBezTo>
                    <a:pt x="19499" y="501"/>
                    <a:pt x="19649" y="534"/>
                    <a:pt x="19765" y="600"/>
                  </a:cubicBezTo>
                  <a:lnTo>
                    <a:pt x="22518" y="2191"/>
                  </a:lnTo>
                  <a:lnTo>
                    <a:pt x="22262" y="2341"/>
                  </a:lnTo>
                  <a:cubicBezTo>
                    <a:pt x="22135" y="2413"/>
                    <a:pt x="22135" y="2532"/>
                    <a:pt x="22263" y="2604"/>
                  </a:cubicBezTo>
                  <a:lnTo>
                    <a:pt x="25282" y="4347"/>
                  </a:lnTo>
                  <a:cubicBezTo>
                    <a:pt x="25344" y="4384"/>
                    <a:pt x="25427" y="4402"/>
                    <a:pt x="25509" y="4402"/>
                  </a:cubicBezTo>
                  <a:cubicBezTo>
                    <a:pt x="25591" y="4402"/>
                    <a:pt x="25674" y="4384"/>
                    <a:pt x="25736" y="4347"/>
                  </a:cubicBezTo>
                  <a:lnTo>
                    <a:pt x="25993" y="4198"/>
                  </a:lnTo>
                  <a:lnTo>
                    <a:pt x="28748" y="5787"/>
                  </a:lnTo>
                  <a:cubicBezTo>
                    <a:pt x="28978" y="5921"/>
                    <a:pt x="28980" y="6135"/>
                    <a:pt x="28751" y="6267"/>
                  </a:cubicBezTo>
                  <a:lnTo>
                    <a:pt x="10944" y="16616"/>
                  </a:lnTo>
                  <a:cubicBezTo>
                    <a:pt x="10830" y="16682"/>
                    <a:pt x="10681" y="16715"/>
                    <a:pt x="10531" y="16715"/>
                  </a:cubicBezTo>
                  <a:cubicBezTo>
                    <a:pt x="10381" y="16715"/>
                    <a:pt x="10231" y="16682"/>
                    <a:pt x="10116" y="16616"/>
                  </a:cubicBezTo>
                  <a:lnTo>
                    <a:pt x="1133" y="11430"/>
                  </a:lnTo>
                  <a:cubicBezTo>
                    <a:pt x="902" y="11296"/>
                    <a:pt x="902" y="11082"/>
                    <a:pt x="1130" y="10950"/>
                  </a:cubicBezTo>
                  <a:lnTo>
                    <a:pt x="18935" y="600"/>
                  </a:lnTo>
                  <a:cubicBezTo>
                    <a:pt x="19050" y="534"/>
                    <a:pt x="19199" y="501"/>
                    <a:pt x="19349" y="501"/>
                  </a:cubicBezTo>
                  <a:close/>
                  <a:moveTo>
                    <a:pt x="19244" y="0"/>
                  </a:moveTo>
                  <a:cubicBezTo>
                    <a:pt x="19001" y="0"/>
                    <a:pt x="18759" y="54"/>
                    <a:pt x="18574" y="161"/>
                  </a:cubicBezTo>
                  <a:lnTo>
                    <a:pt x="368" y="10741"/>
                  </a:lnTo>
                  <a:cubicBezTo>
                    <a:pt x="0" y="10957"/>
                    <a:pt x="2" y="11303"/>
                    <a:pt x="373" y="11518"/>
                  </a:cubicBezTo>
                  <a:lnTo>
                    <a:pt x="9965" y="17056"/>
                  </a:lnTo>
                  <a:cubicBezTo>
                    <a:pt x="10151" y="17163"/>
                    <a:pt x="10395" y="17217"/>
                    <a:pt x="10637" y="17217"/>
                  </a:cubicBezTo>
                  <a:cubicBezTo>
                    <a:pt x="10880" y="17217"/>
                    <a:pt x="11123" y="17163"/>
                    <a:pt x="11308" y="17056"/>
                  </a:cubicBezTo>
                  <a:lnTo>
                    <a:pt x="29512" y="6476"/>
                  </a:lnTo>
                  <a:cubicBezTo>
                    <a:pt x="29882" y="6261"/>
                    <a:pt x="29880" y="5913"/>
                    <a:pt x="29509" y="5699"/>
                  </a:cubicBezTo>
                  <a:lnTo>
                    <a:pt x="19915" y="161"/>
                  </a:lnTo>
                  <a:cubicBezTo>
                    <a:pt x="19730" y="54"/>
                    <a:pt x="19487" y="0"/>
                    <a:pt x="19244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7"/>
            <p:cNvSpPr/>
            <p:nvPr/>
          </p:nvSpPr>
          <p:spPr>
            <a:xfrm>
              <a:off x="790000" y="1073325"/>
              <a:ext cx="77950" cy="61300"/>
            </a:xfrm>
            <a:custGeom>
              <a:avLst/>
              <a:gdLst/>
              <a:ahLst/>
              <a:cxnLst/>
              <a:rect l="l" t="t" r="r" b="b"/>
              <a:pathLst>
                <a:path w="3118" h="2452" extrusionOk="0">
                  <a:moveTo>
                    <a:pt x="4" y="0"/>
                  </a:moveTo>
                  <a:lnTo>
                    <a:pt x="1" y="576"/>
                  </a:lnTo>
                  <a:cubicBezTo>
                    <a:pt x="1" y="624"/>
                    <a:pt x="31" y="672"/>
                    <a:pt x="95" y="708"/>
                  </a:cubicBezTo>
                  <a:lnTo>
                    <a:pt x="3114" y="2451"/>
                  </a:lnTo>
                  <a:lnTo>
                    <a:pt x="3117" y="1875"/>
                  </a:lnTo>
                  <a:lnTo>
                    <a:pt x="98" y="132"/>
                  </a:lnTo>
                  <a:cubicBezTo>
                    <a:pt x="36" y="96"/>
                    <a:pt x="4" y="48"/>
                    <a:pt x="4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7"/>
            <p:cNvSpPr/>
            <p:nvPr/>
          </p:nvSpPr>
          <p:spPr>
            <a:xfrm>
              <a:off x="323600" y="1287825"/>
              <a:ext cx="18150" cy="23300"/>
            </a:xfrm>
            <a:custGeom>
              <a:avLst/>
              <a:gdLst/>
              <a:ahLst/>
              <a:cxnLst/>
              <a:rect l="l" t="t" r="r" b="b"/>
              <a:pathLst>
                <a:path w="726" h="932" extrusionOk="0">
                  <a:moveTo>
                    <a:pt x="308" y="1"/>
                  </a:moveTo>
                  <a:lnTo>
                    <a:pt x="202" y="417"/>
                  </a:lnTo>
                  <a:lnTo>
                    <a:pt x="0" y="190"/>
                  </a:lnTo>
                  <a:lnTo>
                    <a:pt x="54" y="639"/>
                  </a:lnTo>
                  <a:lnTo>
                    <a:pt x="561" y="931"/>
                  </a:lnTo>
                  <a:lnTo>
                    <a:pt x="725" y="369"/>
                  </a:lnTo>
                  <a:lnTo>
                    <a:pt x="440" y="559"/>
                  </a:lnTo>
                  <a:lnTo>
                    <a:pt x="308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397850" y="1253100"/>
              <a:ext cx="18150" cy="23300"/>
            </a:xfrm>
            <a:custGeom>
              <a:avLst/>
              <a:gdLst/>
              <a:ahLst/>
              <a:cxnLst/>
              <a:rect l="l" t="t" r="r" b="b"/>
              <a:pathLst>
                <a:path w="726" h="932" extrusionOk="0">
                  <a:moveTo>
                    <a:pt x="307" y="0"/>
                  </a:moveTo>
                  <a:lnTo>
                    <a:pt x="202" y="417"/>
                  </a:lnTo>
                  <a:lnTo>
                    <a:pt x="0" y="190"/>
                  </a:lnTo>
                  <a:lnTo>
                    <a:pt x="55" y="638"/>
                  </a:lnTo>
                  <a:lnTo>
                    <a:pt x="561" y="931"/>
                  </a:lnTo>
                  <a:lnTo>
                    <a:pt x="725" y="369"/>
                  </a:lnTo>
                  <a:lnTo>
                    <a:pt x="439" y="559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7"/>
            <p:cNvSpPr/>
            <p:nvPr/>
          </p:nvSpPr>
          <p:spPr>
            <a:xfrm>
              <a:off x="780950" y="1157750"/>
              <a:ext cx="18150" cy="23300"/>
            </a:xfrm>
            <a:custGeom>
              <a:avLst/>
              <a:gdLst/>
              <a:ahLst/>
              <a:cxnLst/>
              <a:rect l="l" t="t" r="r" b="b"/>
              <a:pathLst>
                <a:path w="726" h="932" extrusionOk="0">
                  <a:moveTo>
                    <a:pt x="417" y="1"/>
                  </a:moveTo>
                  <a:lnTo>
                    <a:pt x="286" y="559"/>
                  </a:lnTo>
                  <a:lnTo>
                    <a:pt x="0" y="369"/>
                  </a:lnTo>
                  <a:lnTo>
                    <a:pt x="164" y="932"/>
                  </a:lnTo>
                  <a:lnTo>
                    <a:pt x="670" y="639"/>
                  </a:lnTo>
                  <a:lnTo>
                    <a:pt x="725" y="191"/>
                  </a:lnTo>
                  <a:lnTo>
                    <a:pt x="725" y="191"/>
                  </a:lnTo>
                  <a:lnTo>
                    <a:pt x="524" y="417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7"/>
            <p:cNvSpPr/>
            <p:nvPr/>
          </p:nvSpPr>
          <p:spPr>
            <a:xfrm>
              <a:off x="743100" y="1084300"/>
              <a:ext cx="18150" cy="23350"/>
            </a:xfrm>
            <a:custGeom>
              <a:avLst/>
              <a:gdLst/>
              <a:ahLst/>
              <a:cxnLst/>
              <a:rect l="l" t="t" r="r" b="b"/>
              <a:pathLst>
                <a:path w="726" h="934" extrusionOk="0">
                  <a:moveTo>
                    <a:pt x="418" y="1"/>
                  </a:moveTo>
                  <a:lnTo>
                    <a:pt x="286" y="561"/>
                  </a:lnTo>
                  <a:lnTo>
                    <a:pt x="1" y="369"/>
                  </a:lnTo>
                  <a:lnTo>
                    <a:pt x="164" y="933"/>
                  </a:lnTo>
                  <a:lnTo>
                    <a:pt x="672" y="640"/>
                  </a:lnTo>
                  <a:lnTo>
                    <a:pt x="726" y="192"/>
                  </a:lnTo>
                  <a:lnTo>
                    <a:pt x="726" y="192"/>
                  </a:lnTo>
                  <a:lnTo>
                    <a:pt x="524" y="417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7"/>
            <p:cNvSpPr/>
            <p:nvPr/>
          </p:nvSpPr>
          <p:spPr>
            <a:xfrm>
              <a:off x="870125" y="1157750"/>
              <a:ext cx="18200" cy="23300"/>
            </a:xfrm>
            <a:custGeom>
              <a:avLst/>
              <a:gdLst/>
              <a:ahLst/>
              <a:cxnLst/>
              <a:rect l="l" t="t" r="r" b="b"/>
              <a:pathLst>
                <a:path w="728" h="932" extrusionOk="0">
                  <a:moveTo>
                    <a:pt x="418" y="1"/>
                  </a:moveTo>
                  <a:lnTo>
                    <a:pt x="286" y="559"/>
                  </a:lnTo>
                  <a:lnTo>
                    <a:pt x="1" y="369"/>
                  </a:lnTo>
                  <a:lnTo>
                    <a:pt x="164" y="932"/>
                  </a:lnTo>
                  <a:lnTo>
                    <a:pt x="672" y="639"/>
                  </a:lnTo>
                  <a:lnTo>
                    <a:pt x="727" y="191"/>
                  </a:lnTo>
                  <a:lnTo>
                    <a:pt x="727" y="191"/>
                  </a:lnTo>
                  <a:lnTo>
                    <a:pt x="524" y="417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7"/>
            <p:cNvSpPr/>
            <p:nvPr/>
          </p:nvSpPr>
          <p:spPr>
            <a:xfrm>
              <a:off x="716625" y="1257675"/>
              <a:ext cx="18200" cy="23300"/>
            </a:xfrm>
            <a:custGeom>
              <a:avLst/>
              <a:gdLst/>
              <a:ahLst/>
              <a:cxnLst/>
              <a:rect l="l" t="t" r="r" b="b"/>
              <a:pathLst>
                <a:path w="728" h="932" extrusionOk="0">
                  <a:moveTo>
                    <a:pt x="419" y="0"/>
                  </a:moveTo>
                  <a:lnTo>
                    <a:pt x="287" y="558"/>
                  </a:lnTo>
                  <a:lnTo>
                    <a:pt x="1" y="368"/>
                  </a:lnTo>
                  <a:lnTo>
                    <a:pt x="165" y="931"/>
                  </a:lnTo>
                  <a:lnTo>
                    <a:pt x="672" y="638"/>
                  </a:lnTo>
                  <a:lnTo>
                    <a:pt x="727" y="190"/>
                  </a:lnTo>
                  <a:lnTo>
                    <a:pt x="524" y="41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7"/>
            <p:cNvSpPr/>
            <p:nvPr/>
          </p:nvSpPr>
          <p:spPr>
            <a:xfrm>
              <a:off x="479250" y="843750"/>
              <a:ext cx="135575" cy="455200"/>
            </a:xfrm>
            <a:custGeom>
              <a:avLst/>
              <a:gdLst/>
              <a:ahLst/>
              <a:cxnLst/>
              <a:rect l="l" t="t" r="r" b="b"/>
              <a:pathLst>
                <a:path w="5423" h="18208" extrusionOk="0">
                  <a:moveTo>
                    <a:pt x="26" y="0"/>
                  </a:moveTo>
                  <a:lnTo>
                    <a:pt x="1" y="15091"/>
                  </a:lnTo>
                  <a:lnTo>
                    <a:pt x="5397" y="18207"/>
                  </a:lnTo>
                  <a:lnTo>
                    <a:pt x="5423" y="3116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7"/>
            <p:cNvSpPr/>
            <p:nvPr/>
          </p:nvSpPr>
          <p:spPr>
            <a:xfrm>
              <a:off x="614150" y="850450"/>
              <a:ext cx="123175" cy="448500"/>
            </a:xfrm>
            <a:custGeom>
              <a:avLst/>
              <a:gdLst/>
              <a:ahLst/>
              <a:cxnLst/>
              <a:rect l="l" t="t" r="r" b="b"/>
              <a:pathLst>
                <a:path w="4927" h="17940" extrusionOk="0">
                  <a:moveTo>
                    <a:pt x="4927" y="0"/>
                  </a:moveTo>
                  <a:lnTo>
                    <a:pt x="27" y="2848"/>
                  </a:lnTo>
                  <a:lnTo>
                    <a:pt x="1" y="17939"/>
                  </a:lnTo>
                  <a:lnTo>
                    <a:pt x="4900" y="15091"/>
                  </a:lnTo>
                  <a:lnTo>
                    <a:pt x="4927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7"/>
            <p:cNvSpPr/>
            <p:nvPr/>
          </p:nvSpPr>
          <p:spPr>
            <a:xfrm>
              <a:off x="479875" y="772550"/>
              <a:ext cx="257450" cy="149125"/>
            </a:xfrm>
            <a:custGeom>
              <a:avLst/>
              <a:gdLst/>
              <a:ahLst/>
              <a:cxnLst/>
              <a:rect l="l" t="t" r="r" b="b"/>
              <a:pathLst>
                <a:path w="10298" h="5965" extrusionOk="0">
                  <a:moveTo>
                    <a:pt x="4900" y="0"/>
                  </a:moveTo>
                  <a:lnTo>
                    <a:pt x="1" y="2848"/>
                  </a:lnTo>
                  <a:lnTo>
                    <a:pt x="5398" y="5964"/>
                  </a:lnTo>
                  <a:lnTo>
                    <a:pt x="10298" y="3116"/>
                  </a:lnTo>
                  <a:lnTo>
                    <a:pt x="490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7"/>
            <p:cNvSpPr/>
            <p:nvPr/>
          </p:nvSpPr>
          <p:spPr>
            <a:xfrm>
              <a:off x="475550" y="945175"/>
              <a:ext cx="139025" cy="89975"/>
            </a:xfrm>
            <a:custGeom>
              <a:avLst/>
              <a:gdLst/>
              <a:ahLst/>
              <a:cxnLst/>
              <a:rect l="l" t="t" r="r" b="b"/>
              <a:pathLst>
                <a:path w="5561" h="3599" extrusionOk="0">
                  <a:moveTo>
                    <a:pt x="1" y="0"/>
                  </a:moveTo>
                  <a:lnTo>
                    <a:pt x="1" y="393"/>
                  </a:lnTo>
                  <a:lnTo>
                    <a:pt x="5561" y="3598"/>
                  </a:lnTo>
                  <a:lnTo>
                    <a:pt x="5561" y="320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7"/>
            <p:cNvSpPr/>
            <p:nvPr/>
          </p:nvSpPr>
          <p:spPr>
            <a:xfrm>
              <a:off x="475550" y="942850"/>
              <a:ext cx="139025" cy="82475"/>
            </a:xfrm>
            <a:custGeom>
              <a:avLst/>
              <a:gdLst/>
              <a:ahLst/>
              <a:cxnLst/>
              <a:rect l="l" t="t" r="r" b="b"/>
              <a:pathLst>
                <a:path w="5561" h="3299" extrusionOk="0">
                  <a:moveTo>
                    <a:pt x="165" y="1"/>
                  </a:moveTo>
                  <a:lnTo>
                    <a:pt x="1" y="93"/>
                  </a:lnTo>
                  <a:lnTo>
                    <a:pt x="5561" y="3298"/>
                  </a:lnTo>
                  <a:lnTo>
                    <a:pt x="5561" y="3079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7"/>
            <p:cNvSpPr/>
            <p:nvPr/>
          </p:nvSpPr>
          <p:spPr>
            <a:xfrm>
              <a:off x="492300" y="895825"/>
              <a:ext cx="28700" cy="54450"/>
            </a:xfrm>
            <a:custGeom>
              <a:avLst/>
              <a:gdLst/>
              <a:ahLst/>
              <a:cxnLst/>
              <a:rect l="l" t="t" r="r" b="b"/>
              <a:pathLst>
                <a:path w="1148" h="2178" extrusionOk="0">
                  <a:moveTo>
                    <a:pt x="1" y="1"/>
                  </a:moveTo>
                  <a:lnTo>
                    <a:pt x="1" y="1544"/>
                  </a:lnTo>
                  <a:lnTo>
                    <a:pt x="1148" y="2177"/>
                  </a:lnTo>
                  <a:lnTo>
                    <a:pt x="1148" y="603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7"/>
            <p:cNvSpPr/>
            <p:nvPr/>
          </p:nvSpPr>
          <p:spPr>
            <a:xfrm>
              <a:off x="492300" y="895825"/>
              <a:ext cx="26125" cy="51625"/>
            </a:xfrm>
            <a:custGeom>
              <a:avLst/>
              <a:gdLst/>
              <a:ahLst/>
              <a:cxnLst/>
              <a:rect l="l" t="t" r="r" b="b"/>
              <a:pathLst>
                <a:path w="1045" h="2065" extrusionOk="0">
                  <a:moveTo>
                    <a:pt x="1" y="1"/>
                  </a:moveTo>
                  <a:lnTo>
                    <a:pt x="1" y="1463"/>
                  </a:lnTo>
                  <a:lnTo>
                    <a:pt x="1045" y="2064"/>
                  </a:lnTo>
                  <a:lnTo>
                    <a:pt x="1045" y="6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7"/>
            <p:cNvSpPr/>
            <p:nvPr/>
          </p:nvSpPr>
          <p:spPr>
            <a:xfrm>
              <a:off x="494425" y="899125"/>
              <a:ext cx="21900" cy="45025"/>
            </a:xfrm>
            <a:custGeom>
              <a:avLst/>
              <a:gdLst/>
              <a:ahLst/>
              <a:cxnLst/>
              <a:rect l="l" t="t" r="r" b="b"/>
              <a:pathLst>
                <a:path w="876" h="1801" extrusionOk="0">
                  <a:moveTo>
                    <a:pt x="0" y="1"/>
                  </a:moveTo>
                  <a:lnTo>
                    <a:pt x="0" y="1296"/>
                  </a:lnTo>
                  <a:lnTo>
                    <a:pt x="876" y="1800"/>
                  </a:lnTo>
                  <a:lnTo>
                    <a:pt x="876" y="50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7"/>
            <p:cNvSpPr/>
            <p:nvPr/>
          </p:nvSpPr>
          <p:spPr>
            <a:xfrm>
              <a:off x="493650" y="924700"/>
              <a:ext cx="23450" cy="14700"/>
            </a:xfrm>
            <a:custGeom>
              <a:avLst/>
              <a:gdLst/>
              <a:ahLst/>
              <a:cxnLst/>
              <a:rect l="l" t="t" r="r" b="b"/>
              <a:pathLst>
                <a:path w="938" h="588" extrusionOk="0">
                  <a:moveTo>
                    <a:pt x="1" y="0"/>
                  </a:moveTo>
                  <a:lnTo>
                    <a:pt x="1" y="47"/>
                  </a:lnTo>
                  <a:lnTo>
                    <a:pt x="937" y="587"/>
                  </a:lnTo>
                  <a:lnTo>
                    <a:pt x="937" y="5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7"/>
            <p:cNvSpPr/>
            <p:nvPr/>
          </p:nvSpPr>
          <p:spPr>
            <a:xfrm>
              <a:off x="486225" y="932275"/>
              <a:ext cx="33800" cy="24950"/>
            </a:xfrm>
            <a:custGeom>
              <a:avLst/>
              <a:gdLst/>
              <a:ahLst/>
              <a:cxnLst/>
              <a:rect l="l" t="t" r="r" b="b"/>
              <a:pathLst>
                <a:path w="1352" h="998" extrusionOk="0">
                  <a:moveTo>
                    <a:pt x="0" y="0"/>
                  </a:moveTo>
                  <a:lnTo>
                    <a:pt x="0" y="219"/>
                  </a:lnTo>
                  <a:lnTo>
                    <a:pt x="1352" y="998"/>
                  </a:lnTo>
                  <a:lnTo>
                    <a:pt x="1352" y="7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7"/>
            <p:cNvSpPr/>
            <p:nvPr/>
          </p:nvSpPr>
          <p:spPr>
            <a:xfrm>
              <a:off x="486225" y="931025"/>
              <a:ext cx="37000" cy="20725"/>
            </a:xfrm>
            <a:custGeom>
              <a:avLst/>
              <a:gdLst/>
              <a:ahLst/>
              <a:cxnLst/>
              <a:rect l="l" t="t" r="r" b="b"/>
              <a:pathLst>
                <a:path w="1480" h="829" extrusionOk="0">
                  <a:moveTo>
                    <a:pt x="154" y="1"/>
                  </a:moveTo>
                  <a:lnTo>
                    <a:pt x="0" y="50"/>
                  </a:lnTo>
                  <a:lnTo>
                    <a:pt x="1352" y="829"/>
                  </a:lnTo>
                  <a:lnTo>
                    <a:pt x="1479" y="772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7"/>
            <p:cNvSpPr/>
            <p:nvPr/>
          </p:nvSpPr>
          <p:spPr>
            <a:xfrm>
              <a:off x="520000" y="950325"/>
              <a:ext cx="3225" cy="6900"/>
            </a:xfrm>
            <a:custGeom>
              <a:avLst/>
              <a:gdLst/>
              <a:ahLst/>
              <a:cxnLst/>
              <a:rect l="l" t="t" r="r" b="b"/>
              <a:pathLst>
                <a:path w="129" h="276" extrusionOk="0">
                  <a:moveTo>
                    <a:pt x="128" y="0"/>
                  </a:moveTo>
                  <a:lnTo>
                    <a:pt x="1" y="57"/>
                  </a:lnTo>
                  <a:lnTo>
                    <a:pt x="1" y="276"/>
                  </a:lnTo>
                  <a:lnTo>
                    <a:pt x="128" y="201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7"/>
            <p:cNvSpPr/>
            <p:nvPr/>
          </p:nvSpPr>
          <p:spPr>
            <a:xfrm>
              <a:off x="571350" y="939375"/>
              <a:ext cx="28700" cy="54400"/>
            </a:xfrm>
            <a:custGeom>
              <a:avLst/>
              <a:gdLst/>
              <a:ahLst/>
              <a:cxnLst/>
              <a:rect l="l" t="t" r="r" b="b"/>
              <a:pathLst>
                <a:path w="1148" h="2176" extrusionOk="0">
                  <a:moveTo>
                    <a:pt x="0" y="0"/>
                  </a:moveTo>
                  <a:lnTo>
                    <a:pt x="0" y="1543"/>
                  </a:lnTo>
                  <a:lnTo>
                    <a:pt x="1147" y="2176"/>
                  </a:lnTo>
                  <a:lnTo>
                    <a:pt x="1147" y="602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7"/>
            <p:cNvSpPr/>
            <p:nvPr/>
          </p:nvSpPr>
          <p:spPr>
            <a:xfrm>
              <a:off x="571350" y="939375"/>
              <a:ext cx="26125" cy="51600"/>
            </a:xfrm>
            <a:custGeom>
              <a:avLst/>
              <a:gdLst/>
              <a:ahLst/>
              <a:cxnLst/>
              <a:rect l="l" t="t" r="r" b="b"/>
              <a:pathLst>
                <a:path w="1045" h="2064" extrusionOk="0">
                  <a:moveTo>
                    <a:pt x="0" y="0"/>
                  </a:moveTo>
                  <a:lnTo>
                    <a:pt x="0" y="1462"/>
                  </a:lnTo>
                  <a:lnTo>
                    <a:pt x="1044" y="2064"/>
                  </a:lnTo>
                  <a:lnTo>
                    <a:pt x="1044" y="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7"/>
            <p:cNvSpPr/>
            <p:nvPr/>
          </p:nvSpPr>
          <p:spPr>
            <a:xfrm>
              <a:off x="573450" y="942675"/>
              <a:ext cx="21925" cy="45000"/>
            </a:xfrm>
            <a:custGeom>
              <a:avLst/>
              <a:gdLst/>
              <a:ahLst/>
              <a:cxnLst/>
              <a:rect l="l" t="t" r="r" b="b"/>
              <a:pathLst>
                <a:path w="877" h="1800" extrusionOk="0">
                  <a:moveTo>
                    <a:pt x="0" y="0"/>
                  </a:moveTo>
                  <a:lnTo>
                    <a:pt x="0" y="1295"/>
                  </a:lnTo>
                  <a:lnTo>
                    <a:pt x="876" y="1800"/>
                  </a:lnTo>
                  <a:lnTo>
                    <a:pt x="876" y="5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7"/>
            <p:cNvSpPr/>
            <p:nvPr/>
          </p:nvSpPr>
          <p:spPr>
            <a:xfrm>
              <a:off x="572675" y="968225"/>
              <a:ext cx="23450" cy="14675"/>
            </a:xfrm>
            <a:custGeom>
              <a:avLst/>
              <a:gdLst/>
              <a:ahLst/>
              <a:cxnLst/>
              <a:rect l="l" t="t" r="r" b="b"/>
              <a:pathLst>
                <a:path w="938" h="587" extrusionOk="0">
                  <a:moveTo>
                    <a:pt x="1" y="1"/>
                  </a:moveTo>
                  <a:lnTo>
                    <a:pt x="1" y="47"/>
                  </a:lnTo>
                  <a:lnTo>
                    <a:pt x="937" y="587"/>
                  </a:lnTo>
                  <a:lnTo>
                    <a:pt x="937" y="5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7"/>
            <p:cNvSpPr/>
            <p:nvPr/>
          </p:nvSpPr>
          <p:spPr>
            <a:xfrm>
              <a:off x="565250" y="975800"/>
              <a:ext cx="33800" cy="24975"/>
            </a:xfrm>
            <a:custGeom>
              <a:avLst/>
              <a:gdLst/>
              <a:ahLst/>
              <a:cxnLst/>
              <a:rect l="l" t="t" r="r" b="b"/>
              <a:pathLst>
                <a:path w="1352" h="999" extrusionOk="0">
                  <a:moveTo>
                    <a:pt x="0" y="1"/>
                  </a:moveTo>
                  <a:lnTo>
                    <a:pt x="0" y="220"/>
                  </a:lnTo>
                  <a:lnTo>
                    <a:pt x="1352" y="998"/>
                  </a:lnTo>
                  <a:lnTo>
                    <a:pt x="1352" y="7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7"/>
            <p:cNvSpPr/>
            <p:nvPr/>
          </p:nvSpPr>
          <p:spPr>
            <a:xfrm>
              <a:off x="565250" y="974575"/>
              <a:ext cx="37000" cy="20725"/>
            </a:xfrm>
            <a:custGeom>
              <a:avLst/>
              <a:gdLst/>
              <a:ahLst/>
              <a:cxnLst/>
              <a:rect l="l" t="t" r="r" b="b"/>
              <a:pathLst>
                <a:path w="1480" h="829" extrusionOk="0">
                  <a:moveTo>
                    <a:pt x="154" y="0"/>
                  </a:moveTo>
                  <a:lnTo>
                    <a:pt x="0" y="50"/>
                  </a:lnTo>
                  <a:lnTo>
                    <a:pt x="1352" y="828"/>
                  </a:lnTo>
                  <a:lnTo>
                    <a:pt x="1480" y="77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7"/>
            <p:cNvSpPr/>
            <p:nvPr/>
          </p:nvSpPr>
          <p:spPr>
            <a:xfrm>
              <a:off x="599025" y="993850"/>
              <a:ext cx="3225" cy="6925"/>
            </a:xfrm>
            <a:custGeom>
              <a:avLst/>
              <a:gdLst/>
              <a:ahLst/>
              <a:cxnLst/>
              <a:rect l="l" t="t" r="r" b="b"/>
              <a:pathLst>
                <a:path w="129" h="277" extrusionOk="0">
                  <a:moveTo>
                    <a:pt x="129" y="1"/>
                  </a:moveTo>
                  <a:lnTo>
                    <a:pt x="1" y="57"/>
                  </a:lnTo>
                  <a:lnTo>
                    <a:pt x="1" y="276"/>
                  </a:lnTo>
                  <a:lnTo>
                    <a:pt x="129" y="200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7"/>
            <p:cNvSpPr/>
            <p:nvPr/>
          </p:nvSpPr>
          <p:spPr>
            <a:xfrm>
              <a:off x="475550" y="1039500"/>
              <a:ext cx="139025" cy="89975"/>
            </a:xfrm>
            <a:custGeom>
              <a:avLst/>
              <a:gdLst/>
              <a:ahLst/>
              <a:cxnLst/>
              <a:rect l="l" t="t" r="r" b="b"/>
              <a:pathLst>
                <a:path w="5561" h="3599" extrusionOk="0">
                  <a:moveTo>
                    <a:pt x="1" y="1"/>
                  </a:moveTo>
                  <a:lnTo>
                    <a:pt x="1" y="394"/>
                  </a:lnTo>
                  <a:lnTo>
                    <a:pt x="5561" y="3598"/>
                  </a:lnTo>
                  <a:lnTo>
                    <a:pt x="5561" y="320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475550" y="1037175"/>
              <a:ext cx="139025" cy="82475"/>
            </a:xfrm>
            <a:custGeom>
              <a:avLst/>
              <a:gdLst/>
              <a:ahLst/>
              <a:cxnLst/>
              <a:rect l="l" t="t" r="r" b="b"/>
              <a:pathLst>
                <a:path w="5561" h="3299" extrusionOk="0">
                  <a:moveTo>
                    <a:pt x="165" y="1"/>
                  </a:moveTo>
                  <a:lnTo>
                    <a:pt x="1" y="94"/>
                  </a:lnTo>
                  <a:lnTo>
                    <a:pt x="5561" y="3298"/>
                  </a:lnTo>
                  <a:lnTo>
                    <a:pt x="5561" y="3078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492300" y="990125"/>
              <a:ext cx="28700" cy="54475"/>
            </a:xfrm>
            <a:custGeom>
              <a:avLst/>
              <a:gdLst/>
              <a:ahLst/>
              <a:cxnLst/>
              <a:rect l="l" t="t" r="r" b="b"/>
              <a:pathLst>
                <a:path w="1148" h="2179" extrusionOk="0">
                  <a:moveTo>
                    <a:pt x="1" y="1"/>
                  </a:moveTo>
                  <a:lnTo>
                    <a:pt x="1" y="1545"/>
                  </a:lnTo>
                  <a:lnTo>
                    <a:pt x="1148" y="2179"/>
                  </a:lnTo>
                  <a:lnTo>
                    <a:pt x="1148" y="604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492300" y="990125"/>
              <a:ext cx="26125" cy="51650"/>
            </a:xfrm>
            <a:custGeom>
              <a:avLst/>
              <a:gdLst/>
              <a:ahLst/>
              <a:cxnLst/>
              <a:rect l="l" t="t" r="r" b="b"/>
              <a:pathLst>
                <a:path w="1045" h="2066" extrusionOk="0">
                  <a:moveTo>
                    <a:pt x="1" y="1"/>
                  </a:moveTo>
                  <a:lnTo>
                    <a:pt x="1" y="1464"/>
                  </a:lnTo>
                  <a:lnTo>
                    <a:pt x="1045" y="2065"/>
                  </a:lnTo>
                  <a:lnTo>
                    <a:pt x="1045" y="6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494425" y="993450"/>
              <a:ext cx="21900" cy="45025"/>
            </a:xfrm>
            <a:custGeom>
              <a:avLst/>
              <a:gdLst/>
              <a:ahLst/>
              <a:cxnLst/>
              <a:rect l="l" t="t" r="r" b="b"/>
              <a:pathLst>
                <a:path w="876" h="1801" extrusionOk="0">
                  <a:moveTo>
                    <a:pt x="0" y="1"/>
                  </a:moveTo>
                  <a:lnTo>
                    <a:pt x="0" y="1296"/>
                  </a:lnTo>
                  <a:lnTo>
                    <a:pt x="876" y="1801"/>
                  </a:lnTo>
                  <a:lnTo>
                    <a:pt x="876" y="50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493650" y="1019025"/>
              <a:ext cx="23450" cy="14675"/>
            </a:xfrm>
            <a:custGeom>
              <a:avLst/>
              <a:gdLst/>
              <a:ahLst/>
              <a:cxnLst/>
              <a:rect l="l" t="t" r="r" b="b"/>
              <a:pathLst>
                <a:path w="938" h="587" extrusionOk="0">
                  <a:moveTo>
                    <a:pt x="1" y="0"/>
                  </a:moveTo>
                  <a:lnTo>
                    <a:pt x="1" y="47"/>
                  </a:lnTo>
                  <a:lnTo>
                    <a:pt x="937" y="586"/>
                  </a:lnTo>
                  <a:lnTo>
                    <a:pt x="937" y="5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486225" y="1026600"/>
              <a:ext cx="33800" cy="24950"/>
            </a:xfrm>
            <a:custGeom>
              <a:avLst/>
              <a:gdLst/>
              <a:ahLst/>
              <a:cxnLst/>
              <a:rect l="l" t="t" r="r" b="b"/>
              <a:pathLst>
                <a:path w="1352" h="998" extrusionOk="0">
                  <a:moveTo>
                    <a:pt x="0" y="0"/>
                  </a:moveTo>
                  <a:lnTo>
                    <a:pt x="0" y="219"/>
                  </a:lnTo>
                  <a:lnTo>
                    <a:pt x="1352" y="998"/>
                  </a:lnTo>
                  <a:lnTo>
                    <a:pt x="1352" y="7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486225" y="1025375"/>
              <a:ext cx="37000" cy="20725"/>
            </a:xfrm>
            <a:custGeom>
              <a:avLst/>
              <a:gdLst/>
              <a:ahLst/>
              <a:cxnLst/>
              <a:rect l="l" t="t" r="r" b="b"/>
              <a:pathLst>
                <a:path w="1480" h="829" extrusionOk="0">
                  <a:moveTo>
                    <a:pt x="154" y="0"/>
                  </a:moveTo>
                  <a:lnTo>
                    <a:pt x="0" y="49"/>
                  </a:lnTo>
                  <a:lnTo>
                    <a:pt x="1352" y="828"/>
                  </a:lnTo>
                  <a:lnTo>
                    <a:pt x="1479" y="771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520000" y="1044650"/>
              <a:ext cx="3225" cy="6900"/>
            </a:xfrm>
            <a:custGeom>
              <a:avLst/>
              <a:gdLst/>
              <a:ahLst/>
              <a:cxnLst/>
              <a:rect l="l" t="t" r="r" b="b"/>
              <a:pathLst>
                <a:path w="129" h="276" extrusionOk="0">
                  <a:moveTo>
                    <a:pt x="128" y="0"/>
                  </a:moveTo>
                  <a:lnTo>
                    <a:pt x="1" y="57"/>
                  </a:lnTo>
                  <a:lnTo>
                    <a:pt x="1" y="276"/>
                  </a:lnTo>
                  <a:lnTo>
                    <a:pt x="128" y="199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571350" y="1033675"/>
              <a:ext cx="28700" cy="54425"/>
            </a:xfrm>
            <a:custGeom>
              <a:avLst/>
              <a:gdLst/>
              <a:ahLst/>
              <a:cxnLst/>
              <a:rect l="l" t="t" r="r" b="b"/>
              <a:pathLst>
                <a:path w="1148" h="2177" extrusionOk="0">
                  <a:moveTo>
                    <a:pt x="0" y="0"/>
                  </a:moveTo>
                  <a:lnTo>
                    <a:pt x="0" y="1544"/>
                  </a:lnTo>
                  <a:lnTo>
                    <a:pt x="1147" y="2177"/>
                  </a:lnTo>
                  <a:lnTo>
                    <a:pt x="1147" y="603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571350" y="1033675"/>
              <a:ext cx="26125" cy="51625"/>
            </a:xfrm>
            <a:custGeom>
              <a:avLst/>
              <a:gdLst/>
              <a:ahLst/>
              <a:cxnLst/>
              <a:rect l="l" t="t" r="r" b="b"/>
              <a:pathLst>
                <a:path w="1045" h="2065" extrusionOk="0">
                  <a:moveTo>
                    <a:pt x="0" y="0"/>
                  </a:moveTo>
                  <a:lnTo>
                    <a:pt x="0" y="1463"/>
                  </a:lnTo>
                  <a:lnTo>
                    <a:pt x="1044" y="2065"/>
                  </a:lnTo>
                  <a:lnTo>
                    <a:pt x="1044" y="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7"/>
            <p:cNvSpPr/>
            <p:nvPr/>
          </p:nvSpPr>
          <p:spPr>
            <a:xfrm>
              <a:off x="573450" y="1037000"/>
              <a:ext cx="21925" cy="45025"/>
            </a:xfrm>
            <a:custGeom>
              <a:avLst/>
              <a:gdLst/>
              <a:ahLst/>
              <a:cxnLst/>
              <a:rect l="l" t="t" r="r" b="b"/>
              <a:pathLst>
                <a:path w="877" h="1801" extrusionOk="0">
                  <a:moveTo>
                    <a:pt x="0" y="1"/>
                  </a:moveTo>
                  <a:lnTo>
                    <a:pt x="0" y="1294"/>
                  </a:lnTo>
                  <a:lnTo>
                    <a:pt x="876" y="1800"/>
                  </a:lnTo>
                  <a:lnTo>
                    <a:pt x="876" y="5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7"/>
            <p:cNvSpPr/>
            <p:nvPr/>
          </p:nvSpPr>
          <p:spPr>
            <a:xfrm>
              <a:off x="572675" y="1062550"/>
              <a:ext cx="23450" cy="14675"/>
            </a:xfrm>
            <a:custGeom>
              <a:avLst/>
              <a:gdLst/>
              <a:ahLst/>
              <a:cxnLst/>
              <a:rect l="l" t="t" r="r" b="b"/>
              <a:pathLst>
                <a:path w="938" h="587" extrusionOk="0">
                  <a:moveTo>
                    <a:pt x="1" y="1"/>
                  </a:moveTo>
                  <a:lnTo>
                    <a:pt x="1" y="47"/>
                  </a:lnTo>
                  <a:lnTo>
                    <a:pt x="937" y="587"/>
                  </a:lnTo>
                  <a:lnTo>
                    <a:pt x="937" y="5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7"/>
            <p:cNvSpPr/>
            <p:nvPr/>
          </p:nvSpPr>
          <p:spPr>
            <a:xfrm>
              <a:off x="565250" y="1070125"/>
              <a:ext cx="33800" cy="24975"/>
            </a:xfrm>
            <a:custGeom>
              <a:avLst/>
              <a:gdLst/>
              <a:ahLst/>
              <a:cxnLst/>
              <a:rect l="l" t="t" r="r" b="b"/>
              <a:pathLst>
                <a:path w="1352" h="999" extrusionOk="0">
                  <a:moveTo>
                    <a:pt x="0" y="1"/>
                  </a:moveTo>
                  <a:lnTo>
                    <a:pt x="0" y="220"/>
                  </a:lnTo>
                  <a:lnTo>
                    <a:pt x="1352" y="999"/>
                  </a:lnTo>
                  <a:lnTo>
                    <a:pt x="1352" y="7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7"/>
            <p:cNvSpPr/>
            <p:nvPr/>
          </p:nvSpPr>
          <p:spPr>
            <a:xfrm>
              <a:off x="565250" y="1068875"/>
              <a:ext cx="37000" cy="20750"/>
            </a:xfrm>
            <a:custGeom>
              <a:avLst/>
              <a:gdLst/>
              <a:ahLst/>
              <a:cxnLst/>
              <a:rect l="l" t="t" r="r" b="b"/>
              <a:pathLst>
                <a:path w="1480" h="830" extrusionOk="0">
                  <a:moveTo>
                    <a:pt x="154" y="0"/>
                  </a:moveTo>
                  <a:lnTo>
                    <a:pt x="0" y="51"/>
                  </a:lnTo>
                  <a:lnTo>
                    <a:pt x="1352" y="830"/>
                  </a:lnTo>
                  <a:lnTo>
                    <a:pt x="1480" y="773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7"/>
            <p:cNvSpPr/>
            <p:nvPr/>
          </p:nvSpPr>
          <p:spPr>
            <a:xfrm>
              <a:off x="599025" y="1088200"/>
              <a:ext cx="3225" cy="6900"/>
            </a:xfrm>
            <a:custGeom>
              <a:avLst/>
              <a:gdLst/>
              <a:ahLst/>
              <a:cxnLst/>
              <a:rect l="l" t="t" r="r" b="b"/>
              <a:pathLst>
                <a:path w="129" h="276" extrusionOk="0">
                  <a:moveTo>
                    <a:pt x="129" y="0"/>
                  </a:moveTo>
                  <a:lnTo>
                    <a:pt x="1" y="57"/>
                  </a:lnTo>
                  <a:lnTo>
                    <a:pt x="1" y="276"/>
                  </a:lnTo>
                  <a:lnTo>
                    <a:pt x="129" y="199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7"/>
            <p:cNvSpPr/>
            <p:nvPr/>
          </p:nvSpPr>
          <p:spPr>
            <a:xfrm>
              <a:off x="475550" y="1133825"/>
              <a:ext cx="139025" cy="89975"/>
            </a:xfrm>
            <a:custGeom>
              <a:avLst/>
              <a:gdLst/>
              <a:ahLst/>
              <a:cxnLst/>
              <a:rect l="l" t="t" r="r" b="b"/>
              <a:pathLst>
                <a:path w="5561" h="3599" extrusionOk="0">
                  <a:moveTo>
                    <a:pt x="1" y="1"/>
                  </a:moveTo>
                  <a:lnTo>
                    <a:pt x="1" y="394"/>
                  </a:lnTo>
                  <a:lnTo>
                    <a:pt x="5561" y="3598"/>
                  </a:lnTo>
                  <a:lnTo>
                    <a:pt x="5561" y="320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7"/>
            <p:cNvSpPr/>
            <p:nvPr/>
          </p:nvSpPr>
          <p:spPr>
            <a:xfrm>
              <a:off x="475550" y="1131500"/>
              <a:ext cx="139025" cy="82475"/>
            </a:xfrm>
            <a:custGeom>
              <a:avLst/>
              <a:gdLst/>
              <a:ahLst/>
              <a:cxnLst/>
              <a:rect l="l" t="t" r="r" b="b"/>
              <a:pathLst>
                <a:path w="5561" h="3299" extrusionOk="0">
                  <a:moveTo>
                    <a:pt x="165" y="1"/>
                  </a:moveTo>
                  <a:lnTo>
                    <a:pt x="1" y="94"/>
                  </a:lnTo>
                  <a:lnTo>
                    <a:pt x="5561" y="3298"/>
                  </a:lnTo>
                  <a:lnTo>
                    <a:pt x="5561" y="3078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7"/>
            <p:cNvSpPr/>
            <p:nvPr/>
          </p:nvSpPr>
          <p:spPr>
            <a:xfrm>
              <a:off x="492300" y="1084450"/>
              <a:ext cx="28700" cy="54450"/>
            </a:xfrm>
            <a:custGeom>
              <a:avLst/>
              <a:gdLst/>
              <a:ahLst/>
              <a:cxnLst/>
              <a:rect l="l" t="t" r="r" b="b"/>
              <a:pathLst>
                <a:path w="1148" h="2178" extrusionOk="0">
                  <a:moveTo>
                    <a:pt x="1" y="1"/>
                  </a:moveTo>
                  <a:lnTo>
                    <a:pt x="1" y="1545"/>
                  </a:lnTo>
                  <a:lnTo>
                    <a:pt x="1148" y="2177"/>
                  </a:lnTo>
                  <a:lnTo>
                    <a:pt x="1148" y="604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7"/>
            <p:cNvSpPr/>
            <p:nvPr/>
          </p:nvSpPr>
          <p:spPr>
            <a:xfrm>
              <a:off x="492300" y="1084450"/>
              <a:ext cx="26125" cy="51650"/>
            </a:xfrm>
            <a:custGeom>
              <a:avLst/>
              <a:gdLst/>
              <a:ahLst/>
              <a:cxnLst/>
              <a:rect l="l" t="t" r="r" b="b"/>
              <a:pathLst>
                <a:path w="1045" h="2066" extrusionOk="0">
                  <a:moveTo>
                    <a:pt x="1" y="1"/>
                  </a:moveTo>
                  <a:lnTo>
                    <a:pt x="1" y="1464"/>
                  </a:lnTo>
                  <a:lnTo>
                    <a:pt x="1045" y="2066"/>
                  </a:lnTo>
                  <a:lnTo>
                    <a:pt x="1045" y="6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7"/>
            <p:cNvSpPr/>
            <p:nvPr/>
          </p:nvSpPr>
          <p:spPr>
            <a:xfrm>
              <a:off x="494425" y="1087800"/>
              <a:ext cx="21900" cy="45000"/>
            </a:xfrm>
            <a:custGeom>
              <a:avLst/>
              <a:gdLst/>
              <a:ahLst/>
              <a:cxnLst/>
              <a:rect l="l" t="t" r="r" b="b"/>
              <a:pathLst>
                <a:path w="876" h="1800" extrusionOk="0">
                  <a:moveTo>
                    <a:pt x="0" y="0"/>
                  </a:moveTo>
                  <a:lnTo>
                    <a:pt x="0" y="1294"/>
                  </a:lnTo>
                  <a:lnTo>
                    <a:pt x="876" y="1800"/>
                  </a:lnTo>
                  <a:lnTo>
                    <a:pt x="876" y="5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7"/>
            <p:cNvSpPr/>
            <p:nvPr/>
          </p:nvSpPr>
          <p:spPr>
            <a:xfrm>
              <a:off x="493650" y="1113350"/>
              <a:ext cx="23450" cy="14675"/>
            </a:xfrm>
            <a:custGeom>
              <a:avLst/>
              <a:gdLst/>
              <a:ahLst/>
              <a:cxnLst/>
              <a:rect l="l" t="t" r="r" b="b"/>
              <a:pathLst>
                <a:path w="938" h="587" extrusionOk="0">
                  <a:moveTo>
                    <a:pt x="1" y="0"/>
                  </a:moveTo>
                  <a:lnTo>
                    <a:pt x="1" y="47"/>
                  </a:lnTo>
                  <a:lnTo>
                    <a:pt x="937" y="586"/>
                  </a:lnTo>
                  <a:lnTo>
                    <a:pt x="937" y="5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7"/>
            <p:cNvSpPr/>
            <p:nvPr/>
          </p:nvSpPr>
          <p:spPr>
            <a:xfrm>
              <a:off x="486225" y="1120925"/>
              <a:ext cx="33800" cy="24975"/>
            </a:xfrm>
            <a:custGeom>
              <a:avLst/>
              <a:gdLst/>
              <a:ahLst/>
              <a:cxnLst/>
              <a:rect l="l" t="t" r="r" b="b"/>
              <a:pathLst>
                <a:path w="1352" h="999" extrusionOk="0">
                  <a:moveTo>
                    <a:pt x="0" y="0"/>
                  </a:moveTo>
                  <a:lnTo>
                    <a:pt x="0" y="219"/>
                  </a:lnTo>
                  <a:lnTo>
                    <a:pt x="1352" y="998"/>
                  </a:lnTo>
                  <a:lnTo>
                    <a:pt x="1352" y="7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7"/>
            <p:cNvSpPr/>
            <p:nvPr/>
          </p:nvSpPr>
          <p:spPr>
            <a:xfrm>
              <a:off x="486225" y="1119650"/>
              <a:ext cx="37000" cy="20775"/>
            </a:xfrm>
            <a:custGeom>
              <a:avLst/>
              <a:gdLst/>
              <a:ahLst/>
              <a:cxnLst/>
              <a:rect l="l" t="t" r="r" b="b"/>
              <a:pathLst>
                <a:path w="1480" h="831" extrusionOk="0">
                  <a:moveTo>
                    <a:pt x="154" y="1"/>
                  </a:moveTo>
                  <a:lnTo>
                    <a:pt x="0" y="51"/>
                  </a:lnTo>
                  <a:lnTo>
                    <a:pt x="1352" y="830"/>
                  </a:lnTo>
                  <a:lnTo>
                    <a:pt x="1479" y="774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7"/>
            <p:cNvSpPr/>
            <p:nvPr/>
          </p:nvSpPr>
          <p:spPr>
            <a:xfrm>
              <a:off x="520000" y="1138975"/>
              <a:ext cx="3225" cy="6925"/>
            </a:xfrm>
            <a:custGeom>
              <a:avLst/>
              <a:gdLst/>
              <a:ahLst/>
              <a:cxnLst/>
              <a:rect l="l" t="t" r="r" b="b"/>
              <a:pathLst>
                <a:path w="129" h="277" extrusionOk="0">
                  <a:moveTo>
                    <a:pt x="128" y="1"/>
                  </a:moveTo>
                  <a:lnTo>
                    <a:pt x="1" y="57"/>
                  </a:lnTo>
                  <a:lnTo>
                    <a:pt x="1" y="276"/>
                  </a:lnTo>
                  <a:lnTo>
                    <a:pt x="128" y="199"/>
                  </a:lnTo>
                  <a:lnTo>
                    <a:pt x="128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7"/>
            <p:cNvSpPr/>
            <p:nvPr/>
          </p:nvSpPr>
          <p:spPr>
            <a:xfrm>
              <a:off x="571350" y="1128000"/>
              <a:ext cx="28700" cy="54425"/>
            </a:xfrm>
            <a:custGeom>
              <a:avLst/>
              <a:gdLst/>
              <a:ahLst/>
              <a:cxnLst/>
              <a:rect l="l" t="t" r="r" b="b"/>
              <a:pathLst>
                <a:path w="1148" h="2177" extrusionOk="0">
                  <a:moveTo>
                    <a:pt x="0" y="0"/>
                  </a:moveTo>
                  <a:lnTo>
                    <a:pt x="0" y="1544"/>
                  </a:lnTo>
                  <a:lnTo>
                    <a:pt x="1147" y="2177"/>
                  </a:lnTo>
                  <a:lnTo>
                    <a:pt x="1147" y="602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7"/>
            <p:cNvSpPr/>
            <p:nvPr/>
          </p:nvSpPr>
          <p:spPr>
            <a:xfrm>
              <a:off x="571350" y="1128000"/>
              <a:ext cx="26125" cy="51650"/>
            </a:xfrm>
            <a:custGeom>
              <a:avLst/>
              <a:gdLst/>
              <a:ahLst/>
              <a:cxnLst/>
              <a:rect l="l" t="t" r="r" b="b"/>
              <a:pathLst>
                <a:path w="1045" h="2066" extrusionOk="0">
                  <a:moveTo>
                    <a:pt x="0" y="0"/>
                  </a:moveTo>
                  <a:lnTo>
                    <a:pt x="0" y="1463"/>
                  </a:lnTo>
                  <a:lnTo>
                    <a:pt x="1044" y="2065"/>
                  </a:lnTo>
                  <a:lnTo>
                    <a:pt x="1044" y="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7"/>
            <p:cNvSpPr/>
            <p:nvPr/>
          </p:nvSpPr>
          <p:spPr>
            <a:xfrm>
              <a:off x="573450" y="1131325"/>
              <a:ext cx="21925" cy="45025"/>
            </a:xfrm>
            <a:custGeom>
              <a:avLst/>
              <a:gdLst/>
              <a:ahLst/>
              <a:cxnLst/>
              <a:rect l="l" t="t" r="r" b="b"/>
              <a:pathLst>
                <a:path w="877" h="1801" extrusionOk="0">
                  <a:moveTo>
                    <a:pt x="0" y="1"/>
                  </a:moveTo>
                  <a:lnTo>
                    <a:pt x="0" y="1294"/>
                  </a:lnTo>
                  <a:lnTo>
                    <a:pt x="876" y="1800"/>
                  </a:lnTo>
                  <a:lnTo>
                    <a:pt x="876" y="5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7"/>
            <p:cNvSpPr/>
            <p:nvPr/>
          </p:nvSpPr>
          <p:spPr>
            <a:xfrm>
              <a:off x="572675" y="1156875"/>
              <a:ext cx="23450" cy="14675"/>
            </a:xfrm>
            <a:custGeom>
              <a:avLst/>
              <a:gdLst/>
              <a:ahLst/>
              <a:cxnLst/>
              <a:rect l="l" t="t" r="r" b="b"/>
              <a:pathLst>
                <a:path w="938" h="587" extrusionOk="0">
                  <a:moveTo>
                    <a:pt x="1" y="1"/>
                  </a:moveTo>
                  <a:lnTo>
                    <a:pt x="1" y="47"/>
                  </a:lnTo>
                  <a:lnTo>
                    <a:pt x="937" y="587"/>
                  </a:lnTo>
                  <a:lnTo>
                    <a:pt x="937" y="5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7"/>
            <p:cNvSpPr/>
            <p:nvPr/>
          </p:nvSpPr>
          <p:spPr>
            <a:xfrm>
              <a:off x="565250" y="1164450"/>
              <a:ext cx="33800" cy="24975"/>
            </a:xfrm>
            <a:custGeom>
              <a:avLst/>
              <a:gdLst/>
              <a:ahLst/>
              <a:cxnLst/>
              <a:rect l="l" t="t" r="r" b="b"/>
              <a:pathLst>
                <a:path w="1352" h="999" extrusionOk="0">
                  <a:moveTo>
                    <a:pt x="0" y="1"/>
                  </a:moveTo>
                  <a:lnTo>
                    <a:pt x="0" y="220"/>
                  </a:lnTo>
                  <a:lnTo>
                    <a:pt x="1352" y="999"/>
                  </a:lnTo>
                  <a:lnTo>
                    <a:pt x="1352" y="7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7"/>
            <p:cNvSpPr/>
            <p:nvPr/>
          </p:nvSpPr>
          <p:spPr>
            <a:xfrm>
              <a:off x="565250" y="1163200"/>
              <a:ext cx="37000" cy="20750"/>
            </a:xfrm>
            <a:custGeom>
              <a:avLst/>
              <a:gdLst/>
              <a:ahLst/>
              <a:cxnLst/>
              <a:rect l="l" t="t" r="r" b="b"/>
              <a:pathLst>
                <a:path w="1480" h="830" extrusionOk="0">
                  <a:moveTo>
                    <a:pt x="154" y="0"/>
                  </a:moveTo>
                  <a:lnTo>
                    <a:pt x="0" y="51"/>
                  </a:lnTo>
                  <a:lnTo>
                    <a:pt x="1352" y="830"/>
                  </a:lnTo>
                  <a:lnTo>
                    <a:pt x="1480" y="773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7"/>
            <p:cNvSpPr/>
            <p:nvPr/>
          </p:nvSpPr>
          <p:spPr>
            <a:xfrm>
              <a:off x="599025" y="1182525"/>
              <a:ext cx="3225" cy="6900"/>
            </a:xfrm>
            <a:custGeom>
              <a:avLst/>
              <a:gdLst/>
              <a:ahLst/>
              <a:cxnLst/>
              <a:rect l="l" t="t" r="r" b="b"/>
              <a:pathLst>
                <a:path w="129" h="276" extrusionOk="0">
                  <a:moveTo>
                    <a:pt x="129" y="0"/>
                  </a:moveTo>
                  <a:lnTo>
                    <a:pt x="1" y="57"/>
                  </a:lnTo>
                  <a:lnTo>
                    <a:pt x="1" y="276"/>
                  </a:lnTo>
                  <a:lnTo>
                    <a:pt x="129" y="199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7"/>
            <p:cNvSpPr/>
            <p:nvPr/>
          </p:nvSpPr>
          <p:spPr>
            <a:xfrm>
              <a:off x="614800" y="945175"/>
              <a:ext cx="128325" cy="89975"/>
            </a:xfrm>
            <a:custGeom>
              <a:avLst/>
              <a:gdLst/>
              <a:ahLst/>
              <a:cxnLst/>
              <a:rect l="l" t="t" r="r" b="b"/>
              <a:pathLst>
                <a:path w="5133" h="3599" extrusionOk="0">
                  <a:moveTo>
                    <a:pt x="5133" y="0"/>
                  </a:moveTo>
                  <a:lnTo>
                    <a:pt x="1" y="3205"/>
                  </a:lnTo>
                  <a:lnTo>
                    <a:pt x="1" y="3598"/>
                  </a:lnTo>
                  <a:lnTo>
                    <a:pt x="5133" y="393"/>
                  </a:lnTo>
                  <a:lnTo>
                    <a:pt x="5133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7"/>
            <p:cNvSpPr/>
            <p:nvPr/>
          </p:nvSpPr>
          <p:spPr>
            <a:xfrm>
              <a:off x="614800" y="942850"/>
              <a:ext cx="128325" cy="82475"/>
            </a:xfrm>
            <a:custGeom>
              <a:avLst/>
              <a:gdLst/>
              <a:ahLst/>
              <a:cxnLst/>
              <a:rect l="l" t="t" r="r" b="b"/>
              <a:pathLst>
                <a:path w="5133" h="3299" extrusionOk="0">
                  <a:moveTo>
                    <a:pt x="4982" y="1"/>
                  </a:moveTo>
                  <a:lnTo>
                    <a:pt x="1" y="3079"/>
                  </a:lnTo>
                  <a:lnTo>
                    <a:pt x="1" y="3298"/>
                  </a:lnTo>
                  <a:lnTo>
                    <a:pt x="5133" y="93"/>
                  </a:lnTo>
                  <a:lnTo>
                    <a:pt x="4982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7"/>
            <p:cNvSpPr/>
            <p:nvPr/>
          </p:nvSpPr>
          <p:spPr>
            <a:xfrm>
              <a:off x="701200" y="895825"/>
              <a:ext cx="26475" cy="54450"/>
            </a:xfrm>
            <a:custGeom>
              <a:avLst/>
              <a:gdLst/>
              <a:ahLst/>
              <a:cxnLst/>
              <a:rect l="l" t="t" r="r" b="b"/>
              <a:pathLst>
                <a:path w="1059" h="2178" extrusionOk="0">
                  <a:moveTo>
                    <a:pt x="963" y="1"/>
                  </a:moveTo>
                  <a:lnTo>
                    <a:pt x="0" y="603"/>
                  </a:lnTo>
                  <a:lnTo>
                    <a:pt x="0" y="2177"/>
                  </a:lnTo>
                  <a:lnTo>
                    <a:pt x="1059" y="1544"/>
                  </a:lnTo>
                  <a:lnTo>
                    <a:pt x="1059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7"/>
            <p:cNvSpPr/>
            <p:nvPr/>
          </p:nvSpPr>
          <p:spPr>
            <a:xfrm>
              <a:off x="703550" y="895825"/>
              <a:ext cx="24125" cy="51625"/>
            </a:xfrm>
            <a:custGeom>
              <a:avLst/>
              <a:gdLst/>
              <a:ahLst/>
              <a:cxnLst/>
              <a:rect l="l" t="t" r="r" b="b"/>
              <a:pathLst>
                <a:path w="965" h="2065" extrusionOk="0">
                  <a:moveTo>
                    <a:pt x="965" y="1"/>
                  </a:moveTo>
                  <a:lnTo>
                    <a:pt x="0" y="603"/>
                  </a:lnTo>
                  <a:lnTo>
                    <a:pt x="0" y="2064"/>
                  </a:lnTo>
                  <a:lnTo>
                    <a:pt x="965" y="1463"/>
                  </a:lnTo>
                  <a:lnTo>
                    <a:pt x="965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7"/>
            <p:cNvSpPr/>
            <p:nvPr/>
          </p:nvSpPr>
          <p:spPr>
            <a:xfrm>
              <a:off x="705475" y="899125"/>
              <a:ext cx="20250" cy="45025"/>
            </a:xfrm>
            <a:custGeom>
              <a:avLst/>
              <a:gdLst/>
              <a:ahLst/>
              <a:cxnLst/>
              <a:rect l="l" t="t" r="r" b="b"/>
              <a:pathLst>
                <a:path w="810" h="1801" extrusionOk="0">
                  <a:moveTo>
                    <a:pt x="809" y="1"/>
                  </a:moveTo>
                  <a:lnTo>
                    <a:pt x="0" y="506"/>
                  </a:lnTo>
                  <a:lnTo>
                    <a:pt x="0" y="1800"/>
                  </a:lnTo>
                  <a:lnTo>
                    <a:pt x="809" y="1296"/>
                  </a:lnTo>
                  <a:lnTo>
                    <a:pt x="809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7"/>
            <p:cNvSpPr/>
            <p:nvPr/>
          </p:nvSpPr>
          <p:spPr>
            <a:xfrm>
              <a:off x="704775" y="924700"/>
              <a:ext cx="21675" cy="14700"/>
            </a:xfrm>
            <a:custGeom>
              <a:avLst/>
              <a:gdLst/>
              <a:ahLst/>
              <a:cxnLst/>
              <a:rect l="l" t="t" r="r" b="b"/>
              <a:pathLst>
                <a:path w="867" h="588" extrusionOk="0">
                  <a:moveTo>
                    <a:pt x="866" y="0"/>
                  </a:moveTo>
                  <a:lnTo>
                    <a:pt x="1" y="540"/>
                  </a:lnTo>
                  <a:lnTo>
                    <a:pt x="1" y="587"/>
                  </a:lnTo>
                  <a:lnTo>
                    <a:pt x="866" y="47"/>
                  </a:lnTo>
                  <a:lnTo>
                    <a:pt x="866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7"/>
            <p:cNvSpPr/>
            <p:nvPr/>
          </p:nvSpPr>
          <p:spPr>
            <a:xfrm>
              <a:off x="702075" y="932275"/>
              <a:ext cx="31200" cy="24950"/>
            </a:xfrm>
            <a:custGeom>
              <a:avLst/>
              <a:gdLst/>
              <a:ahLst/>
              <a:cxnLst/>
              <a:rect l="l" t="t" r="r" b="b"/>
              <a:pathLst>
                <a:path w="1248" h="998" extrusionOk="0">
                  <a:moveTo>
                    <a:pt x="1247" y="0"/>
                  </a:moveTo>
                  <a:lnTo>
                    <a:pt x="0" y="779"/>
                  </a:lnTo>
                  <a:lnTo>
                    <a:pt x="0" y="998"/>
                  </a:lnTo>
                  <a:lnTo>
                    <a:pt x="1247" y="219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7"/>
            <p:cNvSpPr/>
            <p:nvPr/>
          </p:nvSpPr>
          <p:spPr>
            <a:xfrm>
              <a:off x="699125" y="931025"/>
              <a:ext cx="34150" cy="20725"/>
            </a:xfrm>
            <a:custGeom>
              <a:avLst/>
              <a:gdLst/>
              <a:ahLst/>
              <a:cxnLst/>
              <a:rect l="l" t="t" r="r" b="b"/>
              <a:pathLst>
                <a:path w="1366" h="829" extrusionOk="0">
                  <a:moveTo>
                    <a:pt x="1224" y="1"/>
                  </a:moveTo>
                  <a:lnTo>
                    <a:pt x="1" y="772"/>
                  </a:lnTo>
                  <a:lnTo>
                    <a:pt x="118" y="829"/>
                  </a:lnTo>
                  <a:lnTo>
                    <a:pt x="1365" y="50"/>
                  </a:lnTo>
                  <a:lnTo>
                    <a:pt x="1224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7"/>
            <p:cNvSpPr/>
            <p:nvPr/>
          </p:nvSpPr>
          <p:spPr>
            <a:xfrm>
              <a:off x="699125" y="950325"/>
              <a:ext cx="2975" cy="6900"/>
            </a:xfrm>
            <a:custGeom>
              <a:avLst/>
              <a:gdLst/>
              <a:ahLst/>
              <a:cxnLst/>
              <a:rect l="l" t="t" r="r" b="b"/>
              <a:pathLst>
                <a:path w="119" h="276" extrusionOk="0">
                  <a:moveTo>
                    <a:pt x="1" y="0"/>
                  </a:moveTo>
                  <a:lnTo>
                    <a:pt x="1" y="201"/>
                  </a:lnTo>
                  <a:lnTo>
                    <a:pt x="118" y="276"/>
                  </a:lnTo>
                  <a:lnTo>
                    <a:pt x="118" y="5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7"/>
            <p:cNvSpPr/>
            <p:nvPr/>
          </p:nvSpPr>
          <p:spPr>
            <a:xfrm>
              <a:off x="628225" y="939375"/>
              <a:ext cx="26475" cy="54450"/>
            </a:xfrm>
            <a:custGeom>
              <a:avLst/>
              <a:gdLst/>
              <a:ahLst/>
              <a:cxnLst/>
              <a:rect l="l" t="t" r="r" b="b"/>
              <a:pathLst>
                <a:path w="1059" h="2178" extrusionOk="0">
                  <a:moveTo>
                    <a:pt x="965" y="0"/>
                  </a:moveTo>
                  <a:lnTo>
                    <a:pt x="0" y="602"/>
                  </a:lnTo>
                  <a:lnTo>
                    <a:pt x="0" y="2177"/>
                  </a:lnTo>
                  <a:lnTo>
                    <a:pt x="1059" y="1543"/>
                  </a:lnTo>
                  <a:lnTo>
                    <a:pt x="105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7"/>
            <p:cNvSpPr/>
            <p:nvPr/>
          </p:nvSpPr>
          <p:spPr>
            <a:xfrm>
              <a:off x="630575" y="939375"/>
              <a:ext cx="24125" cy="51600"/>
            </a:xfrm>
            <a:custGeom>
              <a:avLst/>
              <a:gdLst/>
              <a:ahLst/>
              <a:cxnLst/>
              <a:rect l="l" t="t" r="r" b="b"/>
              <a:pathLst>
                <a:path w="965" h="2064" extrusionOk="0">
                  <a:moveTo>
                    <a:pt x="965" y="0"/>
                  </a:moveTo>
                  <a:lnTo>
                    <a:pt x="0" y="602"/>
                  </a:lnTo>
                  <a:lnTo>
                    <a:pt x="0" y="2064"/>
                  </a:lnTo>
                  <a:lnTo>
                    <a:pt x="965" y="1462"/>
                  </a:lnTo>
                  <a:lnTo>
                    <a:pt x="965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7"/>
            <p:cNvSpPr/>
            <p:nvPr/>
          </p:nvSpPr>
          <p:spPr>
            <a:xfrm>
              <a:off x="632525" y="942675"/>
              <a:ext cx="20250" cy="45000"/>
            </a:xfrm>
            <a:custGeom>
              <a:avLst/>
              <a:gdLst/>
              <a:ahLst/>
              <a:cxnLst/>
              <a:rect l="l" t="t" r="r" b="b"/>
              <a:pathLst>
                <a:path w="810" h="1800" extrusionOk="0">
                  <a:moveTo>
                    <a:pt x="810" y="0"/>
                  </a:moveTo>
                  <a:lnTo>
                    <a:pt x="1" y="505"/>
                  </a:lnTo>
                  <a:lnTo>
                    <a:pt x="1" y="1800"/>
                  </a:lnTo>
                  <a:lnTo>
                    <a:pt x="810" y="1295"/>
                  </a:lnTo>
                  <a:lnTo>
                    <a:pt x="81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7"/>
            <p:cNvSpPr/>
            <p:nvPr/>
          </p:nvSpPr>
          <p:spPr>
            <a:xfrm>
              <a:off x="631850" y="968225"/>
              <a:ext cx="21625" cy="14675"/>
            </a:xfrm>
            <a:custGeom>
              <a:avLst/>
              <a:gdLst/>
              <a:ahLst/>
              <a:cxnLst/>
              <a:rect l="l" t="t" r="r" b="b"/>
              <a:pathLst>
                <a:path w="865" h="587" extrusionOk="0">
                  <a:moveTo>
                    <a:pt x="864" y="1"/>
                  </a:moveTo>
                  <a:lnTo>
                    <a:pt x="0" y="540"/>
                  </a:lnTo>
                  <a:lnTo>
                    <a:pt x="0" y="587"/>
                  </a:lnTo>
                  <a:lnTo>
                    <a:pt x="864" y="47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629125" y="975800"/>
              <a:ext cx="31200" cy="24975"/>
            </a:xfrm>
            <a:custGeom>
              <a:avLst/>
              <a:gdLst/>
              <a:ahLst/>
              <a:cxnLst/>
              <a:rect l="l" t="t" r="r" b="b"/>
              <a:pathLst>
                <a:path w="1248" h="999" extrusionOk="0">
                  <a:moveTo>
                    <a:pt x="1248" y="1"/>
                  </a:moveTo>
                  <a:lnTo>
                    <a:pt x="0" y="779"/>
                  </a:lnTo>
                  <a:lnTo>
                    <a:pt x="0" y="998"/>
                  </a:lnTo>
                  <a:lnTo>
                    <a:pt x="1248" y="220"/>
                  </a:lnTo>
                  <a:lnTo>
                    <a:pt x="1248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7"/>
            <p:cNvSpPr/>
            <p:nvPr/>
          </p:nvSpPr>
          <p:spPr>
            <a:xfrm>
              <a:off x="626200" y="974575"/>
              <a:ext cx="34125" cy="20725"/>
            </a:xfrm>
            <a:custGeom>
              <a:avLst/>
              <a:gdLst/>
              <a:ahLst/>
              <a:cxnLst/>
              <a:rect l="l" t="t" r="r" b="b"/>
              <a:pathLst>
                <a:path w="1365" h="829" extrusionOk="0">
                  <a:moveTo>
                    <a:pt x="1222" y="0"/>
                  </a:moveTo>
                  <a:lnTo>
                    <a:pt x="0" y="772"/>
                  </a:lnTo>
                  <a:lnTo>
                    <a:pt x="117" y="828"/>
                  </a:lnTo>
                  <a:lnTo>
                    <a:pt x="1365" y="50"/>
                  </a:lnTo>
                  <a:lnTo>
                    <a:pt x="1222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7"/>
            <p:cNvSpPr/>
            <p:nvPr/>
          </p:nvSpPr>
          <p:spPr>
            <a:xfrm>
              <a:off x="626200" y="993850"/>
              <a:ext cx="2950" cy="6925"/>
            </a:xfrm>
            <a:custGeom>
              <a:avLst/>
              <a:gdLst/>
              <a:ahLst/>
              <a:cxnLst/>
              <a:rect l="l" t="t" r="r" b="b"/>
              <a:pathLst>
                <a:path w="118" h="277" extrusionOk="0">
                  <a:moveTo>
                    <a:pt x="0" y="1"/>
                  </a:moveTo>
                  <a:lnTo>
                    <a:pt x="0" y="200"/>
                  </a:lnTo>
                  <a:lnTo>
                    <a:pt x="117" y="276"/>
                  </a:lnTo>
                  <a:lnTo>
                    <a:pt x="117" y="5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614800" y="1039500"/>
              <a:ext cx="128325" cy="89975"/>
            </a:xfrm>
            <a:custGeom>
              <a:avLst/>
              <a:gdLst/>
              <a:ahLst/>
              <a:cxnLst/>
              <a:rect l="l" t="t" r="r" b="b"/>
              <a:pathLst>
                <a:path w="5133" h="3599" extrusionOk="0">
                  <a:moveTo>
                    <a:pt x="5133" y="1"/>
                  </a:moveTo>
                  <a:lnTo>
                    <a:pt x="1" y="3205"/>
                  </a:lnTo>
                  <a:lnTo>
                    <a:pt x="1" y="3598"/>
                  </a:lnTo>
                  <a:lnTo>
                    <a:pt x="5133" y="394"/>
                  </a:lnTo>
                  <a:lnTo>
                    <a:pt x="5133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7"/>
            <p:cNvSpPr/>
            <p:nvPr/>
          </p:nvSpPr>
          <p:spPr>
            <a:xfrm>
              <a:off x="614800" y="1037175"/>
              <a:ext cx="128325" cy="82475"/>
            </a:xfrm>
            <a:custGeom>
              <a:avLst/>
              <a:gdLst/>
              <a:ahLst/>
              <a:cxnLst/>
              <a:rect l="l" t="t" r="r" b="b"/>
              <a:pathLst>
                <a:path w="5133" h="3299" extrusionOk="0">
                  <a:moveTo>
                    <a:pt x="4982" y="1"/>
                  </a:moveTo>
                  <a:lnTo>
                    <a:pt x="1" y="3078"/>
                  </a:lnTo>
                  <a:lnTo>
                    <a:pt x="1" y="3298"/>
                  </a:lnTo>
                  <a:lnTo>
                    <a:pt x="5133" y="94"/>
                  </a:lnTo>
                  <a:lnTo>
                    <a:pt x="4982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7"/>
            <p:cNvSpPr/>
            <p:nvPr/>
          </p:nvSpPr>
          <p:spPr>
            <a:xfrm>
              <a:off x="701200" y="990125"/>
              <a:ext cx="26475" cy="54475"/>
            </a:xfrm>
            <a:custGeom>
              <a:avLst/>
              <a:gdLst/>
              <a:ahLst/>
              <a:cxnLst/>
              <a:rect l="l" t="t" r="r" b="b"/>
              <a:pathLst>
                <a:path w="1059" h="2179" extrusionOk="0">
                  <a:moveTo>
                    <a:pt x="963" y="1"/>
                  </a:moveTo>
                  <a:lnTo>
                    <a:pt x="0" y="604"/>
                  </a:lnTo>
                  <a:lnTo>
                    <a:pt x="0" y="2179"/>
                  </a:lnTo>
                  <a:lnTo>
                    <a:pt x="1059" y="1545"/>
                  </a:lnTo>
                  <a:lnTo>
                    <a:pt x="1059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7"/>
            <p:cNvSpPr/>
            <p:nvPr/>
          </p:nvSpPr>
          <p:spPr>
            <a:xfrm>
              <a:off x="703550" y="990125"/>
              <a:ext cx="24125" cy="51650"/>
            </a:xfrm>
            <a:custGeom>
              <a:avLst/>
              <a:gdLst/>
              <a:ahLst/>
              <a:cxnLst/>
              <a:rect l="l" t="t" r="r" b="b"/>
              <a:pathLst>
                <a:path w="965" h="2066" extrusionOk="0">
                  <a:moveTo>
                    <a:pt x="965" y="1"/>
                  </a:moveTo>
                  <a:lnTo>
                    <a:pt x="0" y="604"/>
                  </a:lnTo>
                  <a:lnTo>
                    <a:pt x="0" y="2065"/>
                  </a:lnTo>
                  <a:lnTo>
                    <a:pt x="965" y="1464"/>
                  </a:lnTo>
                  <a:lnTo>
                    <a:pt x="965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7"/>
            <p:cNvSpPr/>
            <p:nvPr/>
          </p:nvSpPr>
          <p:spPr>
            <a:xfrm>
              <a:off x="705475" y="993450"/>
              <a:ext cx="20250" cy="45025"/>
            </a:xfrm>
            <a:custGeom>
              <a:avLst/>
              <a:gdLst/>
              <a:ahLst/>
              <a:cxnLst/>
              <a:rect l="l" t="t" r="r" b="b"/>
              <a:pathLst>
                <a:path w="810" h="1801" extrusionOk="0">
                  <a:moveTo>
                    <a:pt x="809" y="1"/>
                  </a:moveTo>
                  <a:lnTo>
                    <a:pt x="0" y="506"/>
                  </a:lnTo>
                  <a:lnTo>
                    <a:pt x="0" y="1801"/>
                  </a:lnTo>
                  <a:lnTo>
                    <a:pt x="809" y="1296"/>
                  </a:lnTo>
                  <a:lnTo>
                    <a:pt x="809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7"/>
            <p:cNvSpPr/>
            <p:nvPr/>
          </p:nvSpPr>
          <p:spPr>
            <a:xfrm>
              <a:off x="704775" y="1019025"/>
              <a:ext cx="21675" cy="14675"/>
            </a:xfrm>
            <a:custGeom>
              <a:avLst/>
              <a:gdLst/>
              <a:ahLst/>
              <a:cxnLst/>
              <a:rect l="l" t="t" r="r" b="b"/>
              <a:pathLst>
                <a:path w="867" h="587" extrusionOk="0">
                  <a:moveTo>
                    <a:pt x="866" y="0"/>
                  </a:moveTo>
                  <a:lnTo>
                    <a:pt x="1" y="540"/>
                  </a:lnTo>
                  <a:lnTo>
                    <a:pt x="1" y="586"/>
                  </a:lnTo>
                  <a:lnTo>
                    <a:pt x="866" y="47"/>
                  </a:lnTo>
                  <a:lnTo>
                    <a:pt x="866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>
              <a:off x="702075" y="1026600"/>
              <a:ext cx="31200" cy="24950"/>
            </a:xfrm>
            <a:custGeom>
              <a:avLst/>
              <a:gdLst/>
              <a:ahLst/>
              <a:cxnLst/>
              <a:rect l="l" t="t" r="r" b="b"/>
              <a:pathLst>
                <a:path w="1248" h="998" extrusionOk="0">
                  <a:moveTo>
                    <a:pt x="1247" y="0"/>
                  </a:moveTo>
                  <a:lnTo>
                    <a:pt x="0" y="779"/>
                  </a:lnTo>
                  <a:lnTo>
                    <a:pt x="0" y="998"/>
                  </a:lnTo>
                  <a:lnTo>
                    <a:pt x="1247" y="219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699125" y="1025375"/>
              <a:ext cx="34150" cy="20725"/>
            </a:xfrm>
            <a:custGeom>
              <a:avLst/>
              <a:gdLst/>
              <a:ahLst/>
              <a:cxnLst/>
              <a:rect l="l" t="t" r="r" b="b"/>
              <a:pathLst>
                <a:path w="1366" h="829" extrusionOk="0">
                  <a:moveTo>
                    <a:pt x="1224" y="0"/>
                  </a:moveTo>
                  <a:lnTo>
                    <a:pt x="1" y="771"/>
                  </a:lnTo>
                  <a:lnTo>
                    <a:pt x="118" y="828"/>
                  </a:lnTo>
                  <a:lnTo>
                    <a:pt x="1365" y="49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699125" y="1044650"/>
              <a:ext cx="2975" cy="6900"/>
            </a:xfrm>
            <a:custGeom>
              <a:avLst/>
              <a:gdLst/>
              <a:ahLst/>
              <a:cxnLst/>
              <a:rect l="l" t="t" r="r" b="b"/>
              <a:pathLst>
                <a:path w="119" h="276" extrusionOk="0">
                  <a:moveTo>
                    <a:pt x="1" y="0"/>
                  </a:moveTo>
                  <a:lnTo>
                    <a:pt x="1" y="199"/>
                  </a:lnTo>
                  <a:lnTo>
                    <a:pt x="118" y="276"/>
                  </a:lnTo>
                  <a:lnTo>
                    <a:pt x="118" y="5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7"/>
            <p:cNvSpPr/>
            <p:nvPr/>
          </p:nvSpPr>
          <p:spPr>
            <a:xfrm>
              <a:off x="628225" y="1033675"/>
              <a:ext cx="26475" cy="54425"/>
            </a:xfrm>
            <a:custGeom>
              <a:avLst/>
              <a:gdLst/>
              <a:ahLst/>
              <a:cxnLst/>
              <a:rect l="l" t="t" r="r" b="b"/>
              <a:pathLst>
                <a:path w="1059" h="2177" extrusionOk="0">
                  <a:moveTo>
                    <a:pt x="965" y="0"/>
                  </a:moveTo>
                  <a:lnTo>
                    <a:pt x="0" y="603"/>
                  </a:lnTo>
                  <a:lnTo>
                    <a:pt x="0" y="2177"/>
                  </a:lnTo>
                  <a:lnTo>
                    <a:pt x="1059" y="1544"/>
                  </a:lnTo>
                  <a:lnTo>
                    <a:pt x="105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7"/>
            <p:cNvSpPr/>
            <p:nvPr/>
          </p:nvSpPr>
          <p:spPr>
            <a:xfrm>
              <a:off x="630575" y="1033675"/>
              <a:ext cx="24125" cy="51625"/>
            </a:xfrm>
            <a:custGeom>
              <a:avLst/>
              <a:gdLst/>
              <a:ahLst/>
              <a:cxnLst/>
              <a:rect l="l" t="t" r="r" b="b"/>
              <a:pathLst>
                <a:path w="965" h="2065" extrusionOk="0">
                  <a:moveTo>
                    <a:pt x="965" y="0"/>
                  </a:moveTo>
                  <a:lnTo>
                    <a:pt x="0" y="603"/>
                  </a:lnTo>
                  <a:lnTo>
                    <a:pt x="0" y="2065"/>
                  </a:lnTo>
                  <a:lnTo>
                    <a:pt x="965" y="1463"/>
                  </a:lnTo>
                  <a:lnTo>
                    <a:pt x="965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7"/>
            <p:cNvSpPr/>
            <p:nvPr/>
          </p:nvSpPr>
          <p:spPr>
            <a:xfrm>
              <a:off x="632525" y="1037000"/>
              <a:ext cx="20250" cy="45025"/>
            </a:xfrm>
            <a:custGeom>
              <a:avLst/>
              <a:gdLst/>
              <a:ahLst/>
              <a:cxnLst/>
              <a:rect l="l" t="t" r="r" b="b"/>
              <a:pathLst>
                <a:path w="810" h="1801" extrusionOk="0">
                  <a:moveTo>
                    <a:pt x="810" y="1"/>
                  </a:moveTo>
                  <a:lnTo>
                    <a:pt x="1" y="505"/>
                  </a:lnTo>
                  <a:lnTo>
                    <a:pt x="1" y="1800"/>
                  </a:lnTo>
                  <a:lnTo>
                    <a:pt x="810" y="1294"/>
                  </a:lnTo>
                  <a:lnTo>
                    <a:pt x="810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7"/>
            <p:cNvSpPr/>
            <p:nvPr/>
          </p:nvSpPr>
          <p:spPr>
            <a:xfrm>
              <a:off x="631850" y="1062550"/>
              <a:ext cx="21625" cy="14675"/>
            </a:xfrm>
            <a:custGeom>
              <a:avLst/>
              <a:gdLst/>
              <a:ahLst/>
              <a:cxnLst/>
              <a:rect l="l" t="t" r="r" b="b"/>
              <a:pathLst>
                <a:path w="865" h="587" extrusionOk="0">
                  <a:moveTo>
                    <a:pt x="864" y="1"/>
                  </a:moveTo>
                  <a:lnTo>
                    <a:pt x="0" y="540"/>
                  </a:lnTo>
                  <a:lnTo>
                    <a:pt x="0" y="587"/>
                  </a:lnTo>
                  <a:lnTo>
                    <a:pt x="864" y="47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7"/>
            <p:cNvSpPr/>
            <p:nvPr/>
          </p:nvSpPr>
          <p:spPr>
            <a:xfrm>
              <a:off x="629125" y="1070125"/>
              <a:ext cx="31200" cy="24975"/>
            </a:xfrm>
            <a:custGeom>
              <a:avLst/>
              <a:gdLst/>
              <a:ahLst/>
              <a:cxnLst/>
              <a:rect l="l" t="t" r="r" b="b"/>
              <a:pathLst>
                <a:path w="1248" h="999" extrusionOk="0">
                  <a:moveTo>
                    <a:pt x="1248" y="1"/>
                  </a:moveTo>
                  <a:lnTo>
                    <a:pt x="0" y="780"/>
                  </a:lnTo>
                  <a:lnTo>
                    <a:pt x="0" y="999"/>
                  </a:lnTo>
                  <a:lnTo>
                    <a:pt x="1248" y="220"/>
                  </a:lnTo>
                  <a:lnTo>
                    <a:pt x="1248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7"/>
            <p:cNvSpPr/>
            <p:nvPr/>
          </p:nvSpPr>
          <p:spPr>
            <a:xfrm>
              <a:off x="626200" y="1068875"/>
              <a:ext cx="34125" cy="20750"/>
            </a:xfrm>
            <a:custGeom>
              <a:avLst/>
              <a:gdLst/>
              <a:ahLst/>
              <a:cxnLst/>
              <a:rect l="l" t="t" r="r" b="b"/>
              <a:pathLst>
                <a:path w="1365" h="830" extrusionOk="0">
                  <a:moveTo>
                    <a:pt x="1222" y="0"/>
                  </a:moveTo>
                  <a:lnTo>
                    <a:pt x="0" y="773"/>
                  </a:lnTo>
                  <a:lnTo>
                    <a:pt x="117" y="830"/>
                  </a:lnTo>
                  <a:lnTo>
                    <a:pt x="1365" y="51"/>
                  </a:lnTo>
                  <a:lnTo>
                    <a:pt x="1222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7"/>
            <p:cNvSpPr/>
            <p:nvPr/>
          </p:nvSpPr>
          <p:spPr>
            <a:xfrm>
              <a:off x="626200" y="1088200"/>
              <a:ext cx="2950" cy="6900"/>
            </a:xfrm>
            <a:custGeom>
              <a:avLst/>
              <a:gdLst/>
              <a:ahLst/>
              <a:cxnLst/>
              <a:rect l="l" t="t" r="r" b="b"/>
              <a:pathLst>
                <a:path w="118" h="276" extrusionOk="0">
                  <a:moveTo>
                    <a:pt x="0" y="0"/>
                  </a:moveTo>
                  <a:lnTo>
                    <a:pt x="0" y="199"/>
                  </a:lnTo>
                  <a:lnTo>
                    <a:pt x="117" y="276"/>
                  </a:lnTo>
                  <a:lnTo>
                    <a:pt x="117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7"/>
            <p:cNvSpPr/>
            <p:nvPr/>
          </p:nvSpPr>
          <p:spPr>
            <a:xfrm>
              <a:off x="614800" y="1133825"/>
              <a:ext cx="128325" cy="89975"/>
            </a:xfrm>
            <a:custGeom>
              <a:avLst/>
              <a:gdLst/>
              <a:ahLst/>
              <a:cxnLst/>
              <a:rect l="l" t="t" r="r" b="b"/>
              <a:pathLst>
                <a:path w="5133" h="3599" extrusionOk="0">
                  <a:moveTo>
                    <a:pt x="5133" y="1"/>
                  </a:moveTo>
                  <a:lnTo>
                    <a:pt x="1" y="3205"/>
                  </a:lnTo>
                  <a:lnTo>
                    <a:pt x="1" y="3598"/>
                  </a:lnTo>
                  <a:lnTo>
                    <a:pt x="5133" y="394"/>
                  </a:lnTo>
                  <a:lnTo>
                    <a:pt x="5133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7"/>
            <p:cNvSpPr/>
            <p:nvPr/>
          </p:nvSpPr>
          <p:spPr>
            <a:xfrm>
              <a:off x="614800" y="1131500"/>
              <a:ext cx="128325" cy="82475"/>
            </a:xfrm>
            <a:custGeom>
              <a:avLst/>
              <a:gdLst/>
              <a:ahLst/>
              <a:cxnLst/>
              <a:rect l="l" t="t" r="r" b="b"/>
              <a:pathLst>
                <a:path w="5133" h="3299" extrusionOk="0">
                  <a:moveTo>
                    <a:pt x="4982" y="1"/>
                  </a:moveTo>
                  <a:lnTo>
                    <a:pt x="1" y="3078"/>
                  </a:lnTo>
                  <a:lnTo>
                    <a:pt x="1" y="3298"/>
                  </a:lnTo>
                  <a:lnTo>
                    <a:pt x="5133" y="94"/>
                  </a:lnTo>
                  <a:lnTo>
                    <a:pt x="4982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7"/>
            <p:cNvSpPr/>
            <p:nvPr/>
          </p:nvSpPr>
          <p:spPr>
            <a:xfrm>
              <a:off x="701200" y="1084450"/>
              <a:ext cx="26475" cy="54450"/>
            </a:xfrm>
            <a:custGeom>
              <a:avLst/>
              <a:gdLst/>
              <a:ahLst/>
              <a:cxnLst/>
              <a:rect l="l" t="t" r="r" b="b"/>
              <a:pathLst>
                <a:path w="1059" h="2178" extrusionOk="0">
                  <a:moveTo>
                    <a:pt x="963" y="1"/>
                  </a:moveTo>
                  <a:lnTo>
                    <a:pt x="0" y="604"/>
                  </a:lnTo>
                  <a:lnTo>
                    <a:pt x="0" y="2177"/>
                  </a:lnTo>
                  <a:lnTo>
                    <a:pt x="1059" y="1545"/>
                  </a:lnTo>
                  <a:lnTo>
                    <a:pt x="1059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7"/>
            <p:cNvSpPr/>
            <p:nvPr/>
          </p:nvSpPr>
          <p:spPr>
            <a:xfrm>
              <a:off x="703550" y="1084450"/>
              <a:ext cx="24125" cy="51650"/>
            </a:xfrm>
            <a:custGeom>
              <a:avLst/>
              <a:gdLst/>
              <a:ahLst/>
              <a:cxnLst/>
              <a:rect l="l" t="t" r="r" b="b"/>
              <a:pathLst>
                <a:path w="965" h="2066" extrusionOk="0">
                  <a:moveTo>
                    <a:pt x="965" y="1"/>
                  </a:moveTo>
                  <a:lnTo>
                    <a:pt x="0" y="604"/>
                  </a:lnTo>
                  <a:lnTo>
                    <a:pt x="0" y="2066"/>
                  </a:lnTo>
                  <a:lnTo>
                    <a:pt x="965" y="1464"/>
                  </a:lnTo>
                  <a:lnTo>
                    <a:pt x="965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7"/>
            <p:cNvSpPr/>
            <p:nvPr/>
          </p:nvSpPr>
          <p:spPr>
            <a:xfrm>
              <a:off x="705475" y="1087800"/>
              <a:ext cx="20250" cy="45000"/>
            </a:xfrm>
            <a:custGeom>
              <a:avLst/>
              <a:gdLst/>
              <a:ahLst/>
              <a:cxnLst/>
              <a:rect l="l" t="t" r="r" b="b"/>
              <a:pathLst>
                <a:path w="810" h="1800" extrusionOk="0">
                  <a:moveTo>
                    <a:pt x="809" y="0"/>
                  </a:moveTo>
                  <a:lnTo>
                    <a:pt x="0" y="505"/>
                  </a:lnTo>
                  <a:lnTo>
                    <a:pt x="0" y="1800"/>
                  </a:lnTo>
                  <a:lnTo>
                    <a:pt x="809" y="1294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7"/>
            <p:cNvSpPr/>
            <p:nvPr/>
          </p:nvSpPr>
          <p:spPr>
            <a:xfrm>
              <a:off x="704775" y="1113350"/>
              <a:ext cx="21675" cy="14675"/>
            </a:xfrm>
            <a:custGeom>
              <a:avLst/>
              <a:gdLst/>
              <a:ahLst/>
              <a:cxnLst/>
              <a:rect l="l" t="t" r="r" b="b"/>
              <a:pathLst>
                <a:path w="867" h="587" extrusionOk="0">
                  <a:moveTo>
                    <a:pt x="866" y="0"/>
                  </a:moveTo>
                  <a:lnTo>
                    <a:pt x="1" y="540"/>
                  </a:lnTo>
                  <a:lnTo>
                    <a:pt x="1" y="586"/>
                  </a:lnTo>
                  <a:lnTo>
                    <a:pt x="866" y="47"/>
                  </a:lnTo>
                  <a:lnTo>
                    <a:pt x="866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7"/>
            <p:cNvSpPr/>
            <p:nvPr/>
          </p:nvSpPr>
          <p:spPr>
            <a:xfrm>
              <a:off x="702075" y="1120925"/>
              <a:ext cx="31200" cy="24975"/>
            </a:xfrm>
            <a:custGeom>
              <a:avLst/>
              <a:gdLst/>
              <a:ahLst/>
              <a:cxnLst/>
              <a:rect l="l" t="t" r="r" b="b"/>
              <a:pathLst>
                <a:path w="1248" h="999" extrusionOk="0">
                  <a:moveTo>
                    <a:pt x="1247" y="0"/>
                  </a:moveTo>
                  <a:lnTo>
                    <a:pt x="0" y="779"/>
                  </a:lnTo>
                  <a:lnTo>
                    <a:pt x="0" y="998"/>
                  </a:lnTo>
                  <a:lnTo>
                    <a:pt x="1247" y="219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7"/>
            <p:cNvSpPr/>
            <p:nvPr/>
          </p:nvSpPr>
          <p:spPr>
            <a:xfrm>
              <a:off x="699125" y="1119650"/>
              <a:ext cx="34150" cy="20775"/>
            </a:xfrm>
            <a:custGeom>
              <a:avLst/>
              <a:gdLst/>
              <a:ahLst/>
              <a:cxnLst/>
              <a:rect l="l" t="t" r="r" b="b"/>
              <a:pathLst>
                <a:path w="1366" h="831" extrusionOk="0">
                  <a:moveTo>
                    <a:pt x="1224" y="1"/>
                  </a:moveTo>
                  <a:lnTo>
                    <a:pt x="1" y="774"/>
                  </a:lnTo>
                  <a:lnTo>
                    <a:pt x="118" y="830"/>
                  </a:lnTo>
                  <a:lnTo>
                    <a:pt x="1365" y="51"/>
                  </a:lnTo>
                  <a:lnTo>
                    <a:pt x="1224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7"/>
            <p:cNvSpPr/>
            <p:nvPr/>
          </p:nvSpPr>
          <p:spPr>
            <a:xfrm>
              <a:off x="699125" y="1138975"/>
              <a:ext cx="2975" cy="6925"/>
            </a:xfrm>
            <a:custGeom>
              <a:avLst/>
              <a:gdLst/>
              <a:ahLst/>
              <a:cxnLst/>
              <a:rect l="l" t="t" r="r" b="b"/>
              <a:pathLst>
                <a:path w="119" h="277" extrusionOk="0">
                  <a:moveTo>
                    <a:pt x="1" y="1"/>
                  </a:moveTo>
                  <a:lnTo>
                    <a:pt x="1" y="199"/>
                  </a:lnTo>
                  <a:lnTo>
                    <a:pt x="118" y="276"/>
                  </a:lnTo>
                  <a:lnTo>
                    <a:pt x="118" y="5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7"/>
            <p:cNvSpPr/>
            <p:nvPr/>
          </p:nvSpPr>
          <p:spPr>
            <a:xfrm>
              <a:off x="628225" y="1128000"/>
              <a:ext cx="26475" cy="54425"/>
            </a:xfrm>
            <a:custGeom>
              <a:avLst/>
              <a:gdLst/>
              <a:ahLst/>
              <a:cxnLst/>
              <a:rect l="l" t="t" r="r" b="b"/>
              <a:pathLst>
                <a:path w="1059" h="2177" extrusionOk="0">
                  <a:moveTo>
                    <a:pt x="965" y="0"/>
                  </a:moveTo>
                  <a:lnTo>
                    <a:pt x="0" y="602"/>
                  </a:lnTo>
                  <a:lnTo>
                    <a:pt x="0" y="2177"/>
                  </a:lnTo>
                  <a:lnTo>
                    <a:pt x="1059" y="1544"/>
                  </a:lnTo>
                  <a:lnTo>
                    <a:pt x="105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7"/>
            <p:cNvSpPr/>
            <p:nvPr/>
          </p:nvSpPr>
          <p:spPr>
            <a:xfrm>
              <a:off x="630575" y="1128000"/>
              <a:ext cx="24125" cy="51650"/>
            </a:xfrm>
            <a:custGeom>
              <a:avLst/>
              <a:gdLst/>
              <a:ahLst/>
              <a:cxnLst/>
              <a:rect l="l" t="t" r="r" b="b"/>
              <a:pathLst>
                <a:path w="965" h="2066" extrusionOk="0">
                  <a:moveTo>
                    <a:pt x="965" y="0"/>
                  </a:moveTo>
                  <a:lnTo>
                    <a:pt x="0" y="602"/>
                  </a:lnTo>
                  <a:lnTo>
                    <a:pt x="0" y="2065"/>
                  </a:lnTo>
                  <a:lnTo>
                    <a:pt x="965" y="1463"/>
                  </a:lnTo>
                  <a:lnTo>
                    <a:pt x="965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7"/>
            <p:cNvSpPr/>
            <p:nvPr/>
          </p:nvSpPr>
          <p:spPr>
            <a:xfrm>
              <a:off x="632525" y="1131325"/>
              <a:ext cx="20250" cy="45025"/>
            </a:xfrm>
            <a:custGeom>
              <a:avLst/>
              <a:gdLst/>
              <a:ahLst/>
              <a:cxnLst/>
              <a:rect l="l" t="t" r="r" b="b"/>
              <a:pathLst>
                <a:path w="810" h="1801" extrusionOk="0">
                  <a:moveTo>
                    <a:pt x="810" y="1"/>
                  </a:moveTo>
                  <a:lnTo>
                    <a:pt x="1" y="505"/>
                  </a:lnTo>
                  <a:lnTo>
                    <a:pt x="1" y="1800"/>
                  </a:lnTo>
                  <a:lnTo>
                    <a:pt x="810" y="1294"/>
                  </a:lnTo>
                  <a:lnTo>
                    <a:pt x="810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7"/>
            <p:cNvSpPr/>
            <p:nvPr/>
          </p:nvSpPr>
          <p:spPr>
            <a:xfrm>
              <a:off x="631850" y="1156875"/>
              <a:ext cx="21625" cy="14675"/>
            </a:xfrm>
            <a:custGeom>
              <a:avLst/>
              <a:gdLst/>
              <a:ahLst/>
              <a:cxnLst/>
              <a:rect l="l" t="t" r="r" b="b"/>
              <a:pathLst>
                <a:path w="865" h="587" extrusionOk="0">
                  <a:moveTo>
                    <a:pt x="864" y="1"/>
                  </a:moveTo>
                  <a:lnTo>
                    <a:pt x="0" y="540"/>
                  </a:lnTo>
                  <a:lnTo>
                    <a:pt x="0" y="587"/>
                  </a:lnTo>
                  <a:lnTo>
                    <a:pt x="864" y="47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7"/>
            <p:cNvSpPr/>
            <p:nvPr/>
          </p:nvSpPr>
          <p:spPr>
            <a:xfrm>
              <a:off x="629125" y="1164450"/>
              <a:ext cx="31200" cy="24975"/>
            </a:xfrm>
            <a:custGeom>
              <a:avLst/>
              <a:gdLst/>
              <a:ahLst/>
              <a:cxnLst/>
              <a:rect l="l" t="t" r="r" b="b"/>
              <a:pathLst>
                <a:path w="1248" h="999" extrusionOk="0">
                  <a:moveTo>
                    <a:pt x="1248" y="1"/>
                  </a:moveTo>
                  <a:lnTo>
                    <a:pt x="0" y="780"/>
                  </a:lnTo>
                  <a:lnTo>
                    <a:pt x="0" y="999"/>
                  </a:lnTo>
                  <a:lnTo>
                    <a:pt x="1248" y="220"/>
                  </a:lnTo>
                  <a:lnTo>
                    <a:pt x="1248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7"/>
            <p:cNvSpPr/>
            <p:nvPr/>
          </p:nvSpPr>
          <p:spPr>
            <a:xfrm>
              <a:off x="626200" y="1163200"/>
              <a:ext cx="34125" cy="20750"/>
            </a:xfrm>
            <a:custGeom>
              <a:avLst/>
              <a:gdLst/>
              <a:ahLst/>
              <a:cxnLst/>
              <a:rect l="l" t="t" r="r" b="b"/>
              <a:pathLst>
                <a:path w="1365" h="830" extrusionOk="0">
                  <a:moveTo>
                    <a:pt x="1222" y="0"/>
                  </a:moveTo>
                  <a:lnTo>
                    <a:pt x="0" y="773"/>
                  </a:lnTo>
                  <a:lnTo>
                    <a:pt x="117" y="830"/>
                  </a:lnTo>
                  <a:lnTo>
                    <a:pt x="1365" y="51"/>
                  </a:lnTo>
                  <a:lnTo>
                    <a:pt x="1222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7"/>
            <p:cNvSpPr/>
            <p:nvPr/>
          </p:nvSpPr>
          <p:spPr>
            <a:xfrm>
              <a:off x="626200" y="1182525"/>
              <a:ext cx="2950" cy="6900"/>
            </a:xfrm>
            <a:custGeom>
              <a:avLst/>
              <a:gdLst/>
              <a:ahLst/>
              <a:cxnLst/>
              <a:rect l="l" t="t" r="r" b="b"/>
              <a:pathLst>
                <a:path w="118" h="276" extrusionOk="0">
                  <a:moveTo>
                    <a:pt x="0" y="0"/>
                  </a:moveTo>
                  <a:lnTo>
                    <a:pt x="0" y="199"/>
                  </a:lnTo>
                  <a:lnTo>
                    <a:pt x="117" y="276"/>
                  </a:lnTo>
                  <a:lnTo>
                    <a:pt x="117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614800" y="851500"/>
              <a:ext cx="128325" cy="85100"/>
            </a:xfrm>
            <a:custGeom>
              <a:avLst/>
              <a:gdLst/>
              <a:ahLst/>
              <a:cxnLst/>
              <a:rect l="l" t="t" r="r" b="b"/>
              <a:pathLst>
                <a:path w="5133" h="3404" extrusionOk="0">
                  <a:moveTo>
                    <a:pt x="5133" y="1"/>
                  </a:moveTo>
                  <a:lnTo>
                    <a:pt x="1" y="3011"/>
                  </a:lnTo>
                  <a:lnTo>
                    <a:pt x="1" y="3404"/>
                  </a:lnTo>
                  <a:lnTo>
                    <a:pt x="5133" y="393"/>
                  </a:lnTo>
                  <a:lnTo>
                    <a:pt x="5133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614800" y="849025"/>
              <a:ext cx="128325" cy="77750"/>
            </a:xfrm>
            <a:custGeom>
              <a:avLst/>
              <a:gdLst/>
              <a:ahLst/>
              <a:cxnLst/>
              <a:rect l="l" t="t" r="r" b="b"/>
              <a:pathLst>
                <a:path w="5133" h="3110" extrusionOk="0">
                  <a:moveTo>
                    <a:pt x="4982" y="1"/>
                  </a:moveTo>
                  <a:lnTo>
                    <a:pt x="1" y="2889"/>
                  </a:lnTo>
                  <a:lnTo>
                    <a:pt x="1" y="3110"/>
                  </a:lnTo>
                  <a:lnTo>
                    <a:pt x="5133" y="100"/>
                  </a:lnTo>
                  <a:lnTo>
                    <a:pt x="4982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7"/>
            <p:cNvSpPr/>
            <p:nvPr/>
          </p:nvSpPr>
          <p:spPr>
            <a:xfrm>
              <a:off x="475550" y="845800"/>
              <a:ext cx="139275" cy="90800"/>
            </a:xfrm>
            <a:custGeom>
              <a:avLst/>
              <a:gdLst/>
              <a:ahLst/>
              <a:cxnLst/>
              <a:rect l="l" t="t" r="r" b="b"/>
              <a:pathLst>
                <a:path w="5571" h="3632" extrusionOk="0">
                  <a:moveTo>
                    <a:pt x="1" y="1"/>
                  </a:moveTo>
                  <a:lnTo>
                    <a:pt x="1" y="394"/>
                  </a:lnTo>
                  <a:lnTo>
                    <a:pt x="5571" y="3632"/>
                  </a:lnTo>
                  <a:lnTo>
                    <a:pt x="5571" y="32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475550" y="843525"/>
              <a:ext cx="139275" cy="83250"/>
            </a:xfrm>
            <a:custGeom>
              <a:avLst/>
              <a:gdLst/>
              <a:ahLst/>
              <a:cxnLst/>
              <a:rect l="l" t="t" r="r" b="b"/>
              <a:pathLst>
                <a:path w="5571" h="3330" extrusionOk="0">
                  <a:moveTo>
                    <a:pt x="165" y="0"/>
                  </a:moveTo>
                  <a:lnTo>
                    <a:pt x="1" y="92"/>
                  </a:lnTo>
                  <a:lnTo>
                    <a:pt x="5571" y="3330"/>
                  </a:lnTo>
                  <a:lnTo>
                    <a:pt x="5571" y="3109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535350" y="1025475"/>
              <a:ext cx="13750" cy="12900"/>
            </a:xfrm>
            <a:custGeom>
              <a:avLst/>
              <a:gdLst/>
              <a:ahLst/>
              <a:cxnLst/>
              <a:rect l="l" t="t" r="r" b="b"/>
              <a:pathLst>
                <a:path w="550" h="516" extrusionOk="0">
                  <a:moveTo>
                    <a:pt x="0" y="0"/>
                  </a:moveTo>
                  <a:lnTo>
                    <a:pt x="0" y="214"/>
                  </a:lnTo>
                  <a:lnTo>
                    <a:pt x="550" y="515"/>
                  </a:lnTo>
                  <a:lnTo>
                    <a:pt x="55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528500" y="1014350"/>
              <a:ext cx="13750" cy="12925"/>
            </a:xfrm>
            <a:custGeom>
              <a:avLst/>
              <a:gdLst/>
              <a:ahLst/>
              <a:cxnLst/>
              <a:rect l="l" t="t" r="r" b="b"/>
              <a:pathLst>
                <a:path w="550" h="517" extrusionOk="0">
                  <a:moveTo>
                    <a:pt x="0" y="0"/>
                  </a:moveTo>
                  <a:lnTo>
                    <a:pt x="0" y="215"/>
                  </a:lnTo>
                  <a:lnTo>
                    <a:pt x="550" y="516"/>
                  </a:lnTo>
                  <a:lnTo>
                    <a:pt x="55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681550" y="905150"/>
              <a:ext cx="12300" cy="12925"/>
            </a:xfrm>
            <a:custGeom>
              <a:avLst/>
              <a:gdLst/>
              <a:ahLst/>
              <a:cxnLst/>
              <a:rect l="l" t="t" r="r" b="b"/>
              <a:pathLst>
                <a:path w="492" h="517" extrusionOk="0">
                  <a:moveTo>
                    <a:pt x="492" y="1"/>
                  </a:moveTo>
                  <a:lnTo>
                    <a:pt x="0" y="302"/>
                  </a:lnTo>
                  <a:lnTo>
                    <a:pt x="0" y="517"/>
                  </a:lnTo>
                  <a:lnTo>
                    <a:pt x="492" y="215"/>
                  </a:lnTo>
                  <a:lnTo>
                    <a:pt x="492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7"/>
            <p:cNvSpPr/>
            <p:nvPr/>
          </p:nvSpPr>
          <p:spPr>
            <a:xfrm>
              <a:off x="687700" y="894025"/>
              <a:ext cx="12325" cy="12925"/>
            </a:xfrm>
            <a:custGeom>
              <a:avLst/>
              <a:gdLst/>
              <a:ahLst/>
              <a:cxnLst/>
              <a:rect l="l" t="t" r="r" b="b"/>
              <a:pathLst>
                <a:path w="493" h="517" extrusionOk="0">
                  <a:moveTo>
                    <a:pt x="492" y="0"/>
                  </a:moveTo>
                  <a:lnTo>
                    <a:pt x="1" y="302"/>
                  </a:lnTo>
                  <a:lnTo>
                    <a:pt x="1" y="517"/>
                  </a:lnTo>
                  <a:lnTo>
                    <a:pt x="492" y="215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7"/>
            <p:cNvSpPr/>
            <p:nvPr/>
          </p:nvSpPr>
          <p:spPr>
            <a:xfrm>
              <a:off x="666500" y="967900"/>
              <a:ext cx="12325" cy="12925"/>
            </a:xfrm>
            <a:custGeom>
              <a:avLst/>
              <a:gdLst/>
              <a:ahLst/>
              <a:cxnLst/>
              <a:rect l="l" t="t" r="r" b="b"/>
              <a:pathLst>
                <a:path w="493" h="517" extrusionOk="0">
                  <a:moveTo>
                    <a:pt x="492" y="1"/>
                  </a:moveTo>
                  <a:lnTo>
                    <a:pt x="1" y="302"/>
                  </a:lnTo>
                  <a:lnTo>
                    <a:pt x="1" y="517"/>
                  </a:lnTo>
                  <a:lnTo>
                    <a:pt x="492" y="215"/>
                  </a:lnTo>
                  <a:lnTo>
                    <a:pt x="492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7"/>
            <p:cNvSpPr/>
            <p:nvPr/>
          </p:nvSpPr>
          <p:spPr>
            <a:xfrm>
              <a:off x="672675" y="956800"/>
              <a:ext cx="12300" cy="12900"/>
            </a:xfrm>
            <a:custGeom>
              <a:avLst/>
              <a:gdLst/>
              <a:ahLst/>
              <a:cxnLst/>
              <a:rect l="l" t="t" r="r" b="b"/>
              <a:pathLst>
                <a:path w="492" h="516" extrusionOk="0">
                  <a:moveTo>
                    <a:pt x="492" y="1"/>
                  </a:moveTo>
                  <a:lnTo>
                    <a:pt x="0" y="303"/>
                  </a:lnTo>
                  <a:lnTo>
                    <a:pt x="0" y="516"/>
                  </a:lnTo>
                  <a:lnTo>
                    <a:pt x="492" y="214"/>
                  </a:lnTo>
                  <a:lnTo>
                    <a:pt x="492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7"/>
            <p:cNvSpPr/>
            <p:nvPr/>
          </p:nvSpPr>
          <p:spPr>
            <a:xfrm>
              <a:off x="684625" y="1094175"/>
              <a:ext cx="12325" cy="12925"/>
            </a:xfrm>
            <a:custGeom>
              <a:avLst/>
              <a:gdLst/>
              <a:ahLst/>
              <a:cxnLst/>
              <a:rect l="l" t="t" r="r" b="b"/>
              <a:pathLst>
                <a:path w="493" h="517" extrusionOk="0">
                  <a:moveTo>
                    <a:pt x="492" y="0"/>
                  </a:moveTo>
                  <a:lnTo>
                    <a:pt x="1" y="303"/>
                  </a:lnTo>
                  <a:lnTo>
                    <a:pt x="1" y="516"/>
                  </a:lnTo>
                  <a:lnTo>
                    <a:pt x="492" y="215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7"/>
            <p:cNvSpPr/>
            <p:nvPr/>
          </p:nvSpPr>
          <p:spPr>
            <a:xfrm>
              <a:off x="690800" y="1083075"/>
              <a:ext cx="12300" cy="12925"/>
            </a:xfrm>
            <a:custGeom>
              <a:avLst/>
              <a:gdLst/>
              <a:ahLst/>
              <a:cxnLst/>
              <a:rect l="l" t="t" r="r" b="b"/>
              <a:pathLst>
                <a:path w="492" h="517" extrusionOk="0">
                  <a:moveTo>
                    <a:pt x="492" y="1"/>
                  </a:moveTo>
                  <a:lnTo>
                    <a:pt x="0" y="302"/>
                  </a:lnTo>
                  <a:lnTo>
                    <a:pt x="0" y="517"/>
                  </a:lnTo>
                  <a:lnTo>
                    <a:pt x="492" y="215"/>
                  </a:lnTo>
                  <a:lnTo>
                    <a:pt x="492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7"/>
            <p:cNvSpPr/>
            <p:nvPr/>
          </p:nvSpPr>
          <p:spPr>
            <a:xfrm>
              <a:off x="660300" y="1047175"/>
              <a:ext cx="12350" cy="12950"/>
            </a:xfrm>
            <a:custGeom>
              <a:avLst/>
              <a:gdLst/>
              <a:ahLst/>
              <a:cxnLst/>
              <a:rect l="l" t="t" r="r" b="b"/>
              <a:pathLst>
                <a:path w="494" h="518" extrusionOk="0">
                  <a:moveTo>
                    <a:pt x="494" y="1"/>
                  </a:moveTo>
                  <a:lnTo>
                    <a:pt x="1" y="304"/>
                  </a:lnTo>
                  <a:lnTo>
                    <a:pt x="1" y="517"/>
                  </a:lnTo>
                  <a:lnTo>
                    <a:pt x="494" y="216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7"/>
            <p:cNvSpPr/>
            <p:nvPr/>
          </p:nvSpPr>
          <p:spPr>
            <a:xfrm>
              <a:off x="666475" y="1036100"/>
              <a:ext cx="12350" cy="12925"/>
            </a:xfrm>
            <a:custGeom>
              <a:avLst/>
              <a:gdLst/>
              <a:ahLst/>
              <a:cxnLst/>
              <a:rect l="l" t="t" r="r" b="b"/>
              <a:pathLst>
                <a:path w="494" h="517" extrusionOk="0">
                  <a:moveTo>
                    <a:pt x="493" y="0"/>
                  </a:moveTo>
                  <a:lnTo>
                    <a:pt x="0" y="302"/>
                  </a:lnTo>
                  <a:lnTo>
                    <a:pt x="0" y="516"/>
                  </a:lnTo>
                  <a:lnTo>
                    <a:pt x="493" y="215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7"/>
            <p:cNvSpPr/>
            <p:nvPr/>
          </p:nvSpPr>
          <p:spPr>
            <a:xfrm>
              <a:off x="643525" y="1218800"/>
              <a:ext cx="12350" cy="12925"/>
            </a:xfrm>
            <a:custGeom>
              <a:avLst/>
              <a:gdLst/>
              <a:ahLst/>
              <a:cxnLst/>
              <a:rect l="l" t="t" r="r" b="b"/>
              <a:pathLst>
                <a:path w="494" h="517" extrusionOk="0">
                  <a:moveTo>
                    <a:pt x="493" y="1"/>
                  </a:moveTo>
                  <a:lnTo>
                    <a:pt x="0" y="302"/>
                  </a:lnTo>
                  <a:lnTo>
                    <a:pt x="0" y="517"/>
                  </a:lnTo>
                  <a:lnTo>
                    <a:pt x="493" y="215"/>
                  </a:lnTo>
                  <a:lnTo>
                    <a:pt x="493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649675" y="1207700"/>
              <a:ext cx="12350" cy="12900"/>
            </a:xfrm>
            <a:custGeom>
              <a:avLst/>
              <a:gdLst/>
              <a:ahLst/>
              <a:cxnLst/>
              <a:rect l="l" t="t" r="r" b="b"/>
              <a:pathLst>
                <a:path w="494" h="516" extrusionOk="0">
                  <a:moveTo>
                    <a:pt x="494" y="1"/>
                  </a:moveTo>
                  <a:lnTo>
                    <a:pt x="1" y="302"/>
                  </a:lnTo>
                  <a:lnTo>
                    <a:pt x="1" y="516"/>
                  </a:lnTo>
                  <a:lnTo>
                    <a:pt x="494" y="214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7"/>
            <p:cNvSpPr/>
            <p:nvPr/>
          </p:nvSpPr>
          <p:spPr>
            <a:xfrm>
              <a:off x="698625" y="983700"/>
              <a:ext cx="12350" cy="12900"/>
            </a:xfrm>
            <a:custGeom>
              <a:avLst/>
              <a:gdLst/>
              <a:ahLst/>
              <a:cxnLst/>
              <a:rect l="l" t="t" r="r" b="b"/>
              <a:pathLst>
                <a:path w="494" h="516" extrusionOk="0">
                  <a:moveTo>
                    <a:pt x="493" y="1"/>
                  </a:moveTo>
                  <a:lnTo>
                    <a:pt x="0" y="303"/>
                  </a:lnTo>
                  <a:lnTo>
                    <a:pt x="0" y="516"/>
                  </a:lnTo>
                  <a:lnTo>
                    <a:pt x="493" y="214"/>
                  </a:lnTo>
                  <a:lnTo>
                    <a:pt x="493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7"/>
            <p:cNvSpPr/>
            <p:nvPr/>
          </p:nvSpPr>
          <p:spPr>
            <a:xfrm>
              <a:off x="545675" y="1150100"/>
              <a:ext cx="13750" cy="12900"/>
            </a:xfrm>
            <a:custGeom>
              <a:avLst/>
              <a:gdLst/>
              <a:ahLst/>
              <a:cxnLst/>
              <a:rect l="l" t="t" r="r" b="b"/>
              <a:pathLst>
                <a:path w="550" h="516" extrusionOk="0">
                  <a:moveTo>
                    <a:pt x="0" y="1"/>
                  </a:moveTo>
                  <a:lnTo>
                    <a:pt x="0" y="214"/>
                  </a:lnTo>
                  <a:lnTo>
                    <a:pt x="550" y="515"/>
                  </a:lnTo>
                  <a:lnTo>
                    <a:pt x="550" y="30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538775" y="1138975"/>
              <a:ext cx="13775" cy="12925"/>
            </a:xfrm>
            <a:custGeom>
              <a:avLst/>
              <a:gdLst/>
              <a:ahLst/>
              <a:cxnLst/>
              <a:rect l="l" t="t" r="r" b="b"/>
              <a:pathLst>
                <a:path w="551" h="517" extrusionOk="0">
                  <a:moveTo>
                    <a:pt x="1" y="1"/>
                  </a:moveTo>
                  <a:lnTo>
                    <a:pt x="1" y="215"/>
                  </a:lnTo>
                  <a:lnTo>
                    <a:pt x="550" y="517"/>
                  </a:lnTo>
                  <a:lnTo>
                    <a:pt x="550" y="3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493100" y="1188500"/>
              <a:ext cx="13775" cy="12925"/>
            </a:xfrm>
            <a:custGeom>
              <a:avLst/>
              <a:gdLst/>
              <a:ahLst/>
              <a:cxnLst/>
              <a:rect l="l" t="t" r="r" b="b"/>
              <a:pathLst>
                <a:path w="551" h="517" extrusionOk="0">
                  <a:moveTo>
                    <a:pt x="1" y="0"/>
                  </a:moveTo>
                  <a:lnTo>
                    <a:pt x="1" y="215"/>
                  </a:lnTo>
                  <a:lnTo>
                    <a:pt x="550" y="517"/>
                  </a:lnTo>
                  <a:lnTo>
                    <a:pt x="550" y="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486225" y="1177400"/>
              <a:ext cx="13800" cy="12900"/>
            </a:xfrm>
            <a:custGeom>
              <a:avLst/>
              <a:gdLst/>
              <a:ahLst/>
              <a:cxnLst/>
              <a:rect l="l" t="t" r="r" b="b"/>
              <a:pathLst>
                <a:path w="552" h="516" extrusionOk="0">
                  <a:moveTo>
                    <a:pt x="0" y="1"/>
                  </a:moveTo>
                  <a:lnTo>
                    <a:pt x="0" y="214"/>
                  </a:lnTo>
                  <a:lnTo>
                    <a:pt x="551" y="515"/>
                  </a:lnTo>
                  <a:lnTo>
                    <a:pt x="551" y="30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585300" y="935675"/>
              <a:ext cx="13750" cy="12925"/>
            </a:xfrm>
            <a:custGeom>
              <a:avLst/>
              <a:gdLst/>
              <a:ahLst/>
              <a:cxnLst/>
              <a:rect l="l" t="t" r="r" b="b"/>
              <a:pathLst>
                <a:path w="550" h="517" extrusionOk="0">
                  <a:moveTo>
                    <a:pt x="0" y="1"/>
                  </a:moveTo>
                  <a:lnTo>
                    <a:pt x="0" y="215"/>
                  </a:lnTo>
                  <a:lnTo>
                    <a:pt x="550" y="517"/>
                  </a:lnTo>
                  <a:lnTo>
                    <a:pt x="550" y="30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578450" y="924550"/>
              <a:ext cx="13750" cy="12925"/>
            </a:xfrm>
            <a:custGeom>
              <a:avLst/>
              <a:gdLst/>
              <a:ahLst/>
              <a:cxnLst/>
              <a:rect l="l" t="t" r="r" b="b"/>
              <a:pathLst>
                <a:path w="550" h="517" extrusionOk="0">
                  <a:moveTo>
                    <a:pt x="0" y="0"/>
                  </a:moveTo>
                  <a:lnTo>
                    <a:pt x="0" y="215"/>
                  </a:lnTo>
                  <a:lnTo>
                    <a:pt x="550" y="517"/>
                  </a:lnTo>
                  <a:lnTo>
                    <a:pt x="55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7"/>
            <p:cNvSpPr/>
            <p:nvPr/>
          </p:nvSpPr>
          <p:spPr>
            <a:xfrm>
              <a:off x="522900" y="1190275"/>
              <a:ext cx="37275" cy="74000"/>
            </a:xfrm>
            <a:custGeom>
              <a:avLst/>
              <a:gdLst/>
              <a:ahLst/>
              <a:cxnLst/>
              <a:rect l="l" t="t" r="r" b="b"/>
              <a:pathLst>
                <a:path w="1491" h="2960" extrusionOk="0">
                  <a:moveTo>
                    <a:pt x="1" y="0"/>
                  </a:moveTo>
                  <a:lnTo>
                    <a:pt x="2" y="2146"/>
                  </a:lnTo>
                  <a:lnTo>
                    <a:pt x="1490" y="2960"/>
                  </a:lnTo>
                  <a:lnTo>
                    <a:pt x="1490" y="783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7"/>
            <p:cNvSpPr/>
            <p:nvPr/>
          </p:nvSpPr>
          <p:spPr>
            <a:xfrm>
              <a:off x="522900" y="1190275"/>
              <a:ext cx="34700" cy="71225"/>
            </a:xfrm>
            <a:custGeom>
              <a:avLst/>
              <a:gdLst/>
              <a:ahLst/>
              <a:cxnLst/>
              <a:rect l="l" t="t" r="r" b="b"/>
              <a:pathLst>
                <a:path w="1388" h="2849" extrusionOk="0">
                  <a:moveTo>
                    <a:pt x="1" y="0"/>
                  </a:moveTo>
                  <a:lnTo>
                    <a:pt x="1" y="2065"/>
                  </a:lnTo>
                  <a:lnTo>
                    <a:pt x="1387" y="2848"/>
                  </a:lnTo>
                  <a:lnTo>
                    <a:pt x="1387" y="7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7"/>
            <p:cNvSpPr/>
            <p:nvPr/>
          </p:nvSpPr>
          <p:spPr>
            <a:xfrm>
              <a:off x="525000" y="1193600"/>
              <a:ext cx="30475" cy="64600"/>
            </a:xfrm>
            <a:custGeom>
              <a:avLst/>
              <a:gdLst/>
              <a:ahLst/>
              <a:cxnLst/>
              <a:rect l="l" t="t" r="r" b="b"/>
              <a:pathLst>
                <a:path w="1219" h="2584" extrusionOk="0">
                  <a:moveTo>
                    <a:pt x="1" y="1"/>
                  </a:moveTo>
                  <a:lnTo>
                    <a:pt x="1" y="1897"/>
                  </a:lnTo>
                  <a:lnTo>
                    <a:pt x="1219" y="2583"/>
                  </a:lnTo>
                  <a:lnTo>
                    <a:pt x="1219" y="68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7"/>
            <p:cNvSpPr/>
            <p:nvPr/>
          </p:nvSpPr>
          <p:spPr>
            <a:xfrm>
              <a:off x="504700" y="1248675"/>
              <a:ext cx="42350" cy="29500"/>
            </a:xfrm>
            <a:custGeom>
              <a:avLst/>
              <a:gdLst/>
              <a:ahLst/>
              <a:cxnLst/>
              <a:rect l="l" t="t" r="r" b="b"/>
              <a:pathLst>
                <a:path w="1694" h="1180" extrusionOk="0">
                  <a:moveTo>
                    <a:pt x="1" y="0"/>
                  </a:moveTo>
                  <a:lnTo>
                    <a:pt x="1" y="219"/>
                  </a:lnTo>
                  <a:lnTo>
                    <a:pt x="1693" y="1179"/>
                  </a:lnTo>
                  <a:lnTo>
                    <a:pt x="1693" y="96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7"/>
            <p:cNvSpPr/>
            <p:nvPr/>
          </p:nvSpPr>
          <p:spPr>
            <a:xfrm>
              <a:off x="504700" y="1240550"/>
              <a:ext cx="57675" cy="32150"/>
            </a:xfrm>
            <a:custGeom>
              <a:avLst/>
              <a:gdLst/>
              <a:ahLst/>
              <a:cxnLst/>
              <a:rect l="l" t="t" r="r" b="b"/>
              <a:pathLst>
                <a:path w="2307" h="1286" extrusionOk="0">
                  <a:moveTo>
                    <a:pt x="640" y="1"/>
                  </a:moveTo>
                  <a:lnTo>
                    <a:pt x="1" y="325"/>
                  </a:lnTo>
                  <a:lnTo>
                    <a:pt x="1693" y="1285"/>
                  </a:lnTo>
                  <a:lnTo>
                    <a:pt x="2306" y="953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7"/>
            <p:cNvSpPr/>
            <p:nvPr/>
          </p:nvSpPr>
          <p:spPr>
            <a:xfrm>
              <a:off x="547025" y="1264375"/>
              <a:ext cx="15350" cy="13800"/>
            </a:xfrm>
            <a:custGeom>
              <a:avLst/>
              <a:gdLst/>
              <a:ahLst/>
              <a:cxnLst/>
              <a:rect l="l" t="t" r="r" b="b"/>
              <a:pathLst>
                <a:path w="614" h="552" extrusionOk="0">
                  <a:moveTo>
                    <a:pt x="613" y="0"/>
                  </a:moveTo>
                  <a:lnTo>
                    <a:pt x="0" y="332"/>
                  </a:lnTo>
                  <a:lnTo>
                    <a:pt x="0" y="551"/>
                  </a:lnTo>
                  <a:lnTo>
                    <a:pt x="613" y="199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7"/>
            <p:cNvSpPr/>
            <p:nvPr/>
          </p:nvSpPr>
          <p:spPr>
            <a:xfrm>
              <a:off x="539575" y="1200750"/>
              <a:ext cx="1350" cy="49825"/>
            </a:xfrm>
            <a:custGeom>
              <a:avLst/>
              <a:gdLst/>
              <a:ahLst/>
              <a:cxnLst/>
              <a:rect l="l" t="t" r="r" b="b"/>
              <a:pathLst>
                <a:path w="54" h="1993" extrusionOk="0">
                  <a:moveTo>
                    <a:pt x="1" y="0"/>
                  </a:moveTo>
                  <a:lnTo>
                    <a:pt x="1" y="1967"/>
                  </a:lnTo>
                  <a:lnTo>
                    <a:pt x="53" y="1993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7"/>
            <p:cNvSpPr/>
            <p:nvPr/>
          </p:nvSpPr>
          <p:spPr>
            <a:xfrm>
              <a:off x="550825" y="1200125"/>
              <a:ext cx="18550" cy="33675"/>
            </a:xfrm>
            <a:custGeom>
              <a:avLst/>
              <a:gdLst/>
              <a:ahLst/>
              <a:cxnLst/>
              <a:rect l="l" t="t" r="r" b="b"/>
              <a:pathLst>
                <a:path w="742" h="1347" extrusionOk="0">
                  <a:moveTo>
                    <a:pt x="740" y="1"/>
                  </a:moveTo>
                  <a:cubicBezTo>
                    <a:pt x="702" y="23"/>
                    <a:pt x="0" y="427"/>
                    <a:pt x="3" y="1346"/>
                  </a:cubicBezTo>
                  <a:lnTo>
                    <a:pt x="741" y="920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7"/>
            <p:cNvSpPr/>
            <p:nvPr/>
          </p:nvSpPr>
          <p:spPr>
            <a:xfrm>
              <a:off x="504625" y="1173550"/>
              <a:ext cx="64700" cy="60250"/>
            </a:xfrm>
            <a:custGeom>
              <a:avLst/>
              <a:gdLst/>
              <a:ahLst/>
              <a:cxnLst/>
              <a:rect l="l" t="t" r="r" b="b"/>
              <a:pathLst>
                <a:path w="2588" h="2410" extrusionOk="0">
                  <a:moveTo>
                    <a:pt x="740" y="1"/>
                  </a:moveTo>
                  <a:cubicBezTo>
                    <a:pt x="703" y="23"/>
                    <a:pt x="1" y="427"/>
                    <a:pt x="4" y="1347"/>
                  </a:cubicBezTo>
                  <a:lnTo>
                    <a:pt x="1851" y="2409"/>
                  </a:lnTo>
                  <a:cubicBezTo>
                    <a:pt x="1848" y="1490"/>
                    <a:pt x="2550" y="1086"/>
                    <a:pt x="2588" y="1064"/>
                  </a:cubicBezTo>
                  <a:lnTo>
                    <a:pt x="74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7"/>
            <p:cNvSpPr/>
            <p:nvPr/>
          </p:nvSpPr>
          <p:spPr>
            <a:xfrm>
              <a:off x="713775" y="1209700"/>
              <a:ext cx="46925" cy="47475"/>
            </a:xfrm>
            <a:custGeom>
              <a:avLst/>
              <a:gdLst/>
              <a:ahLst/>
              <a:cxnLst/>
              <a:rect l="l" t="t" r="r" b="b"/>
              <a:pathLst>
                <a:path w="1877" h="1899" extrusionOk="0">
                  <a:moveTo>
                    <a:pt x="1217" y="0"/>
                  </a:moveTo>
                  <a:cubicBezTo>
                    <a:pt x="1160" y="0"/>
                    <a:pt x="1098" y="18"/>
                    <a:pt x="1033" y="56"/>
                  </a:cubicBezTo>
                  <a:cubicBezTo>
                    <a:pt x="743" y="222"/>
                    <a:pt x="508" y="720"/>
                    <a:pt x="509" y="1166"/>
                  </a:cubicBezTo>
                  <a:lnTo>
                    <a:pt x="509" y="1184"/>
                  </a:lnTo>
                  <a:cubicBezTo>
                    <a:pt x="489" y="1175"/>
                    <a:pt x="467" y="1170"/>
                    <a:pt x="444" y="1170"/>
                  </a:cubicBezTo>
                  <a:cubicBezTo>
                    <a:pt x="408" y="1170"/>
                    <a:pt x="369" y="1181"/>
                    <a:pt x="328" y="1204"/>
                  </a:cubicBezTo>
                  <a:cubicBezTo>
                    <a:pt x="147" y="1309"/>
                    <a:pt x="0" y="1619"/>
                    <a:pt x="2" y="1899"/>
                  </a:cubicBezTo>
                  <a:lnTo>
                    <a:pt x="595" y="1557"/>
                  </a:lnTo>
                  <a:lnTo>
                    <a:pt x="657" y="1520"/>
                  </a:lnTo>
                  <a:lnTo>
                    <a:pt x="1414" y="1084"/>
                  </a:lnTo>
                  <a:lnTo>
                    <a:pt x="1478" y="1048"/>
                  </a:lnTo>
                  <a:lnTo>
                    <a:pt x="1877" y="818"/>
                  </a:lnTo>
                  <a:lnTo>
                    <a:pt x="1877" y="791"/>
                  </a:lnTo>
                  <a:cubicBezTo>
                    <a:pt x="1876" y="638"/>
                    <a:pt x="1812" y="543"/>
                    <a:pt x="1725" y="543"/>
                  </a:cubicBezTo>
                  <a:cubicBezTo>
                    <a:pt x="1699" y="543"/>
                    <a:pt x="1672" y="551"/>
                    <a:pt x="1643" y="568"/>
                  </a:cubicBezTo>
                  <a:cubicBezTo>
                    <a:pt x="1610" y="588"/>
                    <a:pt x="1581" y="613"/>
                    <a:pt x="1558" y="643"/>
                  </a:cubicBezTo>
                  <a:cubicBezTo>
                    <a:pt x="1559" y="615"/>
                    <a:pt x="1561" y="589"/>
                    <a:pt x="1559" y="562"/>
                  </a:cubicBezTo>
                  <a:cubicBezTo>
                    <a:pt x="1559" y="215"/>
                    <a:pt x="1417" y="0"/>
                    <a:pt x="1217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7"/>
            <p:cNvSpPr/>
            <p:nvPr/>
          </p:nvSpPr>
          <p:spPr>
            <a:xfrm>
              <a:off x="578850" y="1281975"/>
              <a:ext cx="47025" cy="47300"/>
            </a:xfrm>
            <a:custGeom>
              <a:avLst/>
              <a:gdLst/>
              <a:ahLst/>
              <a:cxnLst/>
              <a:rect l="l" t="t" r="r" b="b"/>
              <a:pathLst>
                <a:path w="1881" h="1892" extrusionOk="0">
                  <a:moveTo>
                    <a:pt x="657" y="1"/>
                  </a:moveTo>
                  <a:cubicBezTo>
                    <a:pt x="457" y="1"/>
                    <a:pt x="315" y="216"/>
                    <a:pt x="316" y="564"/>
                  </a:cubicBezTo>
                  <a:cubicBezTo>
                    <a:pt x="316" y="591"/>
                    <a:pt x="316" y="617"/>
                    <a:pt x="319" y="645"/>
                  </a:cubicBezTo>
                  <a:cubicBezTo>
                    <a:pt x="295" y="616"/>
                    <a:pt x="266" y="590"/>
                    <a:pt x="232" y="571"/>
                  </a:cubicBezTo>
                  <a:cubicBezTo>
                    <a:pt x="204" y="554"/>
                    <a:pt x="176" y="547"/>
                    <a:pt x="151" y="547"/>
                  </a:cubicBezTo>
                  <a:cubicBezTo>
                    <a:pt x="63" y="547"/>
                    <a:pt x="1" y="641"/>
                    <a:pt x="2" y="794"/>
                  </a:cubicBezTo>
                  <a:lnTo>
                    <a:pt x="2" y="822"/>
                  </a:lnTo>
                  <a:lnTo>
                    <a:pt x="400" y="1048"/>
                  </a:lnTo>
                  <a:lnTo>
                    <a:pt x="464" y="1084"/>
                  </a:lnTo>
                  <a:lnTo>
                    <a:pt x="1223" y="1518"/>
                  </a:lnTo>
                  <a:lnTo>
                    <a:pt x="1286" y="1554"/>
                  </a:lnTo>
                  <a:lnTo>
                    <a:pt x="1881" y="1892"/>
                  </a:lnTo>
                  <a:cubicBezTo>
                    <a:pt x="1880" y="1614"/>
                    <a:pt x="1732" y="1303"/>
                    <a:pt x="1550" y="1200"/>
                  </a:cubicBezTo>
                  <a:cubicBezTo>
                    <a:pt x="1510" y="1177"/>
                    <a:pt x="1471" y="1166"/>
                    <a:pt x="1435" y="1166"/>
                  </a:cubicBezTo>
                  <a:cubicBezTo>
                    <a:pt x="1412" y="1166"/>
                    <a:pt x="1390" y="1171"/>
                    <a:pt x="1369" y="1180"/>
                  </a:cubicBezTo>
                  <a:lnTo>
                    <a:pt x="1369" y="1164"/>
                  </a:lnTo>
                  <a:cubicBezTo>
                    <a:pt x="1368" y="717"/>
                    <a:pt x="1131" y="220"/>
                    <a:pt x="840" y="55"/>
                  </a:cubicBezTo>
                  <a:cubicBezTo>
                    <a:pt x="776" y="18"/>
                    <a:pt x="714" y="1"/>
                    <a:pt x="657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7"/>
            <p:cNvSpPr/>
            <p:nvPr/>
          </p:nvSpPr>
          <p:spPr>
            <a:xfrm>
              <a:off x="432200" y="1192100"/>
              <a:ext cx="47000" cy="44850"/>
            </a:xfrm>
            <a:custGeom>
              <a:avLst/>
              <a:gdLst/>
              <a:ahLst/>
              <a:cxnLst/>
              <a:rect l="l" t="t" r="r" b="b"/>
              <a:pathLst>
                <a:path w="1880" h="1794" extrusionOk="0">
                  <a:moveTo>
                    <a:pt x="848" y="1"/>
                  </a:moveTo>
                  <a:cubicBezTo>
                    <a:pt x="649" y="1"/>
                    <a:pt x="509" y="214"/>
                    <a:pt x="510" y="560"/>
                  </a:cubicBezTo>
                  <a:lnTo>
                    <a:pt x="510" y="578"/>
                  </a:lnTo>
                  <a:cubicBezTo>
                    <a:pt x="457" y="494"/>
                    <a:pt x="395" y="428"/>
                    <a:pt x="328" y="389"/>
                  </a:cubicBezTo>
                  <a:cubicBezTo>
                    <a:pt x="287" y="365"/>
                    <a:pt x="248" y="353"/>
                    <a:pt x="212" y="353"/>
                  </a:cubicBezTo>
                  <a:cubicBezTo>
                    <a:pt x="88" y="353"/>
                    <a:pt x="1" y="486"/>
                    <a:pt x="1" y="702"/>
                  </a:cubicBezTo>
                  <a:lnTo>
                    <a:pt x="595" y="1047"/>
                  </a:lnTo>
                  <a:lnTo>
                    <a:pt x="659" y="1083"/>
                  </a:lnTo>
                  <a:lnTo>
                    <a:pt x="1417" y="1524"/>
                  </a:lnTo>
                  <a:lnTo>
                    <a:pt x="1481" y="1560"/>
                  </a:lnTo>
                  <a:lnTo>
                    <a:pt x="1880" y="1794"/>
                  </a:lnTo>
                  <a:lnTo>
                    <a:pt x="1880" y="1766"/>
                  </a:lnTo>
                  <a:cubicBezTo>
                    <a:pt x="1880" y="1569"/>
                    <a:pt x="1776" y="1348"/>
                    <a:pt x="1648" y="1275"/>
                  </a:cubicBezTo>
                  <a:cubicBezTo>
                    <a:pt x="1622" y="1259"/>
                    <a:pt x="1591" y="1250"/>
                    <a:pt x="1561" y="1250"/>
                  </a:cubicBezTo>
                  <a:cubicBezTo>
                    <a:pt x="1562" y="1224"/>
                    <a:pt x="1564" y="1198"/>
                    <a:pt x="1564" y="1172"/>
                  </a:cubicBezTo>
                  <a:cubicBezTo>
                    <a:pt x="1562" y="725"/>
                    <a:pt x="1326" y="225"/>
                    <a:pt x="1035" y="56"/>
                  </a:cubicBezTo>
                  <a:cubicBezTo>
                    <a:pt x="969" y="19"/>
                    <a:pt x="906" y="1"/>
                    <a:pt x="848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569675" y="1332500"/>
              <a:ext cx="18175" cy="23325"/>
            </a:xfrm>
            <a:custGeom>
              <a:avLst/>
              <a:gdLst/>
              <a:ahLst/>
              <a:cxnLst/>
              <a:rect l="l" t="t" r="r" b="b"/>
              <a:pathLst>
                <a:path w="727" h="933" extrusionOk="0">
                  <a:moveTo>
                    <a:pt x="309" y="0"/>
                  </a:moveTo>
                  <a:lnTo>
                    <a:pt x="203" y="416"/>
                  </a:lnTo>
                  <a:lnTo>
                    <a:pt x="0" y="191"/>
                  </a:lnTo>
                  <a:lnTo>
                    <a:pt x="0" y="191"/>
                  </a:lnTo>
                  <a:lnTo>
                    <a:pt x="55" y="639"/>
                  </a:lnTo>
                  <a:lnTo>
                    <a:pt x="563" y="932"/>
                  </a:lnTo>
                  <a:lnTo>
                    <a:pt x="727" y="370"/>
                  </a:lnTo>
                  <a:lnTo>
                    <a:pt x="441" y="560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7"/>
            <p:cNvSpPr/>
            <p:nvPr/>
          </p:nvSpPr>
          <p:spPr>
            <a:xfrm>
              <a:off x="301450" y="782200"/>
              <a:ext cx="128725" cy="123075"/>
            </a:xfrm>
            <a:custGeom>
              <a:avLst/>
              <a:gdLst/>
              <a:ahLst/>
              <a:cxnLst/>
              <a:rect l="l" t="t" r="r" b="b"/>
              <a:pathLst>
                <a:path w="5149" h="4923" extrusionOk="0">
                  <a:moveTo>
                    <a:pt x="2329" y="0"/>
                  </a:moveTo>
                  <a:cubicBezTo>
                    <a:pt x="1785" y="0"/>
                    <a:pt x="1398" y="584"/>
                    <a:pt x="1398" y="1533"/>
                  </a:cubicBezTo>
                  <a:cubicBezTo>
                    <a:pt x="1398" y="1549"/>
                    <a:pt x="1398" y="1563"/>
                    <a:pt x="1400" y="1581"/>
                  </a:cubicBezTo>
                  <a:cubicBezTo>
                    <a:pt x="1256" y="1350"/>
                    <a:pt x="1085" y="1166"/>
                    <a:pt x="901" y="1059"/>
                  </a:cubicBezTo>
                  <a:cubicBezTo>
                    <a:pt x="788" y="993"/>
                    <a:pt x="681" y="962"/>
                    <a:pt x="581" y="962"/>
                  </a:cubicBezTo>
                  <a:cubicBezTo>
                    <a:pt x="242" y="962"/>
                    <a:pt x="0" y="1326"/>
                    <a:pt x="0" y="1917"/>
                  </a:cubicBezTo>
                  <a:lnTo>
                    <a:pt x="1629" y="2868"/>
                  </a:lnTo>
                  <a:lnTo>
                    <a:pt x="1801" y="2970"/>
                  </a:lnTo>
                  <a:lnTo>
                    <a:pt x="3881" y="4183"/>
                  </a:lnTo>
                  <a:lnTo>
                    <a:pt x="4053" y="4285"/>
                  </a:lnTo>
                  <a:lnTo>
                    <a:pt x="5147" y="4923"/>
                  </a:lnTo>
                  <a:cubicBezTo>
                    <a:pt x="5147" y="4900"/>
                    <a:pt x="5148" y="4875"/>
                    <a:pt x="5148" y="4849"/>
                  </a:cubicBezTo>
                  <a:cubicBezTo>
                    <a:pt x="5148" y="4310"/>
                    <a:pt x="4864" y="3708"/>
                    <a:pt x="4513" y="3502"/>
                  </a:cubicBezTo>
                  <a:cubicBezTo>
                    <a:pt x="4433" y="3457"/>
                    <a:pt x="4358" y="3433"/>
                    <a:pt x="4287" y="3433"/>
                  </a:cubicBezTo>
                  <a:cubicBezTo>
                    <a:pt x="4283" y="3433"/>
                    <a:pt x="4279" y="3434"/>
                    <a:pt x="4275" y="3434"/>
                  </a:cubicBezTo>
                  <a:cubicBezTo>
                    <a:pt x="4281" y="3364"/>
                    <a:pt x="4284" y="3292"/>
                    <a:pt x="4284" y="3219"/>
                  </a:cubicBezTo>
                  <a:cubicBezTo>
                    <a:pt x="4284" y="1992"/>
                    <a:pt x="3637" y="621"/>
                    <a:pt x="2841" y="155"/>
                  </a:cubicBezTo>
                  <a:cubicBezTo>
                    <a:pt x="2661" y="50"/>
                    <a:pt x="2488" y="0"/>
                    <a:pt x="2329" y="0"/>
                  </a:cubicBez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7"/>
            <p:cNvSpPr/>
            <p:nvPr/>
          </p:nvSpPr>
          <p:spPr>
            <a:xfrm>
              <a:off x="491075" y="1355800"/>
              <a:ext cx="15000" cy="19200"/>
            </a:xfrm>
            <a:custGeom>
              <a:avLst/>
              <a:gdLst/>
              <a:ahLst/>
              <a:cxnLst/>
              <a:rect l="l" t="t" r="r" b="b"/>
              <a:pathLst>
                <a:path w="600" h="768" extrusionOk="0">
                  <a:moveTo>
                    <a:pt x="254" y="0"/>
                  </a:moveTo>
                  <a:lnTo>
                    <a:pt x="167" y="343"/>
                  </a:lnTo>
                  <a:lnTo>
                    <a:pt x="1" y="157"/>
                  </a:lnTo>
                  <a:lnTo>
                    <a:pt x="46" y="527"/>
                  </a:lnTo>
                  <a:lnTo>
                    <a:pt x="463" y="767"/>
                  </a:lnTo>
                  <a:lnTo>
                    <a:pt x="599" y="303"/>
                  </a:lnTo>
                  <a:lnTo>
                    <a:pt x="363" y="462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7"/>
            <p:cNvSpPr/>
            <p:nvPr/>
          </p:nvSpPr>
          <p:spPr>
            <a:xfrm>
              <a:off x="482950" y="683625"/>
              <a:ext cx="262500" cy="217000"/>
            </a:xfrm>
            <a:custGeom>
              <a:avLst/>
              <a:gdLst/>
              <a:ahLst/>
              <a:cxnLst/>
              <a:rect l="l" t="t" r="r" b="b"/>
              <a:pathLst>
                <a:path w="10500" h="8680" extrusionOk="0">
                  <a:moveTo>
                    <a:pt x="277" y="0"/>
                  </a:moveTo>
                  <a:cubicBezTo>
                    <a:pt x="114" y="0"/>
                    <a:pt x="1" y="137"/>
                    <a:pt x="1" y="371"/>
                  </a:cubicBezTo>
                  <a:lnTo>
                    <a:pt x="1" y="2297"/>
                  </a:lnTo>
                  <a:cubicBezTo>
                    <a:pt x="1" y="2621"/>
                    <a:pt x="215" y="3005"/>
                    <a:pt x="481" y="3157"/>
                  </a:cubicBezTo>
                  <a:lnTo>
                    <a:pt x="10019" y="8618"/>
                  </a:lnTo>
                  <a:cubicBezTo>
                    <a:pt x="10092" y="8659"/>
                    <a:pt x="10161" y="8679"/>
                    <a:pt x="10222" y="8679"/>
                  </a:cubicBezTo>
                  <a:cubicBezTo>
                    <a:pt x="10385" y="8679"/>
                    <a:pt x="10498" y="8542"/>
                    <a:pt x="10499" y="8308"/>
                  </a:cubicBezTo>
                  <a:lnTo>
                    <a:pt x="10499" y="6382"/>
                  </a:lnTo>
                  <a:cubicBezTo>
                    <a:pt x="10499" y="6059"/>
                    <a:pt x="10283" y="5674"/>
                    <a:pt x="10019" y="5522"/>
                  </a:cubicBezTo>
                  <a:lnTo>
                    <a:pt x="481" y="61"/>
                  </a:lnTo>
                  <a:cubicBezTo>
                    <a:pt x="408" y="20"/>
                    <a:pt x="339" y="0"/>
                    <a:pt x="277" y="0"/>
                  </a:cubicBez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7"/>
            <p:cNvSpPr/>
            <p:nvPr/>
          </p:nvSpPr>
          <p:spPr>
            <a:xfrm>
              <a:off x="498550" y="714900"/>
              <a:ext cx="37625" cy="50225"/>
            </a:xfrm>
            <a:custGeom>
              <a:avLst/>
              <a:gdLst/>
              <a:ahLst/>
              <a:cxnLst/>
              <a:rect l="l" t="t" r="r" b="b"/>
              <a:pathLst>
                <a:path w="1505" h="2009" extrusionOk="0">
                  <a:moveTo>
                    <a:pt x="753" y="1"/>
                  </a:moveTo>
                  <a:lnTo>
                    <a:pt x="521" y="440"/>
                  </a:lnTo>
                  <a:lnTo>
                    <a:pt x="0" y="236"/>
                  </a:lnTo>
                  <a:lnTo>
                    <a:pt x="0" y="236"/>
                  </a:lnTo>
                  <a:lnTo>
                    <a:pt x="377" y="897"/>
                  </a:lnTo>
                  <a:lnTo>
                    <a:pt x="287" y="1477"/>
                  </a:lnTo>
                  <a:lnTo>
                    <a:pt x="753" y="1445"/>
                  </a:lnTo>
                  <a:lnTo>
                    <a:pt x="1217" y="2009"/>
                  </a:lnTo>
                  <a:lnTo>
                    <a:pt x="1128" y="1327"/>
                  </a:lnTo>
                  <a:lnTo>
                    <a:pt x="1504" y="1095"/>
                  </a:lnTo>
                  <a:lnTo>
                    <a:pt x="985" y="707"/>
                  </a:lnTo>
                  <a:lnTo>
                    <a:pt x="753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7"/>
            <p:cNvSpPr/>
            <p:nvPr/>
          </p:nvSpPr>
          <p:spPr>
            <a:xfrm>
              <a:off x="546975" y="742600"/>
              <a:ext cx="37625" cy="50225"/>
            </a:xfrm>
            <a:custGeom>
              <a:avLst/>
              <a:gdLst/>
              <a:ahLst/>
              <a:cxnLst/>
              <a:rect l="l" t="t" r="r" b="b"/>
              <a:pathLst>
                <a:path w="1505" h="2009" extrusionOk="0">
                  <a:moveTo>
                    <a:pt x="752" y="1"/>
                  </a:moveTo>
                  <a:lnTo>
                    <a:pt x="520" y="441"/>
                  </a:lnTo>
                  <a:lnTo>
                    <a:pt x="1" y="235"/>
                  </a:lnTo>
                  <a:lnTo>
                    <a:pt x="376" y="898"/>
                  </a:lnTo>
                  <a:lnTo>
                    <a:pt x="288" y="1477"/>
                  </a:lnTo>
                  <a:lnTo>
                    <a:pt x="752" y="1446"/>
                  </a:lnTo>
                  <a:lnTo>
                    <a:pt x="1217" y="2009"/>
                  </a:lnTo>
                  <a:lnTo>
                    <a:pt x="1127" y="1329"/>
                  </a:lnTo>
                  <a:lnTo>
                    <a:pt x="1504" y="1097"/>
                  </a:lnTo>
                  <a:lnTo>
                    <a:pt x="984" y="707"/>
                  </a:lnTo>
                  <a:lnTo>
                    <a:pt x="75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595375" y="770325"/>
              <a:ext cx="37625" cy="50250"/>
            </a:xfrm>
            <a:custGeom>
              <a:avLst/>
              <a:gdLst/>
              <a:ahLst/>
              <a:cxnLst/>
              <a:rect l="l" t="t" r="r" b="b"/>
              <a:pathLst>
                <a:path w="1505" h="2010" extrusionOk="0">
                  <a:moveTo>
                    <a:pt x="752" y="1"/>
                  </a:moveTo>
                  <a:lnTo>
                    <a:pt x="520" y="440"/>
                  </a:lnTo>
                  <a:lnTo>
                    <a:pt x="0" y="236"/>
                  </a:lnTo>
                  <a:lnTo>
                    <a:pt x="376" y="897"/>
                  </a:lnTo>
                  <a:lnTo>
                    <a:pt x="288" y="1477"/>
                  </a:lnTo>
                  <a:lnTo>
                    <a:pt x="752" y="1445"/>
                  </a:lnTo>
                  <a:lnTo>
                    <a:pt x="1217" y="2009"/>
                  </a:lnTo>
                  <a:lnTo>
                    <a:pt x="1129" y="1328"/>
                  </a:lnTo>
                  <a:lnTo>
                    <a:pt x="1504" y="1096"/>
                  </a:lnTo>
                  <a:lnTo>
                    <a:pt x="985" y="707"/>
                  </a:lnTo>
                  <a:lnTo>
                    <a:pt x="75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643775" y="798025"/>
              <a:ext cx="37625" cy="50225"/>
            </a:xfrm>
            <a:custGeom>
              <a:avLst/>
              <a:gdLst/>
              <a:ahLst/>
              <a:cxnLst/>
              <a:rect l="l" t="t" r="r" b="b"/>
              <a:pathLst>
                <a:path w="1505" h="2009" extrusionOk="0">
                  <a:moveTo>
                    <a:pt x="753" y="1"/>
                  </a:moveTo>
                  <a:lnTo>
                    <a:pt x="521" y="441"/>
                  </a:lnTo>
                  <a:lnTo>
                    <a:pt x="0" y="236"/>
                  </a:lnTo>
                  <a:lnTo>
                    <a:pt x="377" y="898"/>
                  </a:lnTo>
                  <a:lnTo>
                    <a:pt x="287" y="1477"/>
                  </a:lnTo>
                  <a:lnTo>
                    <a:pt x="753" y="1446"/>
                  </a:lnTo>
                  <a:lnTo>
                    <a:pt x="1217" y="2009"/>
                  </a:lnTo>
                  <a:lnTo>
                    <a:pt x="1217" y="2009"/>
                  </a:lnTo>
                  <a:lnTo>
                    <a:pt x="1128" y="1329"/>
                  </a:lnTo>
                  <a:lnTo>
                    <a:pt x="1504" y="1097"/>
                  </a:lnTo>
                  <a:lnTo>
                    <a:pt x="985" y="707"/>
                  </a:lnTo>
                  <a:lnTo>
                    <a:pt x="753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7"/>
            <p:cNvSpPr/>
            <p:nvPr/>
          </p:nvSpPr>
          <p:spPr>
            <a:xfrm>
              <a:off x="692200" y="825750"/>
              <a:ext cx="37625" cy="50250"/>
            </a:xfrm>
            <a:custGeom>
              <a:avLst/>
              <a:gdLst/>
              <a:ahLst/>
              <a:cxnLst/>
              <a:rect l="l" t="t" r="r" b="b"/>
              <a:pathLst>
                <a:path w="1505" h="2010" extrusionOk="0">
                  <a:moveTo>
                    <a:pt x="752" y="1"/>
                  </a:moveTo>
                  <a:lnTo>
                    <a:pt x="520" y="440"/>
                  </a:lnTo>
                  <a:lnTo>
                    <a:pt x="1" y="236"/>
                  </a:lnTo>
                  <a:lnTo>
                    <a:pt x="376" y="897"/>
                  </a:lnTo>
                  <a:lnTo>
                    <a:pt x="288" y="1477"/>
                  </a:lnTo>
                  <a:lnTo>
                    <a:pt x="752" y="1445"/>
                  </a:lnTo>
                  <a:lnTo>
                    <a:pt x="1216" y="2009"/>
                  </a:lnTo>
                  <a:lnTo>
                    <a:pt x="1127" y="1328"/>
                  </a:lnTo>
                  <a:lnTo>
                    <a:pt x="1504" y="1096"/>
                  </a:lnTo>
                  <a:lnTo>
                    <a:pt x="984" y="707"/>
                  </a:lnTo>
                  <a:lnTo>
                    <a:pt x="75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603125" y="820025"/>
              <a:ext cx="22100" cy="33650"/>
            </a:xfrm>
            <a:custGeom>
              <a:avLst/>
              <a:gdLst/>
              <a:ahLst/>
              <a:cxnLst/>
              <a:rect l="l" t="t" r="r" b="b"/>
              <a:pathLst>
                <a:path w="884" h="1346" extrusionOk="0">
                  <a:moveTo>
                    <a:pt x="1" y="1"/>
                  </a:moveTo>
                  <a:lnTo>
                    <a:pt x="471" y="1345"/>
                  </a:lnTo>
                  <a:lnTo>
                    <a:pt x="884" y="50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271525" y="1042075"/>
              <a:ext cx="187050" cy="181400"/>
            </a:xfrm>
            <a:custGeom>
              <a:avLst/>
              <a:gdLst/>
              <a:ahLst/>
              <a:cxnLst/>
              <a:rect l="l" t="t" r="r" b="b"/>
              <a:pathLst>
                <a:path w="7482" h="7256" extrusionOk="0">
                  <a:moveTo>
                    <a:pt x="7202" y="1"/>
                  </a:moveTo>
                  <a:cubicBezTo>
                    <a:pt x="7138" y="1"/>
                    <a:pt x="7068" y="21"/>
                    <a:pt x="6993" y="63"/>
                  </a:cubicBezTo>
                  <a:lnTo>
                    <a:pt x="490" y="3730"/>
                  </a:lnTo>
                  <a:cubicBezTo>
                    <a:pt x="220" y="3882"/>
                    <a:pt x="1" y="4268"/>
                    <a:pt x="1" y="4591"/>
                  </a:cubicBezTo>
                  <a:lnTo>
                    <a:pt x="1" y="6885"/>
                  </a:lnTo>
                  <a:cubicBezTo>
                    <a:pt x="1" y="7118"/>
                    <a:pt x="115" y="7255"/>
                    <a:pt x="281" y="7255"/>
                  </a:cubicBezTo>
                  <a:cubicBezTo>
                    <a:pt x="344" y="7255"/>
                    <a:pt x="415" y="7235"/>
                    <a:pt x="490" y="7193"/>
                  </a:cubicBezTo>
                  <a:lnTo>
                    <a:pt x="6993" y="3526"/>
                  </a:lnTo>
                  <a:cubicBezTo>
                    <a:pt x="7263" y="3373"/>
                    <a:pt x="7482" y="2988"/>
                    <a:pt x="7482" y="2664"/>
                  </a:cubicBezTo>
                  <a:lnTo>
                    <a:pt x="7482" y="370"/>
                  </a:lnTo>
                  <a:cubicBezTo>
                    <a:pt x="7482" y="137"/>
                    <a:pt x="7367" y="1"/>
                    <a:pt x="7202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7"/>
            <p:cNvSpPr/>
            <p:nvPr/>
          </p:nvSpPr>
          <p:spPr>
            <a:xfrm>
              <a:off x="357925" y="1168075"/>
              <a:ext cx="15750" cy="22975"/>
            </a:xfrm>
            <a:custGeom>
              <a:avLst/>
              <a:gdLst/>
              <a:ahLst/>
              <a:cxnLst/>
              <a:rect l="l" t="t" r="r" b="b"/>
              <a:pathLst>
                <a:path w="630" h="919" extrusionOk="0">
                  <a:moveTo>
                    <a:pt x="630" y="1"/>
                  </a:moveTo>
                  <a:lnTo>
                    <a:pt x="0" y="356"/>
                  </a:lnTo>
                  <a:lnTo>
                    <a:pt x="335" y="919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7"/>
            <p:cNvSpPr/>
            <p:nvPr/>
          </p:nvSpPr>
          <p:spPr>
            <a:xfrm>
              <a:off x="289475" y="1150150"/>
              <a:ext cx="28050" cy="34200"/>
            </a:xfrm>
            <a:custGeom>
              <a:avLst/>
              <a:gdLst/>
              <a:ahLst/>
              <a:cxnLst/>
              <a:rect l="l" t="t" r="r" b="b"/>
              <a:pathLst>
                <a:path w="1122" h="1368" extrusionOk="0">
                  <a:moveTo>
                    <a:pt x="1122" y="0"/>
                  </a:moveTo>
                  <a:lnTo>
                    <a:pt x="917" y="116"/>
                  </a:lnTo>
                  <a:lnTo>
                    <a:pt x="784" y="776"/>
                  </a:lnTo>
                  <a:lnTo>
                    <a:pt x="781" y="777"/>
                  </a:lnTo>
                  <a:lnTo>
                    <a:pt x="658" y="263"/>
                  </a:lnTo>
                  <a:lnTo>
                    <a:pt x="466" y="371"/>
                  </a:lnTo>
                  <a:lnTo>
                    <a:pt x="346" y="1025"/>
                  </a:lnTo>
                  <a:lnTo>
                    <a:pt x="343" y="1027"/>
                  </a:lnTo>
                  <a:lnTo>
                    <a:pt x="210" y="515"/>
                  </a:lnTo>
                  <a:lnTo>
                    <a:pt x="1" y="634"/>
                  </a:lnTo>
                  <a:lnTo>
                    <a:pt x="230" y="1368"/>
                  </a:lnTo>
                  <a:lnTo>
                    <a:pt x="434" y="1250"/>
                  </a:lnTo>
                  <a:lnTo>
                    <a:pt x="558" y="602"/>
                  </a:lnTo>
                  <a:lnTo>
                    <a:pt x="560" y="600"/>
                  </a:lnTo>
                  <a:lnTo>
                    <a:pt x="690" y="1108"/>
                  </a:lnTo>
                  <a:lnTo>
                    <a:pt x="894" y="993"/>
                  </a:lnTo>
                  <a:lnTo>
                    <a:pt x="1122" y="0"/>
                  </a:lnTo>
                  <a:close/>
                </a:path>
              </a:pathLst>
            </a:custGeom>
            <a:solidFill>
              <a:srgbClr val="FE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7"/>
            <p:cNvSpPr/>
            <p:nvPr/>
          </p:nvSpPr>
          <p:spPr>
            <a:xfrm>
              <a:off x="318700" y="1142450"/>
              <a:ext cx="18225" cy="25375"/>
            </a:xfrm>
            <a:custGeom>
              <a:avLst/>
              <a:gdLst/>
              <a:ahLst/>
              <a:cxnLst/>
              <a:rect l="l" t="t" r="r" b="b"/>
              <a:pathLst>
                <a:path w="729" h="1015" extrusionOk="0">
                  <a:moveTo>
                    <a:pt x="434" y="210"/>
                  </a:moveTo>
                  <a:cubicBezTo>
                    <a:pt x="480" y="210"/>
                    <a:pt x="509" y="249"/>
                    <a:pt x="523" y="327"/>
                  </a:cubicBezTo>
                  <a:lnTo>
                    <a:pt x="199" y="508"/>
                  </a:lnTo>
                  <a:cubicBezTo>
                    <a:pt x="202" y="460"/>
                    <a:pt x="215" y="414"/>
                    <a:pt x="235" y="372"/>
                  </a:cubicBezTo>
                  <a:cubicBezTo>
                    <a:pt x="263" y="313"/>
                    <a:pt x="308" y="265"/>
                    <a:pt x="364" y="233"/>
                  </a:cubicBezTo>
                  <a:cubicBezTo>
                    <a:pt x="391" y="218"/>
                    <a:pt x="414" y="210"/>
                    <a:pt x="434" y="210"/>
                  </a:cubicBezTo>
                  <a:close/>
                  <a:moveTo>
                    <a:pt x="524" y="1"/>
                  </a:moveTo>
                  <a:cubicBezTo>
                    <a:pt x="479" y="1"/>
                    <a:pt x="428" y="17"/>
                    <a:pt x="370" y="50"/>
                  </a:cubicBezTo>
                  <a:cubicBezTo>
                    <a:pt x="257" y="115"/>
                    <a:pt x="164" y="212"/>
                    <a:pt x="103" y="328"/>
                  </a:cubicBezTo>
                  <a:cubicBezTo>
                    <a:pt x="38" y="446"/>
                    <a:pt x="2" y="579"/>
                    <a:pt x="2" y="714"/>
                  </a:cubicBezTo>
                  <a:cubicBezTo>
                    <a:pt x="1" y="849"/>
                    <a:pt x="34" y="939"/>
                    <a:pt x="101" y="985"/>
                  </a:cubicBezTo>
                  <a:cubicBezTo>
                    <a:pt x="129" y="1005"/>
                    <a:pt x="161" y="1015"/>
                    <a:pt x="197" y="1015"/>
                  </a:cubicBezTo>
                  <a:cubicBezTo>
                    <a:pt x="247" y="1015"/>
                    <a:pt x="305" y="996"/>
                    <a:pt x="370" y="959"/>
                  </a:cubicBezTo>
                  <a:cubicBezTo>
                    <a:pt x="543" y="862"/>
                    <a:pt x="656" y="703"/>
                    <a:pt x="708" y="479"/>
                  </a:cubicBezTo>
                  <a:lnTo>
                    <a:pt x="708" y="479"/>
                  </a:lnTo>
                  <a:lnTo>
                    <a:pt x="534" y="576"/>
                  </a:lnTo>
                  <a:cubicBezTo>
                    <a:pt x="524" y="616"/>
                    <a:pt x="507" y="652"/>
                    <a:pt x="480" y="682"/>
                  </a:cubicBezTo>
                  <a:cubicBezTo>
                    <a:pt x="453" y="721"/>
                    <a:pt x="418" y="753"/>
                    <a:pt x="378" y="778"/>
                  </a:cubicBezTo>
                  <a:cubicBezTo>
                    <a:pt x="343" y="797"/>
                    <a:pt x="313" y="807"/>
                    <a:pt x="289" y="807"/>
                  </a:cubicBezTo>
                  <a:cubicBezTo>
                    <a:pt x="233" y="807"/>
                    <a:pt x="203" y="758"/>
                    <a:pt x="199" y="659"/>
                  </a:cubicBezTo>
                  <a:lnTo>
                    <a:pt x="721" y="365"/>
                  </a:lnTo>
                  <a:cubicBezTo>
                    <a:pt x="728" y="218"/>
                    <a:pt x="702" y="115"/>
                    <a:pt x="641" y="53"/>
                  </a:cubicBezTo>
                  <a:cubicBezTo>
                    <a:pt x="609" y="18"/>
                    <a:pt x="570" y="1"/>
                    <a:pt x="524" y="1"/>
                  </a:cubicBezTo>
                  <a:close/>
                </a:path>
              </a:pathLst>
            </a:custGeom>
            <a:solidFill>
              <a:srgbClr val="FE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7"/>
            <p:cNvSpPr/>
            <p:nvPr/>
          </p:nvSpPr>
          <p:spPr>
            <a:xfrm>
              <a:off x="339800" y="1126550"/>
              <a:ext cx="5000" cy="32650"/>
            </a:xfrm>
            <a:custGeom>
              <a:avLst/>
              <a:gdLst/>
              <a:ahLst/>
              <a:cxnLst/>
              <a:rect l="l" t="t" r="r" b="b"/>
              <a:pathLst>
                <a:path w="200" h="1306" extrusionOk="0">
                  <a:moveTo>
                    <a:pt x="199" y="0"/>
                  </a:moveTo>
                  <a:lnTo>
                    <a:pt x="0" y="113"/>
                  </a:lnTo>
                  <a:lnTo>
                    <a:pt x="0" y="1305"/>
                  </a:lnTo>
                  <a:lnTo>
                    <a:pt x="199" y="1194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FE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7"/>
            <p:cNvSpPr/>
            <p:nvPr/>
          </p:nvSpPr>
          <p:spPr>
            <a:xfrm>
              <a:off x="348100" y="1125700"/>
              <a:ext cx="17850" cy="25550"/>
            </a:xfrm>
            <a:custGeom>
              <a:avLst/>
              <a:gdLst/>
              <a:ahLst/>
              <a:cxnLst/>
              <a:rect l="l" t="t" r="r" b="b"/>
              <a:pathLst>
                <a:path w="714" h="1022" extrusionOk="0">
                  <a:moveTo>
                    <a:pt x="545" y="0"/>
                  </a:moveTo>
                  <a:cubicBezTo>
                    <a:pt x="495" y="0"/>
                    <a:pt x="436" y="19"/>
                    <a:pt x="369" y="57"/>
                  </a:cubicBezTo>
                  <a:cubicBezTo>
                    <a:pt x="253" y="124"/>
                    <a:pt x="159" y="224"/>
                    <a:pt x="98" y="344"/>
                  </a:cubicBezTo>
                  <a:cubicBezTo>
                    <a:pt x="34" y="465"/>
                    <a:pt x="1" y="598"/>
                    <a:pt x="1" y="733"/>
                  </a:cubicBezTo>
                  <a:cubicBezTo>
                    <a:pt x="1" y="862"/>
                    <a:pt x="34" y="949"/>
                    <a:pt x="102" y="994"/>
                  </a:cubicBezTo>
                  <a:cubicBezTo>
                    <a:pt x="131" y="1013"/>
                    <a:pt x="163" y="1022"/>
                    <a:pt x="199" y="1022"/>
                  </a:cubicBezTo>
                  <a:cubicBezTo>
                    <a:pt x="248" y="1022"/>
                    <a:pt x="303" y="1005"/>
                    <a:pt x="366" y="969"/>
                  </a:cubicBezTo>
                  <a:cubicBezTo>
                    <a:pt x="462" y="914"/>
                    <a:pt x="544" y="836"/>
                    <a:pt x="602" y="742"/>
                  </a:cubicBezTo>
                  <a:cubicBezTo>
                    <a:pt x="665" y="645"/>
                    <a:pt x="704" y="533"/>
                    <a:pt x="714" y="417"/>
                  </a:cubicBezTo>
                  <a:lnTo>
                    <a:pt x="714" y="417"/>
                  </a:lnTo>
                  <a:lnTo>
                    <a:pt x="523" y="526"/>
                  </a:lnTo>
                  <a:cubicBezTo>
                    <a:pt x="508" y="650"/>
                    <a:pt x="456" y="739"/>
                    <a:pt x="364" y="791"/>
                  </a:cubicBezTo>
                  <a:cubicBezTo>
                    <a:pt x="341" y="804"/>
                    <a:pt x="319" y="811"/>
                    <a:pt x="300" y="811"/>
                  </a:cubicBezTo>
                  <a:cubicBezTo>
                    <a:pt x="274" y="811"/>
                    <a:pt x="252" y="798"/>
                    <a:pt x="235" y="772"/>
                  </a:cubicBezTo>
                  <a:cubicBezTo>
                    <a:pt x="212" y="737"/>
                    <a:pt x="199" y="684"/>
                    <a:pt x="199" y="611"/>
                  </a:cubicBezTo>
                  <a:cubicBezTo>
                    <a:pt x="199" y="540"/>
                    <a:pt x="211" y="469"/>
                    <a:pt x="235" y="402"/>
                  </a:cubicBezTo>
                  <a:cubicBezTo>
                    <a:pt x="266" y="323"/>
                    <a:pt x="311" y="268"/>
                    <a:pt x="369" y="236"/>
                  </a:cubicBezTo>
                  <a:cubicBezTo>
                    <a:pt x="398" y="219"/>
                    <a:pt x="423" y="211"/>
                    <a:pt x="443" y="211"/>
                  </a:cubicBezTo>
                  <a:cubicBezTo>
                    <a:pt x="483" y="211"/>
                    <a:pt x="507" y="241"/>
                    <a:pt x="515" y="301"/>
                  </a:cubicBezTo>
                  <a:lnTo>
                    <a:pt x="710" y="192"/>
                  </a:lnTo>
                  <a:cubicBezTo>
                    <a:pt x="704" y="91"/>
                    <a:pt x="668" y="30"/>
                    <a:pt x="598" y="8"/>
                  </a:cubicBezTo>
                  <a:cubicBezTo>
                    <a:pt x="582" y="3"/>
                    <a:pt x="564" y="0"/>
                    <a:pt x="545" y="0"/>
                  </a:cubicBezTo>
                  <a:close/>
                </a:path>
              </a:pathLst>
            </a:custGeom>
            <a:solidFill>
              <a:srgbClr val="FE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7"/>
            <p:cNvSpPr/>
            <p:nvPr/>
          </p:nvSpPr>
          <p:spPr>
            <a:xfrm>
              <a:off x="368150" y="1114325"/>
              <a:ext cx="18725" cy="25575"/>
            </a:xfrm>
            <a:custGeom>
              <a:avLst/>
              <a:gdLst/>
              <a:ahLst/>
              <a:cxnLst/>
              <a:rect l="l" t="t" r="r" b="b"/>
              <a:pathLst>
                <a:path w="749" h="1023" extrusionOk="0">
                  <a:moveTo>
                    <a:pt x="455" y="210"/>
                  </a:moveTo>
                  <a:cubicBezTo>
                    <a:pt x="518" y="210"/>
                    <a:pt x="550" y="278"/>
                    <a:pt x="550" y="414"/>
                  </a:cubicBezTo>
                  <a:cubicBezTo>
                    <a:pt x="550" y="596"/>
                    <a:pt x="492" y="721"/>
                    <a:pt x="375" y="788"/>
                  </a:cubicBezTo>
                  <a:cubicBezTo>
                    <a:pt x="346" y="804"/>
                    <a:pt x="321" y="812"/>
                    <a:pt x="299" y="812"/>
                  </a:cubicBezTo>
                  <a:cubicBezTo>
                    <a:pt x="274" y="812"/>
                    <a:pt x="253" y="801"/>
                    <a:pt x="237" y="779"/>
                  </a:cubicBezTo>
                  <a:cubicBezTo>
                    <a:pt x="212" y="746"/>
                    <a:pt x="199" y="691"/>
                    <a:pt x="199" y="611"/>
                  </a:cubicBezTo>
                  <a:lnTo>
                    <a:pt x="201" y="611"/>
                  </a:lnTo>
                  <a:cubicBezTo>
                    <a:pt x="201" y="427"/>
                    <a:pt x="259" y="301"/>
                    <a:pt x="375" y="235"/>
                  </a:cubicBezTo>
                  <a:cubicBezTo>
                    <a:pt x="405" y="218"/>
                    <a:pt x="432" y="210"/>
                    <a:pt x="455" y="210"/>
                  </a:cubicBezTo>
                  <a:close/>
                  <a:moveTo>
                    <a:pt x="552" y="0"/>
                  </a:moveTo>
                  <a:cubicBezTo>
                    <a:pt x="501" y="0"/>
                    <a:pt x="442" y="19"/>
                    <a:pt x="375" y="57"/>
                  </a:cubicBezTo>
                  <a:cubicBezTo>
                    <a:pt x="260" y="122"/>
                    <a:pt x="166" y="218"/>
                    <a:pt x="103" y="334"/>
                  </a:cubicBezTo>
                  <a:cubicBezTo>
                    <a:pt x="35" y="453"/>
                    <a:pt x="0" y="586"/>
                    <a:pt x="2" y="723"/>
                  </a:cubicBezTo>
                  <a:cubicBezTo>
                    <a:pt x="0" y="860"/>
                    <a:pt x="35" y="950"/>
                    <a:pt x="103" y="995"/>
                  </a:cubicBezTo>
                  <a:cubicBezTo>
                    <a:pt x="131" y="1014"/>
                    <a:pt x="163" y="1023"/>
                    <a:pt x="199" y="1023"/>
                  </a:cubicBezTo>
                  <a:cubicBezTo>
                    <a:pt x="250" y="1023"/>
                    <a:pt x="309" y="1004"/>
                    <a:pt x="375" y="966"/>
                  </a:cubicBezTo>
                  <a:cubicBezTo>
                    <a:pt x="491" y="901"/>
                    <a:pt x="585" y="805"/>
                    <a:pt x="647" y="689"/>
                  </a:cubicBezTo>
                  <a:cubicBezTo>
                    <a:pt x="714" y="570"/>
                    <a:pt x="749" y="437"/>
                    <a:pt x="749" y="301"/>
                  </a:cubicBezTo>
                  <a:cubicBezTo>
                    <a:pt x="749" y="163"/>
                    <a:pt x="714" y="72"/>
                    <a:pt x="647" y="28"/>
                  </a:cubicBezTo>
                  <a:cubicBezTo>
                    <a:pt x="619" y="10"/>
                    <a:pt x="588" y="0"/>
                    <a:pt x="552" y="0"/>
                  </a:cubicBezTo>
                  <a:close/>
                </a:path>
              </a:pathLst>
            </a:custGeom>
            <a:solidFill>
              <a:srgbClr val="FE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7"/>
            <p:cNvSpPr/>
            <p:nvPr/>
          </p:nvSpPr>
          <p:spPr>
            <a:xfrm>
              <a:off x="390225" y="1095500"/>
              <a:ext cx="27625" cy="35225"/>
            </a:xfrm>
            <a:custGeom>
              <a:avLst/>
              <a:gdLst/>
              <a:ahLst/>
              <a:cxnLst/>
              <a:rect l="l" t="t" r="r" b="b"/>
              <a:pathLst>
                <a:path w="1105" h="1409" extrusionOk="0">
                  <a:moveTo>
                    <a:pt x="984" y="1"/>
                  </a:moveTo>
                  <a:cubicBezTo>
                    <a:pt x="945" y="1"/>
                    <a:pt x="897" y="17"/>
                    <a:pt x="840" y="49"/>
                  </a:cubicBezTo>
                  <a:cubicBezTo>
                    <a:pt x="747" y="101"/>
                    <a:pt x="675" y="189"/>
                    <a:pt x="623" y="316"/>
                  </a:cubicBezTo>
                  <a:cubicBezTo>
                    <a:pt x="602" y="273"/>
                    <a:pt x="571" y="252"/>
                    <a:pt x="529" y="252"/>
                  </a:cubicBezTo>
                  <a:cubicBezTo>
                    <a:pt x="496" y="252"/>
                    <a:pt x="457" y="265"/>
                    <a:pt x="411" y="291"/>
                  </a:cubicBezTo>
                  <a:cubicBezTo>
                    <a:pt x="320" y="343"/>
                    <a:pt x="246" y="432"/>
                    <a:pt x="190" y="556"/>
                  </a:cubicBezTo>
                  <a:lnTo>
                    <a:pt x="188" y="558"/>
                  </a:lnTo>
                  <a:lnTo>
                    <a:pt x="188" y="440"/>
                  </a:lnTo>
                  <a:lnTo>
                    <a:pt x="1" y="546"/>
                  </a:lnTo>
                  <a:lnTo>
                    <a:pt x="1" y="1409"/>
                  </a:lnTo>
                  <a:lnTo>
                    <a:pt x="199" y="1297"/>
                  </a:lnTo>
                  <a:lnTo>
                    <a:pt x="199" y="797"/>
                  </a:lnTo>
                  <a:cubicBezTo>
                    <a:pt x="196" y="729"/>
                    <a:pt x="215" y="662"/>
                    <a:pt x="251" y="604"/>
                  </a:cubicBezTo>
                  <a:cubicBezTo>
                    <a:pt x="272" y="571"/>
                    <a:pt x="299" y="542"/>
                    <a:pt x="333" y="521"/>
                  </a:cubicBezTo>
                  <a:cubicBezTo>
                    <a:pt x="357" y="508"/>
                    <a:pt x="379" y="501"/>
                    <a:pt x="396" y="501"/>
                  </a:cubicBezTo>
                  <a:cubicBezTo>
                    <a:pt x="416" y="501"/>
                    <a:pt x="431" y="511"/>
                    <a:pt x="440" y="532"/>
                  </a:cubicBezTo>
                  <a:cubicBezTo>
                    <a:pt x="449" y="550"/>
                    <a:pt x="453" y="597"/>
                    <a:pt x="453" y="669"/>
                  </a:cubicBezTo>
                  <a:lnTo>
                    <a:pt x="453" y="1154"/>
                  </a:lnTo>
                  <a:lnTo>
                    <a:pt x="652" y="1042"/>
                  </a:lnTo>
                  <a:lnTo>
                    <a:pt x="652" y="561"/>
                  </a:lnTo>
                  <a:cubicBezTo>
                    <a:pt x="652" y="416"/>
                    <a:pt x="695" y="317"/>
                    <a:pt x="785" y="268"/>
                  </a:cubicBezTo>
                  <a:cubicBezTo>
                    <a:pt x="809" y="254"/>
                    <a:pt x="830" y="247"/>
                    <a:pt x="847" y="247"/>
                  </a:cubicBezTo>
                  <a:cubicBezTo>
                    <a:pt x="865" y="247"/>
                    <a:pt x="878" y="255"/>
                    <a:pt x="888" y="271"/>
                  </a:cubicBezTo>
                  <a:cubicBezTo>
                    <a:pt x="900" y="292"/>
                    <a:pt x="905" y="339"/>
                    <a:pt x="905" y="410"/>
                  </a:cubicBezTo>
                  <a:lnTo>
                    <a:pt x="905" y="899"/>
                  </a:lnTo>
                  <a:lnTo>
                    <a:pt x="1104" y="787"/>
                  </a:lnTo>
                  <a:lnTo>
                    <a:pt x="1104" y="208"/>
                  </a:lnTo>
                  <a:cubicBezTo>
                    <a:pt x="1104" y="69"/>
                    <a:pt x="1064" y="1"/>
                    <a:pt x="984" y="1"/>
                  </a:cubicBezTo>
                  <a:close/>
                </a:path>
              </a:pathLst>
            </a:custGeom>
            <a:solidFill>
              <a:srgbClr val="FE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7"/>
            <p:cNvSpPr/>
            <p:nvPr/>
          </p:nvSpPr>
          <p:spPr>
            <a:xfrm>
              <a:off x="420850" y="1084850"/>
              <a:ext cx="18225" cy="25375"/>
            </a:xfrm>
            <a:custGeom>
              <a:avLst/>
              <a:gdLst/>
              <a:ahLst/>
              <a:cxnLst/>
              <a:rect l="l" t="t" r="r" b="b"/>
              <a:pathLst>
                <a:path w="729" h="1015" extrusionOk="0">
                  <a:moveTo>
                    <a:pt x="434" y="209"/>
                  </a:moveTo>
                  <a:cubicBezTo>
                    <a:pt x="480" y="209"/>
                    <a:pt x="510" y="248"/>
                    <a:pt x="523" y="325"/>
                  </a:cubicBezTo>
                  <a:lnTo>
                    <a:pt x="199" y="508"/>
                  </a:lnTo>
                  <a:cubicBezTo>
                    <a:pt x="202" y="460"/>
                    <a:pt x="214" y="412"/>
                    <a:pt x="236" y="370"/>
                  </a:cubicBezTo>
                  <a:cubicBezTo>
                    <a:pt x="263" y="311"/>
                    <a:pt x="308" y="263"/>
                    <a:pt x="365" y="231"/>
                  </a:cubicBezTo>
                  <a:cubicBezTo>
                    <a:pt x="391" y="216"/>
                    <a:pt x="414" y="209"/>
                    <a:pt x="434" y="209"/>
                  </a:cubicBezTo>
                  <a:close/>
                  <a:moveTo>
                    <a:pt x="523" y="1"/>
                  </a:moveTo>
                  <a:cubicBezTo>
                    <a:pt x="479" y="1"/>
                    <a:pt x="428" y="17"/>
                    <a:pt x="371" y="48"/>
                  </a:cubicBezTo>
                  <a:cubicBezTo>
                    <a:pt x="256" y="115"/>
                    <a:pt x="165" y="212"/>
                    <a:pt x="104" y="328"/>
                  </a:cubicBezTo>
                  <a:cubicBezTo>
                    <a:pt x="37" y="446"/>
                    <a:pt x="2" y="578"/>
                    <a:pt x="1" y="713"/>
                  </a:cubicBezTo>
                  <a:cubicBezTo>
                    <a:pt x="1" y="847"/>
                    <a:pt x="34" y="939"/>
                    <a:pt x="101" y="985"/>
                  </a:cubicBezTo>
                  <a:cubicBezTo>
                    <a:pt x="129" y="1005"/>
                    <a:pt x="161" y="1014"/>
                    <a:pt x="197" y="1014"/>
                  </a:cubicBezTo>
                  <a:cubicBezTo>
                    <a:pt x="247" y="1014"/>
                    <a:pt x="305" y="996"/>
                    <a:pt x="371" y="959"/>
                  </a:cubicBezTo>
                  <a:cubicBezTo>
                    <a:pt x="542" y="862"/>
                    <a:pt x="655" y="701"/>
                    <a:pt x="708" y="478"/>
                  </a:cubicBezTo>
                  <a:lnTo>
                    <a:pt x="708" y="478"/>
                  </a:lnTo>
                  <a:lnTo>
                    <a:pt x="533" y="576"/>
                  </a:lnTo>
                  <a:cubicBezTo>
                    <a:pt x="524" y="615"/>
                    <a:pt x="505" y="652"/>
                    <a:pt x="481" y="682"/>
                  </a:cubicBezTo>
                  <a:cubicBezTo>
                    <a:pt x="453" y="720"/>
                    <a:pt x="417" y="753"/>
                    <a:pt x="376" y="776"/>
                  </a:cubicBezTo>
                  <a:cubicBezTo>
                    <a:pt x="342" y="796"/>
                    <a:pt x="312" y="806"/>
                    <a:pt x="288" y="806"/>
                  </a:cubicBezTo>
                  <a:cubicBezTo>
                    <a:pt x="233" y="806"/>
                    <a:pt x="203" y="757"/>
                    <a:pt x="199" y="657"/>
                  </a:cubicBezTo>
                  <a:lnTo>
                    <a:pt x="722" y="365"/>
                  </a:lnTo>
                  <a:cubicBezTo>
                    <a:pt x="729" y="218"/>
                    <a:pt x="703" y="115"/>
                    <a:pt x="642" y="53"/>
                  </a:cubicBezTo>
                  <a:cubicBezTo>
                    <a:pt x="609" y="18"/>
                    <a:pt x="570" y="1"/>
                    <a:pt x="523" y="1"/>
                  </a:cubicBezTo>
                  <a:close/>
                </a:path>
              </a:pathLst>
            </a:custGeom>
            <a:solidFill>
              <a:srgbClr val="FE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7"/>
            <p:cNvSpPr/>
            <p:nvPr/>
          </p:nvSpPr>
          <p:spPr>
            <a:xfrm>
              <a:off x="442075" y="1068675"/>
              <a:ext cx="5500" cy="32850"/>
            </a:xfrm>
            <a:custGeom>
              <a:avLst/>
              <a:gdLst/>
              <a:ahLst/>
              <a:cxnLst/>
              <a:rect l="l" t="t" r="r" b="b"/>
              <a:pathLst>
                <a:path w="220" h="1314" extrusionOk="0">
                  <a:moveTo>
                    <a:pt x="212" y="1"/>
                  </a:moveTo>
                  <a:lnTo>
                    <a:pt x="6" y="118"/>
                  </a:lnTo>
                  <a:lnTo>
                    <a:pt x="6" y="439"/>
                  </a:lnTo>
                  <a:lnTo>
                    <a:pt x="58" y="923"/>
                  </a:lnTo>
                  <a:lnTo>
                    <a:pt x="158" y="867"/>
                  </a:lnTo>
                  <a:lnTo>
                    <a:pt x="212" y="321"/>
                  </a:lnTo>
                  <a:lnTo>
                    <a:pt x="212" y="1"/>
                  </a:lnTo>
                  <a:close/>
                  <a:moveTo>
                    <a:pt x="219" y="933"/>
                  </a:moveTo>
                  <a:lnTo>
                    <a:pt x="0" y="1057"/>
                  </a:lnTo>
                  <a:lnTo>
                    <a:pt x="0" y="1313"/>
                  </a:lnTo>
                  <a:lnTo>
                    <a:pt x="219" y="1190"/>
                  </a:lnTo>
                  <a:lnTo>
                    <a:pt x="219" y="933"/>
                  </a:lnTo>
                  <a:close/>
                </a:path>
              </a:pathLst>
            </a:custGeom>
            <a:solidFill>
              <a:srgbClr val="FE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0"/>
          <p:cNvSpPr txBox="1">
            <a:spLocks noGrp="1"/>
          </p:cNvSpPr>
          <p:nvPr>
            <p:ph type="subTitle" idx="1"/>
          </p:nvPr>
        </p:nvSpPr>
        <p:spPr>
          <a:xfrm>
            <a:off x="5478450" y="2391650"/>
            <a:ext cx="2891400" cy="22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GBATTA est une application web de gestion </a:t>
            </a:r>
            <a:r>
              <a:rPr lang="fr-FR" dirty="0"/>
              <a:t>immobilière.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Elle permet une bonne gestion de vos biens immobilier, que se soit dans la vente ,la location ou l’achat.</a:t>
            </a:r>
            <a:endParaRPr dirty="0"/>
          </a:p>
        </p:txBody>
      </p:sp>
      <p:grpSp>
        <p:nvGrpSpPr>
          <p:cNvPr id="697" name="Google Shape;697;p30"/>
          <p:cNvGrpSpPr/>
          <p:nvPr/>
        </p:nvGrpSpPr>
        <p:grpSpPr>
          <a:xfrm>
            <a:off x="685114" y="1227993"/>
            <a:ext cx="4940873" cy="4481934"/>
            <a:chOff x="2319050" y="553125"/>
            <a:chExt cx="1033850" cy="937800"/>
          </a:xfrm>
        </p:grpSpPr>
        <p:sp>
          <p:nvSpPr>
            <p:cNvPr id="698" name="Google Shape;698;p30"/>
            <p:cNvSpPr/>
            <p:nvPr/>
          </p:nvSpPr>
          <p:spPr>
            <a:xfrm>
              <a:off x="2319075" y="611775"/>
              <a:ext cx="1033825" cy="879125"/>
            </a:xfrm>
            <a:custGeom>
              <a:avLst/>
              <a:gdLst/>
              <a:ahLst/>
              <a:cxnLst/>
              <a:rect l="l" t="t" r="r" b="b"/>
              <a:pathLst>
                <a:path w="41353" h="35165" extrusionOk="0">
                  <a:moveTo>
                    <a:pt x="18090" y="0"/>
                  </a:moveTo>
                  <a:lnTo>
                    <a:pt x="15505" y="1492"/>
                  </a:lnTo>
                  <a:lnTo>
                    <a:pt x="14989" y="1791"/>
                  </a:lnTo>
                  <a:lnTo>
                    <a:pt x="14989" y="3582"/>
                  </a:lnTo>
                  <a:lnTo>
                    <a:pt x="14265" y="3998"/>
                  </a:lnTo>
                  <a:cubicBezTo>
                    <a:pt x="14345" y="3852"/>
                    <a:pt x="14393" y="3656"/>
                    <a:pt x="14393" y="3440"/>
                  </a:cubicBezTo>
                  <a:lnTo>
                    <a:pt x="14393" y="3427"/>
                  </a:lnTo>
                  <a:lnTo>
                    <a:pt x="14393" y="3421"/>
                  </a:lnTo>
                  <a:lnTo>
                    <a:pt x="14393" y="3408"/>
                  </a:lnTo>
                  <a:lnTo>
                    <a:pt x="14393" y="3401"/>
                  </a:lnTo>
                  <a:lnTo>
                    <a:pt x="14393" y="3386"/>
                  </a:lnTo>
                  <a:lnTo>
                    <a:pt x="14393" y="3379"/>
                  </a:lnTo>
                  <a:lnTo>
                    <a:pt x="14393" y="3363"/>
                  </a:lnTo>
                  <a:lnTo>
                    <a:pt x="14393" y="3357"/>
                  </a:lnTo>
                  <a:cubicBezTo>
                    <a:pt x="14371" y="2838"/>
                    <a:pt x="14166" y="1581"/>
                    <a:pt x="13917" y="1581"/>
                  </a:cubicBezTo>
                  <a:cubicBezTo>
                    <a:pt x="13653" y="1581"/>
                    <a:pt x="13440" y="2989"/>
                    <a:pt x="13440" y="3441"/>
                  </a:cubicBezTo>
                  <a:cubicBezTo>
                    <a:pt x="13440" y="3846"/>
                    <a:pt x="13611" y="4181"/>
                    <a:pt x="13836" y="4247"/>
                  </a:cubicBezTo>
                  <a:lnTo>
                    <a:pt x="13440" y="4477"/>
                  </a:lnTo>
                  <a:lnTo>
                    <a:pt x="9303" y="2088"/>
                  </a:lnTo>
                  <a:lnTo>
                    <a:pt x="5169" y="4477"/>
                  </a:lnTo>
                  <a:lnTo>
                    <a:pt x="5169" y="9250"/>
                  </a:lnTo>
                  <a:lnTo>
                    <a:pt x="4855" y="9431"/>
                  </a:lnTo>
                  <a:cubicBezTo>
                    <a:pt x="4776" y="8862"/>
                    <a:pt x="4615" y="8163"/>
                    <a:pt x="4429" y="8163"/>
                  </a:cubicBezTo>
                  <a:cubicBezTo>
                    <a:pt x="4293" y="8163"/>
                    <a:pt x="4170" y="8538"/>
                    <a:pt x="4083" y="8965"/>
                  </a:cubicBezTo>
                  <a:cubicBezTo>
                    <a:pt x="3965" y="8071"/>
                    <a:pt x="3711" y="6929"/>
                    <a:pt x="3415" y="6929"/>
                  </a:cubicBezTo>
                  <a:cubicBezTo>
                    <a:pt x="3009" y="6929"/>
                    <a:pt x="2680" y="9098"/>
                    <a:pt x="2680" y="9794"/>
                  </a:cubicBezTo>
                  <a:cubicBezTo>
                    <a:pt x="2680" y="10097"/>
                    <a:pt x="2741" y="10374"/>
                    <a:pt x="2846" y="10592"/>
                  </a:cubicBezTo>
                  <a:lnTo>
                    <a:pt x="836" y="11752"/>
                  </a:lnTo>
                  <a:lnTo>
                    <a:pt x="836" y="11636"/>
                  </a:lnTo>
                  <a:cubicBezTo>
                    <a:pt x="1061" y="11569"/>
                    <a:pt x="1232" y="11232"/>
                    <a:pt x="1232" y="10829"/>
                  </a:cubicBezTo>
                  <a:lnTo>
                    <a:pt x="1232" y="10815"/>
                  </a:lnTo>
                  <a:lnTo>
                    <a:pt x="1232" y="10810"/>
                  </a:lnTo>
                  <a:lnTo>
                    <a:pt x="1232" y="10796"/>
                  </a:lnTo>
                  <a:lnTo>
                    <a:pt x="1232" y="10789"/>
                  </a:lnTo>
                  <a:lnTo>
                    <a:pt x="1232" y="10774"/>
                  </a:lnTo>
                  <a:lnTo>
                    <a:pt x="1232" y="10767"/>
                  </a:lnTo>
                  <a:lnTo>
                    <a:pt x="1232" y="10751"/>
                  </a:lnTo>
                  <a:lnTo>
                    <a:pt x="1232" y="10745"/>
                  </a:lnTo>
                  <a:cubicBezTo>
                    <a:pt x="1232" y="10739"/>
                    <a:pt x="1232" y="10734"/>
                    <a:pt x="1230" y="10728"/>
                  </a:cubicBezTo>
                  <a:cubicBezTo>
                    <a:pt x="1204" y="10197"/>
                    <a:pt x="1001" y="8969"/>
                    <a:pt x="755" y="8969"/>
                  </a:cubicBezTo>
                  <a:cubicBezTo>
                    <a:pt x="492" y="8969"/>
                    <a:pt x="278" y="10377"/>
                    <a:pt x="278" y="10829"/>
                  </a:cubicBezTo>
                  <a:cubicBezTo>
                    <a:pt x="278" y="11248"/>
                    <a:pt x="462" y="11594"/>
                    <a:pt x="698" y="11641"/>
                  </a:cubicBezTo>
                  <a:lnTo>
                    <a:pt x="698" y="11833"/>
                  </a:lnTo>
                  <a:lnTo>
                    <a:pt x="1" y="12236"/>
                  </a:lnTo>
                  <a:lnTo>
                    <a:pt x="1" y="14276"/>
                  </a:lnTo>
                  <a:lnTo>
                    <a:pt x="8570" y="19224"/>
                  </a:lnTo>
                  <a:lnTo>
                    <a:pt x="4133" y="21785"/>
                  </a:lnTo>
                  <a:lnTo>
                    <a:pt x="4133" y="23825"/>
                  </a:lnTo>
                  <a:lnTo>
                    <a:pt x="11671" y="28176"/>
                  </a:lnTo>
                  <a:lnTo>
                    <a:pt x="11369" y="28350"/>
                  </a:lnTo>
                  <a:lnTo>
                    <a:pt x="11369" y="29196"/>
                  </a:lnTo>
                  <a:lnTo>
                    <a:pt x="11371" y="30389"/>
                  </a:lnTo>
                  <a:lnTo>
                    <a:pt x="19640" y="35164"/>
                  </a:lnTo>
                  <a:lnTo>
                    <a:pt x="27912" y="30389"/>
                  </a:lnTo>
                  <a:lnTo>
                    <a:pt x="29979" y="31583"/>
                  </a:lnTo>
                  <a:lnTo>
                    <a:pt x="40318" y="25614"/>
                  </a:lnTo>
                  <a:lnTo>
                    <a:pt x="40318" y="24769"/>
                  </a:lnTo>
                  <a:lnTo>
                    <a:pt x="40318" y="23575"/>
                  </a:lnTo>
                  <a:lnTo>
                    <a:pt x="40018" y="23401"/>
                  </a:lnTo>
                  <a:lnTo>
                    <a:pt x="40320" y="23227"/>
                  </a:lnTo>
                  <a:lnTo>
                    <a:pt x="40320" y="22382"/>
                  </a:lnTo>
                  <a:lnTo>
                    <a:pt x="40320" y="21189"/>
                  </a:lnTo>
                  <a:lnTo>
                    <a:pt x="40018" y="21015"/>
                  </a:lnTo>
                  <a:lnTo>
                    <a:pt x="41352" y="20243"/>
                  </a:lnTo>
                  <a:lnTo>
                    <a:pt x="41351" y="19398"/>
                  </a:lnTo>
                  <a:lnTo>
                    <a:pt x="41349" y="18204"/>
                  </a:lnTo>
                  <a:lnTo>
                    <a:pt x="38436" y="16522"/>
                  </a:lnTo>
                  <a:cubicBezTo>
                    <a:pt x="38338" y="15945"/>
                    <a:pt x="38177" y="15356"/>
                    <a:pt x="37995" y="15356"/>
                  </a:cubicBezTo>
                  <a:cubicBezTo>
                    <a:pt x="37895" y="15356"/>
                    <a:pt x="37801" y="15538"/>
                    <a:pt x="37720" y="15796"/>
                  </a:cubicBezTo>
                  <a:cubicBezTo>
                    <a:pt x="37624" y="15184"/>
                    <a:pt x="37455" y="14510"/>
                    <a:pt x="37260" y="14510"/>
                  </a:cubicBezTo>
                  <a:cubicBezTo>
                    <a:pt x="37086" y="14510"/>
                    <a:pt x="36932" y="15046"/>
                    <a:pt x="36832" y="15597"/>
                  </a:cubicBezTo>
                  <a:lnTo>
                    <a:pt x="36181" y="15222"/>
                  </a:lnTo>
                  <a:lnTo>
                    <a:pt x="36181" y="14025"/>
                  </a:lnTo>
                  <a:lnTo>
                    <a:pt x="32047" y="11638"/>
                  </a:lnTo>
                  <a:lnTo>
                    <a:pt x="31013" y="12236"/>
                  </a:lnTo>
                  <a:lnTo>
                    <a:pt x="29978" y="11638"/>
                  </a:lnTo>
                  <a:lnTo>
                    <a:pt x="27954" y="10470"/>
                  </a:lnTo>
                  <a:cubicBezTo>
                    <a:pt x="27885" y="10259"/>
                    <a:pt x="27807" y="10117"/>
                    <a:pt x="27723" y="10117"/>
                  </a:cubicBezTo>
                  <a:cubicBezTo>
                    <a:pt x="27672" y="10117"/>
                    <a:pt x="27624" y="10168"/>
                    <a:pt x="27580" y="10252"/>
                  </a:cubicBezTo>
                  <a:lnTo>
                    <a:pt x="26878" y="9848"/>
                  </a:lnTo>
                  <a:lnTo>
                    <a:pt x="24811" y="6266"/>
                  </a:lnTo>
                  <a:lnTo>
                    <a:pt x="22744" y="7461"/>
                  </a:lnTo>
                  <a:lnTo>
                    <a:pt x="18527" y="5026"/>
                  </a:lnTo>
                  <a:cubicBezTo>
                    <a:pt x="18396" y="4436"/>
                    <a:pt x="18219" y="3946"/>
                    <a:pt x="18026" y="3946"/>
                  </a:cubicBezTo>
                  <a:cubicBezTo>
                    <a:pt x="17892" y="3946"/>
                    <a:pt x="17767" y="4182"/>
                    <a:pt x="17658" y="4524"/>
                  </a:cubicBezTo>
                  <a:lnTo>
                    <a:pt x="16540" y="3879"/>
                  </a:lnTo>
                  <a:lnTo>
                    <a:pt x="18606" y="2686"/>
                  </a:lnTo>
                  <a:lnTo>
                    <a:pt x="18606" y="299"/>
                  </a:lnTo>
                  <a:lnTo>
                    <a:pt x="18090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0"/>
            <p:cNvSpPr/>
            <p:nvPr/>
          </p:nvSpPr>
          <p:spPr>
            <a:xfrm>
              <a:off x="3275325" y="1088000"/>
              <a:ext cx="77525" cy="59750"/>
            </a:xfrm>
            <a:custGeom>
              <a:avLst/>
              <a:gdLst/>
              <a:ahLst/>
              <a:cxnLst/>
              <a:rect l="l" t="t" r="r" b="b"/>
              <a:pathLst>
                <a:path w="3101" h="2390" extrusionOk="0">
                  <a:moveTo>
                    <a:pt x="3099" y="1"/>
                  </a:moveTo>
                  <a:lnTo>
                    <a:pt x="1" y="1792"/>
                  </a:lnTo>
                  <a:lnTo>
                    <a:pt x="1035" y="2389"/>
                  </a:lnTo>
                  <a:lnTo>
                    <a:pt x="1035" y="2388"/>
                  </a:lnTo>
                  <a:lnTo>
                    <a:pt x="3101" y="1194"/>
                  </a:lnTo>
                  <a:lnTo>
                    <a:pt x="30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0"/>
            <p:cNvSpPr/>
            <p:nvPr/>
          </p:nvSpPr>
          <p:spPr>
            <a:xfrm>
              <a:off x="2319050" y="714950"/>
              <a:ext cx="1033775" cy="746100"/>
            </a:xfrm>
            <a:custGeom>
              <a:avLst/>
              <a:gdLst/>
              <a:ahLst/>
              <a:cxnLst/>
              <a:rect l="l" t="t" r="r" b="b"/>
              <a:pathLst>
                <a:path w="41351" h="29844" extrusionOk="0">
                  <a:moveTo>
                    <a:pt x="15507" y="0"/>
                  </a:moveTo>
                  <a:lnTo>
                    <a:pt x="0" y="8954"/>
                  </a:lnTo>
                  <a:lnTo>
                    <a:pt x="10338" y="14923"/>
                  </a:lnTo>
                  <a:lnTo>
                    <a:pt x="9304" y="15520"/>
                  </a:lnTo>
                  <a:lnTo>
                    <a:pt x="9302" y="15520"/>
                  </a:lnTo>
                  <a:lnTo>
                    <a:pt x="4134" y="18504"/>
                  </a:lnTo>
                  <a:lnTo>
                    <a:pt x="13439" y="23875"/>
                  </a:lnTo>
                  <a:lnTo>
                    <a:pt x="12405" y="24473"/>
                  </a:lnTo>
                  <a:lnTo>
                    <a:pt x="11370" y="25069"/>
                  </a:lnTo>
                  <a:lnTo>
                    <a:pt x="19641" y="29844"/>
                  </a:lnTo>
                  <a:lnTo>
                    <a:pt x="27911" y="25069"/>
                  </a:lnTo>
                  <a:lnTo>
                    <a:pt x="29979" y="26264"/>
                  </a:lnTo>
                  <a:lnTo>
                    <a:pt x="40319" y="20294"/>
                  </a:lnTo>
                  <a:lnTo>
                    <a:pt x="39286" y="19698"/>
                  </a:lnTo>
                  <a:lnTo>
                    <a:pt x="38250" y="19100"/>
                  </a:lnTo>
                  <a:lnTo>
                    <a:pt x="40319" y="17907"/>
                  </a:lnTo>
                  <a:lnTo>
                    <a:pt x="39286" y="17311"/>
                  </a:lnTo>
                  <a:lnTo>
                    <a:pt x="38252" y="16714"/>
                  </a:lnTo>
                  <a:lnTo>
                    <a:pt x="41350" y="14923"/>
                  </a:lnTo>
                  <a:lnTo>
                    <a:pt x="29979" y="8357"/>
                  </a:lnTo>
                  <a:lnTo>
                    <a:pt x="15507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0"/>
            <p:cNvSpPr/>
            <p:nvPr/>
          </p:nvSpPr>
          <p:spPr>
            <a:xfrm>
              <a:off x="3275300" y="1162600"/>
              <a:ext cx="51750" cy="44800"/>
            </a:xfrm>
            <a:custGeom>
              <a:avLst/>
              <a:gdLst/>
              <a:ahLst/>
              <a:cxnLst/>
              <a:rect l="l" t="t" r="r" b="b"/>
              <a:pathLst>
                <a:path w="2070" h="1792" extrusionOk="0">
                  <a:moveTo>
                    <a:pt x="2069" y="1"/>
                  </a:moveTo>
                  <a:lnTo>
                    <a:pt x="0" y="1194"/>
                  </a:lnTo>
                  <a:lnTo>
                    <a:pt x="1036" y="1792"/>
                  </a:lnTo>
                  <a:lnTo>
                    <a:pt x="2069" y="1194"/>
                  </a:lnTo>
                  <a:lnTo>
                    <a:pt x="2069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0"/>
            <p:cNvSpPr/>
            <p:nvPr/>
          </p:nvSpPr>
          <p:spPr>
            <a:xfrm>
              <a:off x="3068500" y="1222275"/>
              <a:ext cx="258550" cy="179125"/>
            </a:xfrm>
            <a:custGeom>
              <a:avLst/>
              <a:gdLst/>
              <a:ahLst/>
              <a:cxnLst/>
              <a:rect l="l" t="t" r="r" b="b"/>
              <a:pathLst>
                <a:path w="10342" h="7165" extrusionOk="0">
                  <a:moveTo>
                    <a:pt x="10341" y="1"/>
                  </a:moveTo>
                  <a:lnTo>
                    <a:pt x="1" y="5971"/>
                  </a:lnTo>
                  <a:lnTo>
                    <a:pt x="2" y="7164"/>
                  </a:lnTo>
                  <a:lnTo>
                    <a:pt x="10341" y="1196"/>
                  </a:lnTo>
                  <a:lnTo>
                    <a:pt x="10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0"/>
            <p:cNvSpPr/>
            <p:nvPr/>
          </p:nvSpPr>
          <p:spPr>
            <a:xfrm>
              <a:off x="3016825" y="1341650"/>
              <a:ext cx="51750" cy="59750"/>
            </a:xfrm>
            <a:custGeom>
              <a:avLst/>
              <a:gdLst/>
              <a:ahLst/>
              <a:cxnLst/>
              <a:rect l="l" t="t" r="r" b="b"/>
              <a:pathLst>
                <a:path w="2070" h="2390" extrusionOk="0">
                  <a:moveTo>
                    <a:pt x="0" y="1"/>
                  </a:moveTo>
                  <a:lnTo>
                    <a:pt x="2" y="1196"/>
                  </a:lnTo>
                  <a:lnTo>
                    <a:pt x="2069" y="2389"/>
                  </a:lnTo>
                  <a:lnTo>
                    <a:pt x="2068" y="119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0"/>
            <p:cNvSpPr/>
            <p:nvPr/>
          </p:nvSpPr>
          <p:spPr>
            <a:xfrm>
              <a:off x="2810075" y="1341650"/>
              <a:ext cx="206800" cy="149275"/>
            </a:xfrm>
            <a:custGeom>
              <a:avLst/>
              <a:gdLst/>
              <a:ahLst/>
              <a:cxnLst/>
              <a:rect l="l" t="t" r="r" b="b"/>
              <a:pathLst>
                <a:path w="8272" h="5971" extrusionOk="0">
                  <a:moveTo>
                    <a:pt x="8270" y="1"/>
                  </a:moveTo>
                  <a:lnTo>
                    <a:pt x="0" y="4776"/>
                  </a:lnTo>
                  <a:lnTo>
                    <a:pt x="0" y="5971"/>
                  </a:lnTo>
                  <a:lnTo>
                    <a:pt x="8272" y="1196"/>
                  </a:lnTo>
                  <a:lnTo>
                    <a:pt x="82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0"/>
            <p:cNvSpPr/>
            <p:nvPr/>
          </p:nvSpPr>
          <p:spPr>
            <a:xfrm>
              <a:off x="2603300" y="1341650"/>
              <a:ext cx="206800" cy="149275"/>
            </a:xfrm>
            <a:custGeom>
              <a:avLst/>
              <a:gdLst/>
              <a:ahLst/>
              <a:cxnLst/>
              <a:rect l="l" t="t" r="r" b="b"/>
              <a:pathLst>
                <a:path w="8272" h="5971" extrusionOk="0">
                  <a:moveTo>
                    <a:pt x="0" y="1"/>
                  </a:moveTo>
                  <a:lnTo>
                    <a:pt x="2" y="1196"/>
                  </a:lnTo>
                  <a:lnTo>
                    <a:pt x="8271" y="5971"/>
                  </a:lnTo>
                  <a:lnTo>
                    <a:pt x="8271" y="47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0"/>
            <p:cNvSpPr/>
            <p:nvPr/>
          </p:nvSpPr>
          <p:spPr>
            <a:xfrm>
              <a:off x="2422400" y="1177550"/>
              <a:ext cx="232650" cy="149225"/>
            </a:xfrm>
            <a:custGeom>
              <a:avLst/>
              <a:gdLst/>
              <a:ahLst/>
              <a:cxnLst/>
              <a:rect l="l" t="t" r="r" b="b"/>
              <a:pathLst>
                <a:path w="9306" h="5969" extrusionOk="0">
                  <a:moveTo>
                    <a:pt x="0" y="0"/>
                  </a:moveTo>
                  <a:lnTo>
                    <a:pt x="0" y="1194"/>
                  </a:lnTo>
                  <a:lnTo>
                    <a:pt x="8271" y="5969"/>
                  </a:lnTo>
                  <a:lnTo>
                    <a:pt x="9305" y="5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0"/>
            <p:cNvSpPr/>
            <p:nvPr/>
          </p:nvSpPr>
          <p:spPr>
            <a:xfrm>
              <a:off x="2319050" y="938800"/>
              <a:ext cx="258450" cy="164175"/>
            </a:xfrm>
            <a:custGeom>
              <a:avLst/>
              <a:gdLst/>
              <a:ahLst/>
              <a:cxnLst/>
              <a:rect l="l" t="t" r="r" b="b"/>
              <a:pathLst>
                <a:path w="10338" h="6567" extrusionOk="0">
                  <a:moveTo>
                    <a:pt x="0" y="0"/>
                  </a:moveTo>
                  <a:lnTo>
                    <a:pt x="0" y="1194"/>
                  </a:lnTo>
                  <a:lnTo>
                    <a:pt x="9302" y="6566"/>
                  </a:lnTo>
                  <a:lnTo>
                    <a:pt x="9304" y="6566"/>
                  </a:lnTo>
                  <a:lnTo>
                    <a:pt x="10338" y="59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0"/>
            <p:cNvSpPr/>
            <p:nvPr/>
          </p:nvSpPr>
          <p:spPr>
            <a:xfrm>
              <a:off x="3275325" y="1066875"/>
              <a:ext cx="77525" cy="59700"/>
            </a:xfrm>
            <a:custGeom>
              <a:avLst/>
              <a:gdLst/>
              <a:ahLst/>
              <a:cxnLst/>
              <a:rect l="l" t="t" r="r" b="b"/>
              <a:pathLst>
                <a:path w="3101" h="2388" extrusionOk="0">
                  <a:moveTo>
                    <a:pt x="3099" y="0"/>
                  </a:moveTo>
                  <a:lnTo>
                    <a:pt x="1" y="1790"/>
                  </a:lnTo>
                  <a:lnTo>
                    <a:pt x="1035" y="2387"/>
                  </a:lnTo>
                  <a:lnTo>
                    <a:pt x="3101" y="1194"/>
                  </a:lnTo>
                  <a:lnTo>
                    <a:pt x="30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0"/>
            <p:cNvSpPr/>
            <p:nvPr/>
          </p:nvSpPr>
          <p:spPr>
            <a:xfrm>
              <a:off x="2319050" y="693800"/>
              <a:ext cx="1033775" cy="746125"/>
            </a:xfrm>
            <a:custGeom>
              <a:avLst/>
              <a:gdLst/>
              <a:ahLst/>
              <a:cxnLst/>
              <a:rect l="l" t="t" r="r" b="b"/>
              <a:pathLst>
                <a:path w="41351" h="29845" extrusionOk="0">
                  <a:moveTo>
                    <a:pt x="15507" y="1"/>
                  </a:moveTo>
                  <a:lnTo>
                    <a:pt x="0" y="8955"/>
                  </a:lnTo>
                  <a:lnTo>
                    <a:pt x="10338" y="14923"/>
                  </a:lnTo>
                  <a:lnTo>
                    <a:pt x="9304" y="15521"/>
                  </a:lnTo>
                  <a:lnTo>
                    <a:pt x="9302" y="15521"/>
                  </a:lnTo>
                  <a:lnTo>
                    <a:pt x="4134" y="18505"/>
                  </a:lnTo>
                  <a:lnTo>
                    <a:pt x="13439" y="23876"/>
                  </a:lnTo>
                  <a:lnTo>
                    <a:pt x="12405" y="24474"/>
                  </a:lnTo>
                  <a:lnTo>
                    <a:pt x="11370" y="25069"/>
                  </a:lnTo>
                  <a:lnTo>
                    <a:pt x="19641" y="29845"/>
                  </a:lnTo>
                  <a:lnTo>
                    <a:pt x="27911" y="25069"/>
                  </a:lnTo>
                  <a:lnTo>
                    <a:pt x="29979" y="26263"/>
                  </a:lnTo>
                  <a:lnTo>
                    <a:pt x="40319" y="20294"/>
                  </a:lnTo>
                  <a:lnTo>
                    <a:pt x="39286" y="19698"/>
                  </a:lnTo>
                  <a:lnTo>
                    <a:pt x="38250" y="19101"/>
                  </a:lnTo>
                  <a:lnTo>
                    <a:pt x="40319" y="17906"/>
                  </a:lnTo>
                  <a:lnTo>
                    <a:pt x="39286" y="17310"/>
                  </a:lnTo>
                  <a:lnTo>
                    <a:pt x="38252" y="16713"/>
                  </a:lnTo>
                  <a:lnTo>
                    <a:pt x="41350" y="14923"/>
                  </a:lnTo>
                  <a:lnTo>
                    <a:pt x="29979" y="8357"/>
                  </a:lnTo>
                  <a:lnTo>
                    <a:pt x="15507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0"/>
            <p:cNvSpPr/>
            <p:nvPr/>
          </p:nvSpPr>
          <p:spPr>
            <a:xfrm>
              <a:off x="3275300" y="1141450"/>
              <a:ext cx="51750" cy="44825"/>
            </a:xfrm>
            <a:custGeom>
              <a:avLst/>
              <a:gdLst/>
              <a:ahLst/>
              <a:cxnLst/>
              <a:rect l="l" t="t" r="r" b="b"/>
              <a:pathLst>
                <a:path w="2070" h="1793" extrusionOk="0">
                  <a:moveTo>
                    <a:pt x="2069" y="0"/>
                  </a:moveTo>
                  <a:lnTo>
                    <a:pt x="0" y="1195"/>
                  </a:lnTo>
                  <a:lnTo>
                    <a:pt x="1036" y="1792"/>
                  </a:lnTo>
                  <a:lnTo>
                    <a:pt x="2069" y="1195"/>
                  </a:lnTo>
                  <a:lnTo>
                    <a:pt x="20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0"/>
            <p:cNvSpPr/>
            <p:nvPr/>
          </p:nvSpPr>
          <p:spPr>
            <a:xfrm>
              <a:off x="3068500" y="1201150"/>
              <a:ext cx="258550" cy="179100"/>
            </a:xfrm>
            <a:custGeom>
              <a:avLst/>
              <a:gdLst/>
              <a:ahLst/>
              <a:cxnLst/>
              <a:rect l="l" t="t" r="r" b="b"/>
              <a:pathLst>
                <a:path w="10342" h="7164" extrusionOk="0">
                  <a:moveTo>
                    <a:pt x="10341" y="0"/>
                  </a:moveTo>
                  <a:lnTo>
                    <a:pt x="1" y="5969"/>
                  </a:lnTo>
                  <a:lnTo>
                    <a:pt x="2" y="7164"/>
                  </a:lnTo>
                  <a:lnTo>
                    <a:pt x="10341" y="1194"/>
                  </a:lnTo>
                  <a:lnTo>
                    <a:pt x="10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0"/>
            <p:cNvSpPr/>
            <p:nvPr/>
          </p:nvSpPr>
          <p:spPr>
            <a:xfrm>
              <a:off x="3016825" y="1320525"/>
              <a:ext cx="51750" cy="59725"/>
            </a:xfrm>
            <a:custGeom>
              <a:avLst/>
              <a:gdLst/>
              <a:ahLst/>
              <a:cxnLst/>
              <a:rect l="l" t="t" r="r" b="b"/>
              <a:pathLst>
                <a:path w="2070" h="2389" extrusionOk="0">
                  <a:moveTo>
                    <a:pt x="0" y="0"/>
                  </a:moveTo>
                  <a:lnTo>
                    <a:pt x="2" y="1194"/>
                  </a:lnTo>
                  <a:lnTo>
                    <a:pt x="2069" y="2389"/>
                  </a:lnTo>
                  <a:lnTo>
                    <a:pt x="2068" y="11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0"/>
            <p:cNvSpPr/>
            <p:nvPr/>
          </p:nvSpPr>
          <p:spPr>
            <a:xfrm>
              <a:off x="2810075" y="1320525"/>
              <a:ext cx="206800" cy="149225"/>
            </a:xfrm>
            <a:custGeom>
              <a:avLst/>
              <a:gdLst/>
              <a:ahLst/>
              <a:cxnLst/>
              <a:rect l="l" t="t" r="r" b="b"/>
              <a:pathLst>
                <a:path w="8272" h="5969" extrusionOk="0">
                  <a:moveTo>
                    <a:pt x="8270" y="0"/>
                  </a:moveTo>
                  <a:lnTo>
                    <a:pt x="0" y="4776"/>
                  </a:lnTo>
                  <a:lnTo>
                    <a:pt x="0" y="5969"/>
                  </a:lnTo>
                  <a:lnTo>
                    <a:pt x="8272" y="1194"/>
                  </a:lnTo>
                  <a:lnTo>
                    <a:pt x="82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0"/>
            <p:cNvSpPr/>
            <p:nvPr/>
          </p:nvSpPr>
          <p:spPr>
            <a:xfrm>
              <a:off x="2603300" y="1320525"/>
              <a:ext cx="206800" cy="149225"/>
            </a:xfrm>
            <a:custGeom>
              <a:avLst/>
              <a:gdLst/>
              <a:ahLst/>
              <a:cxnLst/>
              <a:rect l="l" t="t" r="r" b="b"/>
              <a:pathLst>
                <a:path w="8272" h="5969" extrusionOk="0">
                  <a:moveTo>
                    <a:pt x="0" y="0"/>
                  </a:moveTo>
                  <a:lnTo>
                    <a:pt x="2" y="1194"/>
                  </a:lnTo>
                  <a:lnTo>
                    <a:pt x="8271" y="5969"/>
                  </a:lnTo>
                  <a:lnTo>
                    <a:pt x="8271" y="47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0"/>
            <p:cNvSpPr/>
            <p:nvPr/>
          </p:nvSpPr>
          <p:spPr>
            <a:xfrm>
              <a:off x="2422400" y="1156425"/>
              <a:ext cx="232650" cy="149225"/>
            </a:xfrm>
            <a:custGeom>
              <a:avLst/>
              <a:gdLst/>
              <a:ahLst/>
              <a:cxnLst/>
              <a:rect l="l" t="t" r="r" b="b"/>
              <a:pathLst>
                <a:path w="9306" h="5969" extrusionOk="0">
                  <a:moveTo>
                    <a:pt x="0" y="0"/>
                  </a:moveTo>
                  <a:lnTo>
                    <a:pt x="0" y="1193"/>
                  </a:lnTo>
                  <a:lnTo>
                    <a:pt x="8271" y="5969"/>
                  </a:lnTo>
                  <a:lnTo>
                    <a:pt x="9305" y="5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0"/>
            <p:cNvSpPr/>
            <p:nvPr/>
          </p:nvSpPr>
          <p:spPr>
            <a:xfrm>
              <a:off x="2319050" y="917650"/>
              <a:ext cx="258450" cy="164175"/>
            </a:xfrm>
            <a:custGeom>
              <a:avLst/>
              <a:gdLst/>
              <a:ahLst/>
              <a:cxnLst/>
              <a:rect l="l" t="t" r="r" b="b"/>
              <a:pathLst>
                <a:path w="10338" h="6567" extrusionOk="0">
                  <a:moveTo>
                    <a:pt x="0" y="1"/>
                  </a:moveTo>
                  <a:lnTo>
                    <a:pt x="0" y="1194"/>
                  </a:lnTo>
                  <a:lnTo>
                    <a:pt x="9302" y="6567"/>
                  </a:lnTo>
                  <a:lnTo>
                    <a:pt x="9304" y="6567"/>
                  </a:lnTo>
                  <a:lnTo>
                    <a:pt x="10338" y="59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0"/>
            <p:cNvSpPr/>
            <p:nvPr/>
          </p:nvSpPr>
          <p:spPr>
            <a:xfrm>
              <a:off x="2336475" y="892975"/>
              <a:ext cx="3500" cy="28100"/>
            </a:xfrm>
            <a:custGeom>
              <a:avLst/>
              <a:gdLst/>
              <a:ahLst/>
              <a:cxnLst/>
              <a:rect l="l" t="t" r="r" b="b"/>
              <a:pathLst>
                <a:path w="140" h="1124" extrusionOk="0">
                  <a:moveTo>
                    <a:pt x="140" y="0"/>
                  </a:moveTo>
                  <a:lnTo>
                    <a:pt x="1" y="80"/>
                  </a:lnTo>
                  <a:lnTo>
                    <a:pt x="1" y="1063"/>
                  </a:lnTo>
                  <a:cubicBezTo>
                    <a:pt x="1" y="1099"/>
                    <a:pt x="29" y="1123"/>
                    <a:pt x="60" y="1123"/>
                  </a:cubicBezTo>
                  <a:cubicBezTo>
                    <a:pt x="70" y="1123"/>
                    <a:pt x="80" y="1121"/>
                    <a:pt x="89" y="1115"/>
                  </a:cubicBezTo>
                  <a:lnTo>
                    <a:pt x="140" y="108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0"/>
            <p:cNvSpPr/>
            <p:nvPr/>
          </p:nvSpPr>
          <p:spPr>
            <a:xfrm>
              <a:off x="2325975" y="835975"/>
              <a:ext cx="23900" cy="67000"/>
            </a:xfrm>
            <a:custGeom>
              <a:avLst/>
              <a:gdLst/>
              <a:ahLst/>
              <a:cxnLst/>
              <a:rect l="l" t="t" r="r" b="b"/>
              <a:pathLst>
                <a:path w="956" h="2680" extrusionOk="0">
                  <a:moveTo>
                    <a:pt x="477" y="1"/>
                  </a:moveTo>
                  <a:cubicBezTo>
                    <a:pt x="213" y="1"/>
                    <a:pt x="0" y="1409"/>
                    <a:pt x="0" y="1861"/>
                  </a:cubicBezTo>
                  <a:cubicBezTo>
                    <a:pt x="0" y="2312"/>
                    <a:pt x="213" y="2679"/>
                    <a:pt x="477" y="2679"/>
                  </a:cubicBezTo>
                  <a:cubicBezTo>
                    <a:pt x="741" y="2679"/>
                    <a:pt x="956" y="2312"/>
                    <a:pt x="956" y="1861"/>
                  </a:cubicBezTo>
                  <a:cubicBezTo>
                    <a:pt x="956" y="1409"/>
                    <a:pt x="741" y="1"/>
                    <a:pt x="477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0"/>
            <p:cNvSpPr/>
            <p:nvPr/>
          </p:nvSpPr>
          <p:spPr>
            <a:xfrm>
              <a:off x="2329950" y="838350"/>
              <a:ext cx="19925" cy="64625"/>
            </a:xfrm>
            <a:custGeom>
              <a:avLst/>
              <a:gdLst/>
              <a:ahLst/>
              <a:cxnLst/>
              <a:rect l="l" t="t" r="r" b="b"/>
              <a:pathLst>
                <a:path w="797" h="2585" extrusionOk="0">
                  <a:moveTo>
                    <a:pt x="436" y="0"/>
                  </a:moveTo>
                  <a:lnTo>
                    <a:pt x="436" y="0"/>
                  </a:lnTo>
                  <a:cubicBezTo>
                    <a:pt x="521" y="276"/>
                    <a:pt x="565" y="561"/>
                    <a:pt x="563" y="850"/>
                  </a:cubicBezTo>
                  <a:cubicBezTo>
                    <a:pt x="563" y="1553"/>
                    <a:pt x="328" y="2151"/>
                    <a:pt x="1" y="2374"/>
                  </a:cubicBezTo>
                  <a:cubicBezTo>
                    <a:pt x="86" y="2503"/>
                    <a:pt x="196" y="2584"/>
                    <a:pt x="318" y="2584"/>
                  </a:cubicBezTo>
                  <a:cubicBezTo>
                    <a:pt x="582" y="2584"/>
                    <a:pt x="797" y="2217"/>
                    <a:pt x="797" y="1766"/>
                  </a:cubicBezTo>
                  <a:cubicBezTo>
                    <a:pt x="797" y="1383"/>
                    <a:pt x="643" y="321"/>
                    <a:pt x="436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0"/>
            <p:cNvSpPr/>
            <p:nvPr/>
          </p:nvSpPr>
          <p:spPr>
            <a:xfrm>
              <a:off x="2732525" y="828125"/>
              <a:ext cx="310175" cy="179075"/>
            </a:xfrm>
            <a:custGeom>
              <a:avLst/>
              <a:gdLst/>
              <a:ahLst/>
              <a:cxnLst/>
              <a:rect l="l" t="t" r="r" b="b"/>
              <a:pathLst>
                <a:path w="12407" h="7163" extrusionOk="0">
                  <a:moveTo>
                    <a:pt x="6204" y="0"/>
                  </a:moveTo>
                  <a:lnTo>
                    <a:pt x="1" y="3582"/>
                  </a:lnTo>
                  <a:lnTo>
                    <a:pt x="6204" y="7162"/>
                  </a:lnTo>
                  <a:lnTo>
                    <a:pt x="12406" y="3582"/>
                  </a:lnTo>
                  <a:lnTo>
                    <a:pt x="6204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0"/>
            <p:cNvSpPr/>
            <p:nvPr/>
          </p:nvSpPr>
          <p:spPr>
            <a:xfrm>
              <a:off x="2835925" y="768400"/>
              <a:ext cx="155100" cy="149275"/>
            </a:xfrm>
            <a:custGeom>
              <a:avLst/>
              <a:gdLst/>
              <a:ahLst/>
              <a:cxnLst/>
              <a:rect l="l" t="t" r="r" b="b"/>
              <a:pathLst>
                <a:path w="6204" h="5971" extrusionOk="0">
                  <a:moveTo>
                    <a:pt x="4136" y="1"/>
                  </a:moveTo>
                  <a:lnTo>
                    <a:pt x="2070" y="1196"/>
                  </a:lnTo>
                  <a:lnTo>
                    <a:pt x="0" y="2389"/>
                  </a:lnTo>
                  <a:lnTo>
                    <a:pt x="2068" y="5971"/>
                  </a:lnTo>
                  <a:lnTo>
                    <a:pt x="6204" y="3583"/>
                  </a:lnTo>
                  <a:lnTo>
                    <a:pt x="4136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0"/>
            <p:cNvSpPr/>
            <p:nvPr/>
          </p:nvSpPr>
          <p:spPr>
            <a:xfrm>
              <a:off x="2887625" y="857950"/>
              <a:ext cx="103400" cy="119400"/>
            </a:xfrm>
            <a:custGeom>
              <a:avLst/>
              <a:gdLst/>
              <a:ahLst/>
              <a:cxnLst/>
              <a:rect l="l" t="t" r="r" b="b"/>
              <a:pathLst>
                <a:path w="4136" h="4776" extrusionOk="0">
                  <a:moveTo>
                    <a:pt x="4136" y="1"/>
                  </a:moveTo>
                  <a:lnTo>
                    <a:pt x="0" y="2389"/>
                  </a:lnTo>
                  <a:lnTo>
                    <a:pt x="2" y="4776"/>
                  </a:lnTo>
                  <a:lnTo>
                    <a:pt x="4136" y="2389"/>
                  </a:lnTo>
                  <a:lnTo>
                    <a:pt x="413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0"/>
            <p:cNvSpPr/>
            <p:nvPr/>
          </p:nvSpPr>
          <p:spPr>
            <a:xfrm>
              <a:off x="2784225" y="857950"/>
              <a:ext cx="103450" cy="119400"/>
            </a:xfrm>
            <a:custGeom>
              <a:avLst/>
              <a:gdLst/>
              <a:ahLst/>
              <a:cxnLst/>
              <a:rect l="l" t="t" r="r" b="b"/>
              <a:pathLst>
                <a:path w="4138" h="4776" extrusionOk="0">
                  <a:moveTo>
                    <a:pt x="0" y="1"/>
                  </a:moveTo>
                  <a:lnTo>
                    <a:pt x="2" y="2389"/>
                  </a:lnTo>
                  <a:lnTo>
                    <a:pt x="4138" y="4776"/>
                  </a:lnTo>
                  <a:lnTo>
                    <a:pt x="4136" y="238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0"/>
            <p:cNvSpPr/>
            <p:nvPr/>
          </p:nvSpPr>
          <p:spPr>
            <a:xfrm>
              <a:off x="2784225" y="828125"/>
              <a:ext cx="103425" cy="89550"/>
            </a:xfrm>
            <a:custGeom>
              <a:avLst/>
              <a:gdLst/>
              <a:ahLst/>
              <a:cxnLst/>
              <a:rect l="l" t="t" r="r" b="b"/>
              <a:pathLst>
                <a:path w="4137" h="3582" extrusionOk="0">
                  <a:moveTo>
                    <a:pt x="2068" y="0"/>
                  </a:moveTo>
                  <a:lnTo>
                    <a:pt x="0" y="1194"/>
                  </a:lnTo>
                  <a:lnTo>
                    <a:pt x="4136" y="3582"/>
                  </a:lnTo>
                  <a:lnTo>
                    <a:pt x="2068" y="0"/>
                  </a:lnTo>
                  <a:close/>
                </a:path>
              </a:pathLst>
            </a:custGeom>
            <a:solidFill>
              <a:srgbClr val="E42524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0"/>
            <p:cNvSpPr/>
            <p:nvPr/>
          </p:nvSpPr>
          <p:spPr>
            <a:xfrm>
              <a:off x="2706675" y="1260825"/>
              <a:ext cx="206800" cy="119425"/>
            </a:xfrm>
            <a:custGeom>
              <a:avLst/>
              <a:gdLst/>
              <a:ahLst/>
              <a:cxnLst/>
              <a:rect l="l" t="t" r="r" b="b"/>
              <a:pathLst>
                <a:path w="8272" h="4777" extrusionOk="0">
                  <a:moveTo>
                    <a:pt x="4138" y="0"/>
                  </a:moveTo>
                  <a:lnTo>
                    <a:pt x="1" y="2388"/>
                  </a:lnTo>
                  <a:lnTo>
                    <a:pt x="4136" y="4777"/>
                  </a:lnTo>
                  <a:lnTo>
                    <a:pt x="8272" y="2388"/>
                  </a:lnTo>
                  <a:lnTo>
                    <a:pt x="4138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0"/>
            <p:cNvSpPr/>
            <p:nvPr/>
          </p:nvSpPr>
          <p:spPr>
            <a:xfrm>
              <a:off x="2810075" y="1305625"/>
              <a:ext cx="51725" cy="44750"/>
            </a:xfrm>
            <a:custGeom>
              <a:avLst/>
              <a:gdLst/>
              <a:ahLst/>
              <a:cxnLst/>
              <a:rect l="l" t="t" r="r" b="b"/>
              <a:pathLst>
                <a:path w="2069" h="1790" extrusionOk="0">
                  <a:moveTo>
                    <a:pt x="2068" y="1"/>
                  </a:moveTo>
                  <a:lnTo>
                    <a:pt x="0" y="1194"/>
                  </a:lnTo>
                  <a:lnTo>
                    <a:pt x="0" y="1790"/>
                  </a:lnTo>
                  <a:lnTo>
                    <a:pt x="2068" y="596"/>
                  </a:lnTo>
                  <a:lnTo>
                    <a:pt x="2068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0"/>
            <p:cNvSpPr/>
            <p:nvPr/>
          </p:nvSpPr>
          <p:spPr>
            <a:xfrm>
              <a:off x="2758375" y="1275800"/>
              <a:ext cx="103425" cy="59675"/>
            </a:xfrm>
            <a:custGeom>
              <a:avLst/>
              <a:gdLst/>
              <a:ahLst/>
              <a:cxnLst/>
              <a:rect l="l" t="t" r="r" b="b"/>
              <a:pathLst>
                <a:path w="4137" h="2387" extrusionOk="0">
                  <a:moveTo>
                    <a:pt x="2068" y="0"/>
                  </a:moveTo>
                  <a:lnTo>
                    <a:pt x="1" y="1194"/>
                  </a:lnTo>
                  <a:lnTo>
                    <a:pt x="2068" y="2387"/>
                  </a:lnTo>
                  <a:lnTo>
                    <a:pt x="4136" y="1194"/>
                  </a:lnTo>
                  <a:lnTo>
                    <a:pt x="2068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0"/>
            <p:cNvSpPr/>
            <p:nvPr/>
          </p:nvSpPr>
          <p:spPr>
            <a:xfrm>
              <a:off x="2758375" y="1305625"/>
              <a:ext cx="51725" cy="44750"/>
            </a:xfrm>
            <a:custGeom>
              <a:avLst/>
              <a:gdLst/>
              <a:ahLst/>
              <a:cxnLst/>
              <a:rect l="l" t="t" r="r" b="b"/>
              <a:pathLst>
                <a:path w="2069" h="1790" extrusionOk="0">
                  <a:moveTo>
                    <a:pt x="1" y="1"/>
                  </a:moveTo>
                  <a:lnTo>
                    <a:pt x="1" y="596"/>
                  </a:lnTo>
                  <a:lnTo>
                    <a:pt x="2068" y="1790"/>
                  </a:lnTo>
                  <a:lnTo>
                    <a:pt x="2068" y="119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0"/>
            <p:cNvSpPr/>
            <p:nvPr/>
          </p:nvSpPr>
          <p:spPr>
            <a:xfrm>
              <a:off x="2822975" y="1156425"/>
              <a:ext cx="64675" cy="96975"/>
            </a:xfrm>
            <a:custGeom>
              <a:avLst/>
              <a:gdLst/>
              <a:ahLst/>
              <a:cxnLst/>
              <a:rect l="l" t="t" r="r" b="b"/>
              <a:pathLst>
                <a:path w="2587" h="3879" extrusionOk="0">
                  <a:moveTo>
                    <a:pt x="2586" y="0"/>
                  </a:moveTo>
                  <a:lnTo>
                    <a:pt x="1" y="1492"/>
                  </a:lnTo>
                  <a:lnTo>
                    <a:pt x="1" y="3879"/>
                  </a:lnTo>
                  <a:lnTo>
                    <a:pt x="2586" y="2387"/>
                  </a:lnTo>
                  <a:lnTo>
                    <a:pt x="2586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0"/>
            <p:cNvSpPr/>
            <p:nvPr/>
          </p:nvSpPr>
          <p:spPr>
            <a:xfrm>
              <a:off x="2810075" y="1148950"/>
              <a:ext cx="77575" cy="44800"/>
            </a:xfrm>
            <a:custGeom>
              <a:avLst/>
              <a:gdLst/>
              <a:ahLst/>
              <a:cxnLst/>
              <a:rect l="l" t="t" r="r" b="b"/>
              <a:pathLst>
                <a:path w="3103" h="1792" extrusionOk="0">
                  <a:moveTo>
                    <a:pt x="2584" y="0"/>
                  </a:moveTo>
                  <a:lnTo>
                    <a:pt x="0" y="1492"/>
                  </a:lnTo>
                  <a:lnTo>
                    <a:pt x="517" y="1791"/>
                  </a:lnTo>
                  <a:lnTo>
                    <a:pt x="3102" y="299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0"/>
            <p:cNvSpPr/>
            <p:nvPr/>
          </p:nvSpPr>
          <p:spPr>
            <a:xfrm>
              <a:off x="2810075" y="1193725"/>
              <a:ext cx="12925" cy="119350"/>
            </a:xfrm>
            <a:custGeom>
              <a:avLst/>
              <a:gdLst/>
              <a:ahLst/>
              <a:cxnLst/>
              <a:rect l="l" t="t" r="r" b="b"/>
              <a:pathLst>
                <a:path w="517" h="4774" extrusionOk="0">
                  <a:moveTo>
                    <a:pt x="517" y="0"/>
                  </a:moveTo>
                  <a:lnTo>
                    <a:pt x="0" y="297"/>
                  </a:lnTo>
                  <a:lnTo>
                    <a:pt x="0" y="4774"/>
                  </a:lnTo>
                  <a:lnTo>
                    <a:pt x="517" y="4477"/>
                  </a:lnTo>
                  <a:lnTo>
                    <a:pt x="517" y="2387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0"/>
            <p:cNvSpPr/>
            <p:nvPr/>
          </p:nvSpPr>
          <p:spPr>
            <a:xfrm>
              <a:off x="2797175" y="1186250"/>
              <a:ext cx="25825" cy="14925"/>
            </a:xfrm>
            <a:custGeom>
              <a:avLst/>
              <a:gdLst/>
              <a:ahLst/>
              <a:cxnLst/>
              <a:rect l="l" t="t" r="r" b="b"/>
              <a:pathLst>
                <a:path w="1033" h="597" extrusionOk="0">
                  <a:moveTo>
                    <a:pt x="516" y="0"/>
                  </a:moveTo>
                  <a:lnTo>
                    <a:pt x="0" y="299"/>
                  </a:lnTo>
                  <a:lnTo>
                    <a:pt x="516" y="596"/>
                  </a:lnTo>
                  <a:lnTo>
                    <a:pt x="1033" y="299"/>
                  </a:lnTo>
                  <a:lnTo>
                    <a:pt x="516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0"/>
            <p:cNvSpPr/>
            <p:nvPr/>
          </p:nvSpPr>
          <p:spPr>
            <a:xfrm>
              <a:off x="2797175" y="1193725"/>
              <a:ext cx="12925" cy="119350"/>
            </a:xfrm>
            <a:custGeom>
              <a:avLst/>
              <a:gdLst/>
              <a:ahLst/>
              <a:cxnLst/>
              <a:rect l="l" t="t" r="r" b="b"/>
              <a:pathLst>
                <a:path w="517" h="4774" extrusionOk="0">
                  <a:moveTo>
                    <a:pt x="0" y="0"/>
                  </a:moveTo>
                  <a:lnTo>
                    <a:pt x="0" y="4477"/>
                  </a:lnTo>
                  <a:lnTo>
                    <a:pt x="516" y="4774"/>
                  </a:lnTo>
                  <a:lnTo>
                    <a:pt x="516" y="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0"/>
            <p:cNvSpPr/>
            <p:nvPr/>
          </p:nvSpPr>
          <p:spPr>
            <a:xfrm>
              <a:off x="2603300" y="723650"/>
              <a:ext cx="206800" cy="119400"/>
            </a:xfrm>
            <a:custGeom>
              <a:avLst/>
              <a:gdLst/>
              <a:ahLst/>
              <a:cxnLst/>
              <a:rect l="l" t="t" r="r" b="b"/>
              <a:pathLst>
                <a:path w="8272" h="4776" extrusionOk="0">
                  <a:moveTo>
                    <a:pt x="4137" y="0"/>
                  </a:moveTo>
                  <a:lnTo>
                    <a:pt x="0" y="2388"/>
                  </a:lnTo>
                  <a:lnTo>
                    <a:pt x="4136" y="4775"/>
                  </a:lnTo>
                  <a:lnTo>
                    <a:pt x="8271" y="2388"/>
                  </a:lnTo>
                  <a:lnTo>
                    <a:pt x="4137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0"/>
            <p:cNvSpPr/>
            <p:nvPr/>
          </p:nvSpPr>
          <p:spPr>
            <a:xfrm>
              <a:off x="2706675" y="768450"/>
              <a:ext cx="51750" cy="44750"/>
            </a:xfrm>
            <a:custGeom>
              <a:avLst/>
              <a:gdLst/>
              <a:ahLst/>
              <a:cxnLst/>
              <a:rect l="l" t="t" r="r" b="b"/>
              <a:pathLst>
                <a:path w="2070" h="1790" extrusionOk="0">
                  <a:moveTo>
                    <a:pt x="2070" y="0"/>
                  </a:moveTo>
                  <a:lnTo>
                    <a:pt x="1" y="1194"/>
                  </a:lnTo>
                  <a:lnTo>
                    <a:pt x="1" y="1790"/>
                  </a:lnTo>
                  <a:lnTo>
                    <a:pt x="2069" y="596"/>
                  </a:lnTo>
                  <a:lnTo>
                    <a:pt x="2070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0"/>
            <p:cNvSpPr/>
            <p:nvPr/>
          </p:nvSpPr>
          <p:spPr>
            <a:xfrm>
              <a:off x="2654975" y="738575"/>
              <a:ext cx="103450" cy="59725"/>
            </a:xfrm>
            <a:custGeom>
              <a:avLst/>
              <a:gdLst/>
              <a:ahLst/>
              <a:cxnLst/>
              <a:rect l="l" t="t" r="r" b="b"/>
              <a:pathLst>
                <a:path w="4138" h="2389" extrusionOk="0">
                  <a:moveTo>
                    <a:pt x="2069" y="1"/>
                  </a:moveTo>
                  <a:lnTo>
                    <a:pt x="1" y="1195"/>
                  </a:lnTo>
                  <a:lnTo>
                    <a:pt x="2069" y="2389"/>
                  </a:lnTo>
                  <a:lnTo>
                    <a:pt x="4138" y="1195"/>
                  </a:lnTo>
                  <a:lnTo>
                    <a:pt x="2069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0"/>
            <p:cNvSpPr/>
            <p:nvPr/>
          </p:nvSpPr>
          <p:spPr>
            <a:xfrm>
              <a:off x="2654975" y="768450"/>
              <a:ext cx="51725" cy="44750"/>
            </a:xfrm>
            <a:custGeom>
              <a:avLst/>
              <a:gdLst/>
              <a:ahLst/>
              <a:cxnLst/>
              <a:rect l="l" t="t" r="r" b="b"/>
              <a:pathLst>
                <a:path w="2069" h="1790" extrusionOk="0">
                  <a:moveTo>
                    <a:pt x="1" y="0"/>
                  </a:moveTo>
                  <a:lnTo>
                    <a:pt x="1" y="596"/>
                  </a:lnTo>
                  <a:lnTo>
                    <a:pt x="2069" y="1790"/>
                  </a:lnTo>
                  <a:lnTo>
                    <a:pt x="2069" y="119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0"/>
            <p:cNvSpPr/>
            <p:nvPr/>
          </p:nvSpPr>
          <p:spPr>
            <a:xfrm>
              <a:off x="2719625" y="619225"/>
              <a:ext cx="64625" cy="97000"/>
            </a:xfrm>
            <a:custGeom>
              <a:avLst/>
              <a:gdLst/>
              <a:ahLst/>
              <a:cxnLst/>
              <a:rect l="l" t="t" r="r" b="b"/>
              <a:pathLst>
                <a:path w="2585" h="3880" extrusionOk="0">
                  <a:moveTo>
                    <a:pt x="2584" y="1"/>
                  </a:moveTo>
                  <a:lnTo>
                    <a:pt x="0" y="1493"/>
                  </a:lnTo>
                  <a:lnTo>
                    <a:pt x="0" y="3880"/>
                  </a:lnTo>
                  <a:lnTo>
                    <a:pt x="2584" y="2388"/>
                  </a:lnTo>
                  <a:lnTo>
                    <a:pt x="2584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0"/>
            <p:cNvSpPr/>
            <p:nvPr/>
          </p:nvSpPr>
          <p:spPr>
            <a:xfrm>
              <a:off x="2706675" y="611775"/>
              <a:ext cx="77575" cy="44800"/>
            </a:xfrm>
            <a:custGeom>
              <a:avLst/>
              <a:gdLst/>
              <a:ahLst/>
              <a:cxnLst/>
              <a:rect l="l" t="t" r="r" b="b"/>
              <a:pathLst>
                <a:path w="3103" h="1792" extrusionOk="0">
                  <a:moveTo>
                    <a:pt x="2586" y="0"/>
                  </a:moveTo>
                  <a:lnTo>
                    <a:pt x="1" y="1492"/>
                  </a:lnTo>
                  <a:lnTo>
                    <a:pt x="518" y="1791"/>
                  </a:lnTo>
                  <a:lnTo>
                    <a:pt x="3102" y="299"/>
                  </a:lnTo>
                  <a:lnTo>
                    <a:pt x="2586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0"/>
            <p:cNvSpPr/>
            <p:nvPr/>
          </p:nvSpPr>
          <p:spPr>
            <a:xfrm>
              <a:off x="2706675" y="656550"/>
              <a:ext cx="12975" cy="119350"/>
            </a:xfrm>
            <a:custGeom>
              <a:avLst/>
              <a:gdLst/>
              <a:ahLst/>
              <a:cxnLst/>
              <a:rect l="l" t="t" r="r" b="b"/>
              <a:pathLst>
                <a:path w="519" h="4774" extrusionOk="0">
                  <a:moveTo>
                    <a:pt x="518" y="0"/>
                  </a:moveTo>
                  <a:lnTo>
                    <a:pt x="1" y="297"/>
                  </a:lnTo>
                  <a:lnTo>
                    <a:pt x="1" y="4774"/>
                  </a:lnTo>
                  <a:lnTo>
                    <a:pt x="518" y="4476"/>
                  </a:lnTo>
                  <a:lnTo>
                    <a:pt x="518" y="2387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0"/>
            <p:cNvSpPr/>
            <p:nvPr/>
          </p:nvSpPr>
          <p:spPr>
            <a:xfrm>
              <a:off x="2693775" y="649075"/>
              <a:ext cx="25875" cy="14925"/>
            </a:xfrm>
            <a:custGeom>
              <a:avLst/>
              <a:gdLst/>
              <a:ahLst/>
              <a:cxnLst/>
              <a:rect l="l" t="t" r="r" b="b"/>
              <a:pathLst>
                <a:path w="1035" h="597" extrusionOk="0">
                  <a:moveTo>
                    <a:pt x="517" y="0"/>
                  </a:moveTo>
                  <a:lnTo>
                    <a:pt x="1" y="299"/>
                  </a:lnTo>
                  <a:lnTo>
                    <a:pt x="517" y="596"/>
                  </a:lnTo>
                  <a:lnTo>
                    <a:pt x="1034" y="299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0"/>
            <p:cNvSpPr/>
            <p:nvPr/>
          </p:nvSpPr>
          <p:spPr>
            <a:xfrm>
              <a:off x="2693775" y="656550"/>
              <a:ext cx="12925" cy="119350"/>
            </a:xfrm>
            <a:custGeom>
              <a:avLst/>
              <a:gdLst/>
              <a:ahLst/>
              <a:cxnLst/>
              <a:rect l="l" t="t" r="r" b="b"/>
              <a:pathLst>
                <a:path w="517" h="4774" extrusionOk="0">
                  <a:moveTo>
                    <a:pt x="1" y="0"/>
                  </a:moveTo>
                  <a:lnTo>
                    <a:pt x="1" y="4476"/>
                  </a:lnTo>
                  <a:lnTo>
                    <a:pt x="517" y="4774"/>
                  </a:lnTo>
                  <a:lnTo>
                    <a:pt x="517" y="29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0"/>
            <p:cNvSpPr/>
            <p:nvPr/>
          </p:nvSpPr>
          <p:spPr>
            <a:xfrm>
              <a:off x="2512875" y="932550"/>
              <a:ext cx="672000" cy="194025"/>
            </a:xfrm>
            <a:custGeom>
              <a:avLst/>
              <a:gdLst/>
              <a:ahLst/>
              <a:cxnLst/>
              <a:rect l="l" t="t" r="r" b="b"/>
              <a:pathLst>
                <a:path w="26880" h="7761" extrusionOk="0">
                  <a:moveTo>
                    <a:pt x="6719" y="1"/>
                  </a:moveTo>
                  <a:lnTo>
                    <a:pt x="1" y="3881"/>
                  </a:lnTo>
                  <a:lnTo>
                    <a:pt x="2068" y="5075"/>
                  </a:lnTo>
                  <a:lnTo>
                    <a:pt x="6719" y="2389"/>
                  </a:lnTo>
                  <a:lnTo>
                    <a:pt x="16024" y="7760"/>
                  </a:lnTo>
                  <a:lnTo>
                    <a:pt x="26879" y="1493"/>
                  </a:lnTo>
                  <a:lnTo>
                    <a:pt x="24811" y="300"/>
                  </a:lnTo>
                  <a:lnTo>
                    <a:pt x="16024" y="5373"/>
                  </a:lnTo>
                  <a:lnTo>
                    <a:pt x="6719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0"/>
            <p:cNvSpPr/>
            <p:nvPr/>
          </p:nvSpPr>
          <p:spPr>
            <a:xfrm>
              <a:off x="2546850" y="957875"/>
              <a:ext cx="604550" cy="138600"/>
            </a:xfrm>
            <a:custGeom>
              <a:avLst/>
              <a:gdLst/>
              <a:ahLst/>
              <a:cxnLst/>
              <a:rect l="l" t="t" r="r" b="b"/>
              <a:pathLst>
                <a:path w="24182" h="5544" extrusionOk="0">
                  <a:moveTo>
                    <a:pt x="24077" y="0"/>
                  </a:moveTo>
                  <a:lnTo>
                    <a:pt x="23792" y="165"/>
                  </a:lnTo>
                  <a:lnTo>
                    <a:pt x="23898" y="347"/>
                  </a:lnTo>
                  <a:lnTo>
                    <a:pt x="24182" y="181"/>
                  </a:lnTo>
                  <a:lnTo>
                    <a:pt x="24077" y="0"/>
                  </a:lnTo>
                  <a:close/>
                  <a:moveTo>
                    <a:pt x="5360" y="62"/>
                  </a:moveTo>
                  <a:lnTo>
                    <a:pt x="5103" y="210"/>
                  </a:lnTo>
                  <a:lnTo>
                    <a:pt x="5208" y="392"/>
                  </a:lnTo>
                  <a:lnTo>
                    <a:pt x="5360" y="305"/>
                  </a:lnTo>
                  <a:lnTo>
                    <a:pt x="5953" y="645"/>
                  </a:lnTo>
                  <a:lnTo>
                    <a:pt x="6057" y="464"/>
                  </a:lnTo>
                  <a:lnTo>
                    <a:pt x="5360" y="62"/>
                  </a:lnTo>
                  <a:close/>
                  <a:moveTo>
                    <a:pt x="22942" y="655"/>
                  </a:moveTo>
                  <a:lnTo>
                    <a:pt x="22091" y="1147"/>
                  </a:lnTo>
                  <a:lnTo>
                    <a:pt x="22197" y="1328"/>
                  </a:lnTo>
                  <a:lnTo>
                    <a:pt x="23046" y="837"/>
                  </a:lnTo>
                  <a:lnTo>
                    <a:pt x="22942" y="655"/>
                  </a:lnTo>
                  <a:close/>
                  <a:moveTo>
                    <a:pt x="4246" y="703"/>
                  </a:moveTo>
                  <a:lnTo>
                    <a:pt x="3402" y="1192"/>
                  </a:lnTo>
                  <a:lnTo>
                    <a:pt x="3507" y="1375"/>
                  </a:lnTo>
                  <a:lnTo>
                    <a:pt x="4356" y="883"/>
                  </a:lnTo>
                  <a:lnTo>
                    <a:pt x="4246" y="703"/>
                  </a:lnTo>
                  <a:close/>
                  <a:moveTo>
                    <a:pt x="6906" y="953"/>
                  </a:moveTo>
                  <a:lnTo>
                    <a:pt x="6801" y="1134"/>
                  </a:lnTo>
                  <a:lnTo>
                    <a:pt x="7650" y="1623"/>
                  </a:lnTo>
                  <a:lnTo>
                    <a:pt x="7650" y="1624"/>
                  </a:lnTo>
                  <a:lnTo>
                    <a:pt x="7754" y="1441"/>
                  </a:lnTo>
                  <a:lnTo>
                    <a:pt x="6906" y="953"/>
                  </a:lnTo>
                  <a:close/>
                  <a:moveTo>
                    <a:pt x="21241" y="1636"/>
                  </a:moveTo>
                  <a:lnTo>
                    <a:pt x="20391" y="2126"/>
                  </a:lnTo>
                  <a:lnTo>
                    <a:pt x="20496" y="2309"/>
                  </a:lnTo>
                  <a:lnTo>
                    <a:pt x="20496" y="2307"/>
                  </a:lnTo>
                  <a:lnTo>
                    <a:pt x="21345" y="1817"/>
                  </a:lnTo>
                  <a:lnTo>
                    <a:pt x="21241" y="1636"/>
                  </a:lnTo>
                  <a:close/>
                  <a:moveTo>
                    <a:pt x="2551" y="1682"/>
                  </a:moveTo>
                  <a:lnTo>
                    <a:pt x="1700" y="2174"/>
                  </a:lnTo>
                  <a:lnTo>
                    <a:pt x="1806" y="2355"/>
                  </a:lnTo>
                  <a:lnTo>
                    <a:pt x="1807" y="2353"/>
                  </a:lnTo>
                  <a:lnTo>
                    <a:pt x="2657" y="1863"/>
                  </a:lnTo>
                  <a:lnTo>
                    <a:pt x="2551" y="1682"/>
                  </a:lnTo>
                  <a:close/>
                  <a:moveTo>
                    <a:pt x="8601" y="1934"/>
                  </a:moveTo>
                  <a:lnTo>
                    <a:pt x="8496" y="2117"/>
                  </a:lnTo>
                  <a:lnTo>
                    <a:pt x="9345" y="2606"/>
                  </a:lnTo>
                  <a:lnTo>
                    <a:pt x="9345" y="2604"/>
                  </a:lnTo>
                  <a:lnTo>
                    <a:pt x="9449" y="2423"/>
                  </a:lnTo>
                  <a:lnTo>
                    <a:pt x="8601" y="1934"/>
                  </a:lnTo>
                  <a:close/>
                  <a:moveTo>
                    <a:pt x="19540" y="2620"/>
                  </a:moveTo>
                  <a:lnTo>
                    <a:pt x="18689" y="3110"/>
                  </a:lnTo>
                  <a:lnTo>
                    <a:pt x="18795" y="3292"/>
                  </a:lnTo>
                  <a:lnTo>
                    <a:pt x="19645" y="2802"/>
                  </a:lnTo>
                  <a:lnTo>
                    <a:pt x="19540" y="2620"/>
                  </a:lnTo>
                  <a:close/>
                  <a:moveTo>
                    <a:pt x="850" y="2665"/>
                  </a:moveTo>
                  <a:lnTo>
                    <a:pt x="0" y="3155"/>
                  </a:lnTo>
                  <a:lnTo>
                    <a:pt x="105" y="3337"/>
                  </a:lnTo>
                  <a:lnTo>
                    <a:pt x="105" y="3338"/>
                  </a:lnTo>
                  <a:lnTo>
                    <a:pt x="956" y="2846"/>
                  </a:lnTo>
                  <a:lnTo>
                    <a:pt x="850" y="2665"/>
                  </a:lnTo>
                  <a:close/>
                  <a:moveTo>
                    <a:pt x="10297" y="2913"/>
                  </a:moveTo>
                  <a:lnTo>
                    <a:pt x="10193" y="3094"/>
                  </a:lnTo>
                  <a:lnTo>
                    <a:pt x="11041" y="3583"/>
                  </a:lnTo>
                  <a:lnTo>
                    <a:pt x="11041" y="3585"/>
                  </a:lnTo>
                  <a:lnTo>
                    <a:pt x="11146" y="3402"/>
                  </a:lnTo>
                  <a:lnTo>
                    <a:pt x="10297" y="2913"/>
                  </a:lnTo>
                  <a:close/>
                  <a:moveTo>
                    <a:pt x="17841" y="3599"/>
                  </a:moveTo>
                  <a:lnTo>
                    <a:pt x="16991" y="4091"/>
                  </a:lnTo>
                  <a:lnTo>
                    <a:pt x="17095" y="4272"/>
                  </a:lnTo>
                  <a:lnTo>
                    <a:pt x="17945" y="3780"/>
                  </a:lnTo>
                  <a:lnTo>
                    <a:pt x="17841" y="3599"/>
                  </a:lnTo>
                  <a:close/>
                  <a:moveTo>
                    <a:pt x="11995" y="3893"/>
                  </a:moveTo>
                  <a:lnTo>
                    <a:pt x="11891" y="4075"/>
                  </a:lnTo>
                  <a:lnTo>
                    <a:pt x="12739" y="4565"/>
                  </a:lnTo>
                  <a:lnTo>
                    <a:pt x="12844" y="4384"/>
                  </a:lnTo>
                  <a:lnTo>
                    <a:pt x="11995" y="3893"/>
                  </a:lnTo>
                  <a:close/>
                  <a:moveTo>
                    <a:pt x="16141" y="4581"/>
                  </a:moveTo>
                  <a:lnTo>
                    <a:pt x="15288" y="5072"/>
                  </a:lnTo>
                  <a:lnTo>
                    <a:pt x="15394" y="5254"/>
                  </a:lnTo>
                  <a:lnTo>
                    <a:pt x="15394" y="5252"/>
                  </a:lnTo>
                  <a:lnTo>
                    <a:pt x="16246" y="4762"/>
                  </a:lnTo>
                  <a:lnTo>
                    <a:pt x="16141" y="4581"/>
                  </a:lnTo>
                  <a:close/>
                  <a:moveTo>
                    <a:pt x="13692" y="4872"/>
                  </a:moveTo>
                  <a:lnTo>
                    <a:pt x="13588" y="5053"/>
                  </a:lnTo>
                  <a:lnTo>
                    <a:pt x="14436" y="5544"/>
                  </a:lnTo>
                  <a:lnTo>
                    <a:pt x="14540" y="5362"/>
                  </a:lnTo>
                  <a:lnTo>
                    <a:pt x="13692" y="4872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0"/>
            <p:cNvSpPr/>
            <p:nvPr/>
          </p:nvSpPr>
          <p:spPr>
            <a:xfrm>
              <a:off x="2949900" y="1146550"/>
              <a:ext cx="5750" cy="46050"/>
            </a:xfrm>
            <a:custGeom>
              <a:avLst/>
              <a:gdLst/>
              <a:ahLst/>
              <a:cxnLst/>
              <a:rect l="l" t="t" r="r" b="b"/>
              <a:pathLst>
                <a:path w="230" h="1842" extrusionOk="0">
                  <a:moveTo>
                    <a:pt x="229" y="1"/>
                  </a:moveTo>
                  <a:lnTo>
                    <a:pt x="0" y="133"/>
                  </a:lnTo>
                  <a:lnTo>
                    <a:pt x="0" y="1745"/>
                  </a:lnTo>
                  <a:cubicBezTo>
                    <a:pt x="0" y="1801"/>
                    <a:pt x="47" y="1842"/>
                    <a:pt x="98" y="1842"/>
                  </a:cubicBezTo>
                  <a:cubicBezTo>
                    <a:pt x="114" y="1842"/>
                    <a:pt x="130" y="1838"/>
                    <a:pt x="145" y="1829"/>
                  </a:cubicBezTo>
                  <a:lnTo>
                    <a:pt x="229" y="1781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0"/>
            <p:cNvSpPr/>
            <p:nvPr/>
          </p:nvSpPr>
          <p:spPr>
            <a:xfrm>
              <a:off x="2932650" y="1053025"/>
              <a:ext cx="39200" cy="109900"/>
            </a:xfrm>
            <a:custGeom>
              <a:avLst/>
              <a:gdLst/>
              <a:ahLst/>
              <a:cxnLst/>
              <a:rect l="l" t="t" r="r" b="b"/>
              <a:pathLst>
                <a:path w="1568" h="4396" extrusionOk="0">
                  <a:moveTo>
                    <a:pt x="785" y="0"/>
                  </a:moveTo>
                  <a:cubicBezTo>
                    <a:pt x="351" y="0"/>
                    <a:pt x="0" y="2310"/>
                    <a:pt x="0" y="3053"/>
                  </a:cubicBezTo>
                  <a:cubicBezTo>
                    <a:pt x="0" y="3794"/>
                    <a:pt x="351" y="4396"/>
                    <a:pt x="785" y="4396"/>
                  </a:cubicBezTo>
                  <a:cubicBezTo>
                    <a:pt x="1217" y="4396"/>
                    <a:pt x="1568" y="3795"/>
                    <a:pt x="1568" y="3053"/>
                  </a:cubicBezTo>
                  <a:cubicBezTo>
                    <a:pt x="1568" y="2310"/>
                    <a:pt x="1217" y="0"/>
                    <a:pt x="785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0"/>
            <p:cNvSpPr/>
            <p:nvPr/>
          </p:nvSpPr>
          <p:spPr>
            <a:xfrm>
              <a:off x="2939225" y="1056950"/>
              <a:ext cx="26000" cy="106025"/>
            </a:xfrm>
            <a:custGeom>
              <a:avLst/>
              <a:gdLst/>
              <a:ahLst/>
              <a:cxnLst/>
              <a:rect l="l" t="t" r="r" b="b"/>
              <a:pathLst>
                <a:path w="1040" h="4241" extrusionOk="0">
                  <a:moveTo>
                    <a:pt x="714" y="0"/>
                  </a:moveTo>
                  <a:cubicBezTo>
                    <a:pt x="845" y="405"/>
                    <a:pt x="922" y="880"/>
                    <a:pt x="922" y="1392"/>
                  </a:cubicBezTo>
                  <a:cubicBezTo>
                    <a:pt x="922" y="2548"/>
                    <a:pt x="536" y="3527"/>
                    <a:pt x="1" y="3893"/>
                  </a:cubicBezTo>
                  <a:cubicBezTo>
                    <a:pt x="139" y="4107"/>
                    <a:pt x="320" y="4240"/>
                    <a:pt x="522" y="4240"/>
                  </a:cubicBezTo>
                  <a:cubicBezTo>
                    <a:pt x="722" y="4240"/>
                    <a:pt x="900" y="4112"/>
                    <a:pt x="1039" y="3905"/>
                  </a:cubicBezTo>
                  <a:lnTo>
                    <a:pt x="1039" y="931"/>
                  </a:lnTo>
                  <a:cubicBezTo>
                    <a:pt x="946" y="535"/>
                    <a:pt x="836" y="187"/>
                    <a:pt x="714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0"/>
            <p:cNvSpPr/>
            <p:nvPr/>
          </p:nvSpPr>
          <p:spPr>
            <a:xfrm>
              <a:off x="2913450" y="1111600"/>
              <a:ext cx="361875" cy="208950"/>
            </a:xfrm>
            <a:custGeom>
              <a:avLst/>
              <a:gdLst/>
              <a:ahLst/>
              <a:cxnLst/>
              <a:rect l="l" t="t" r="r" b="b"/>
              <a:pathLst>
                <a:path w="14475" h="8358" extrusionOk="0">
                  <a:moveTo>
                    <a:pt x="8272" y="1"/>
                  </a:moveTo>
                  <a:lnTo>
                    <a:pt x="1" y="4776"/>
                  </a:lnTo>
                  <a:lnTo>
                    <a:pt x="6203" y="8357"/>
                  </a:lnTo>
                  <a:lnTo>
                    <a:pt x="14474" y="3582"/>
                  </a:lnTo>
                  <a:lnTo>
                    <a:pt x="8272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0"/>
            <p:cNvSpPr/>
            <p:nvPr/>
          </p:nvSpPr>
          <p:spPr>
            <a:xfrm>
              <a:off x="3068550" y="962400"/>
              <a:ext cx="155100" cy="328325"/>
            </a:xfrm>
            <a:custGeom>
              <a:avLst/>
              <a:gdLst/>
              <a:ahLst/>
              <a:cxnLst/>
              <a:rect l="l" t="t" r="r" b="b"/>
              <a:pathLst>
                <a:path w="6204" h="13133" extrusionOk="0">
                  <a:moveTo>
                    <a:pt x="6204" y="0"/>
                  </a:moveTo>
                  <a:lnTo>
                    <a:pt x="0" y="3582"/>
                  </a:lnTo>
                  <a:lnTo>
                    <a:pt x="0" y="13132"/>
                  </a:lnTo>
                  <a:lnTo>
                    <a:pt x="6204" y="9550"/>
                  </a:lnTo>
                  <a:lnTo>
                    <a:pt x="6204" y="0"/>
                  </a:lnTo>
                  <a:close/>
                </a:path>
              </a:pathLst>
            </a:custGeom>
            <a:solidFill>
              <a:srgbClr val="F4AA9E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0"/>
            <p:cNvSpPr/>
            <p:nvPr/>
          </p:nvSpPr>
          <p:spPr>
            <a:xfrm>
              <a:off x="3120200" y="908300"/>
              <a:ext cx="93775" cy="58800"/>
            </a:xfrm>
            <a:custGeom>
              <a:avLst/>
              <a:gdLst/>
              <a:ahLst/>
              <a:cxnLst/>
              <a:rect l="l" t="t" r="r" b="b"/>
              <a:pathLst>
                <a:path w="3751" h="2352" extrusionOk="0">
                  <a:moveTo>
                    <a:pt x="2" y="1"/>
                  </a:moveTo>
                  <a:lnTo>
                    <a:pt x="1" y="375"/>
                  </a:lnTo>
                  <a:lnTo>
                    <a:pt x="3426" y="2351"/>
                  </a:lnTo>
                  <a:lnTo>
                    <a:pt x="3427" y="2351"/>
                  </a:lnTo>
                  <a:lnTo>
                    <a:pt x="3751" y="2164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0"/>
            <p:cNvSpPr/>
            <p:nvPr/>
          </p:nvSpPr>
          <p:spPr>
            <a:xfrm>
              <a:off x="2982950" y="917650"/>
              <a:ext cx="222900" cy="128725"/>
            </a:xfrm>
            <a:custGeom>
              <a:avLst/>
              <a:gdLst/>
              <a:ahLst/>
              <a:cxnLst/>
              <a:rect l="l" t="t" r="r" b="b"/>
              <a:pathLst>
                <a:path w="8916" h="5149" extrusionOk="0">
                  <a:moveTo>
                    <a:pt x="5491" y="1"/>
                  </a:moveTo>
                  <a:lnTo>
                    <a:pt x="1" y="3171"/>
                  </a:lnTo>
                  <a:lnTo>
                    <a:pt x="3424" y="5149"/>
                  </a:lnTo>
                  <a:lnTo>
                    <a:pt x="8916" y="1977"/>
                  </a:lnTo>
                  <a:lnTo>
                    <a:pt x="5491" y="1"/>
                  </a:lnTo>
                  <a:close/>
                </a:path>
              </a:pathLst>
            </a:custGeom>
            <a:solidFill>
              <a:srgbClr val="F4AA9E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0"/>
            <p:cNvSpPr/>
            <p:nvPr/>
          </p:nvSpPr>
          <p:spPr>
            <a:xfrm>
              <a:off x="2974825" y="908300"/>
              <a:ext cx="145450" cy="88625"/>
            </a:xfrm>
            <a:custGeom>
              <a:avLst/>
              <a:gdLst/>
              <a:ahLst/>
              <a:cxnLst/>
              <a:rect l="l" t="t" r="r" b="b"/>
              <a:pathLst>
                <a:path w="5818" h="3545" extrusionOk="0">
                  <a:moveTo>
                    <a:pt x="5817" y="1"/>
                  </a:moveTo>
                  <a:lnTo>
                    <a:pt x="1" y="3358"/>
                  </a:lnTo>
                  <a:lnTo>
                    <a:pt x="326" y="3545"/>
                  </a:lnTo>
                  <a:lnTo>
                    <a:pt x="5816" y="375"/>
                  </a:lnTo>
                  <a:lnTo>
                    <a:pt x="5817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0"/>
            <p:cNvSpPr/>
            <p:nvPr/>
          </p:nvSpPr>
          <p:spPr>
            <a:xfrm>
              <a:off x="2965200" y="992225"/>
              <a:ext cx="103375" cy="298500"/>
            </a:xfrm>
            <a:custGeom>
              <a:avLst/>
              <a:gdLst/>
              <a:ahLst/>
              <a:cxnLst/>
              <a:rect l="l" t="t" r="r" b="b"/>
              <a:pathLst>
                <a:path w="4135" h="11940" extrusionOk="0">
                  <a:moveTo>
                    <a:pt x="0" y="1"/>
                  </a:moveTo>
                  <a:lnTo>
                    <a:pt x="0" y="9551"/>
                  </a:lnTo>
                  <a:lnTo>
                    <a:pt x="4134" y="11939"/>
                  </a:lnTo>
                  <a:lnTo>
                    <a:pt x="4134" y="238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0"/>
            <p:cNvSpPr/>
            <p:nvPr/>
          </p:nvSpPr>
          <p:spPr>
            <a:xfrm>
              <a:off x="2965200" y="902725"/>
              <a:ext cx="258450" cy="149225"/>
            </a:xfrm>
            <a:custGeom>
              <a:avLst/>
              <a:gdLst/>
              <a:ahLst/>
              <a:cxnLst/>
              <a:rect l="l" t="t" r="r" b="b"/>
              <a:pathLst>
                <a:path w="10338" h="5969" extrusionOk="0">
                  <a:moveTo>
                    <a:pt x="6202" y="224"/>
                  </a:moveTo>
                  <a:lnTo>
                    <a:pt x="9951" y="2387"/>
                  </a:lnTo>
                  <a:lnTo>
                    <a:pt x="9627" y="2574"/>
                  </a:lnTo>
                  <a:lnTo>
                    <a:pt x="9626" y="2574"/>
                  </a:lnTo>
                  <a:lnTo>
                    <a:pt x="4134" y="5746"/>
                  </a:lnTo>
                  <a:lnTo>
                    <a:pt x="711" y="3768"/>
                  </a:lnTo>
                  <a:lnTo>
                    <a:pt x="386" y="3581"/>
                  </a:lnTo>
                  <a:lnTo>
                    <a:pt x="6202" y="224"/>
                  </a:lnTo>
                  <a:close/>
                  <a:moveTo>
                    <a:pt x="6202" y="0"/>
                  </a:moveTo>
                  <a:lnTo>
                    <a:pt x="0" y="3581"/>
                  </a:lnTo>
                  <a:lnTo>
                    <a:pt x="4134" y="5969"/>
                  </a:lnTo>
                  <a:lnTo>
                    <a:pt x="10338" y="2387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0"/>
            <p:cNvSpPr/>
            <p:nvPr/>
          </p:nvSpPr>
          <p:spPr>
            <a:xfrm>
              <a:off x="3120200" y="1186250"/>
              <a:ext cx="51750" cy="74600"/>
            </a:xfrm>
            <a:custGeom>
              <a:avLst/>
              <a:gdLst/>
              <a:ahLst/>
              <a:cxnLst/>
              <a:rect l="l" t="t" r="r" b="b"/>
              <a:pathLst>
                <a:path w="2070" h="2984" extrusionOk="0">
                  <a:moveTo>
                    <a:pt x="2070" y="0"/>
                  </a:moveTo>
                  <a:lnTo>
                    <a:pt x="1" y="1194"/>
                  </a:lnTo>
                  <a:lnTo>
                    <a:pt x="2" y="2983"/>
                  </a:lnTo>
                  <a:lnTo>
                    <a:pt x="2070" y="1791"/>
                  </a:lnTo>
                  <a:lnTo>
                    <a:pt x="207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0"/>
            <p:cNvSpPr/>
            <p:nvPr/>
          </p:nvSpPr>
          <p:spPr>
            <a:xfrm>
              <a:off x="3081450" y="984800"/>
              <a:ext cx="129225" cy="104475"/>
            </a:xfrm>
            <a:custGeom>
              <a:avLst/>
              <a:gdLst/>
              <a:ahLst/>
              <a:cxnLst/>
              <a:rect l="l" t="t" r="r" b="b"/>
              <a:pathLst>
                <a:path w="5169" h="4179" extrusionOk="0">
                  <a:moveTo>
                    <a:pt x="5169" y="0"/>
                  </a:moveTo>
                  <a:lnTo>
                    <a:pt x="1" y="2985"/>
                  </a:lnTo>
                  <a:lnTo>
                    <a:pt x="1" y="4178"/>
                  </a:lnTo>
                  <a:lnTo>
                    <a:pt x="5169" y="1194"/>
                  </a:lnTo>
                  <a:lnTo>
                    <a:pt x="51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0"/>
            <p:cNvSpPr/>
            <p:nvPr/>
          </p:nvSpPr>
          <p:spPr>
            <a:xfrm>
              <a:off x="3081450" y="1029575"/>
              <a:ext cx="129225" cy="104450"/>
            </a:xfrm>
            <a:custGeom>
              <a:avLst/>
              <a:gdLst/>
              <a:ahLst/>
              <a:cxnLst/>
              <a:rect l="l" t="t" r="r" b="b"/>
              <a:pathLst>
                <a:path w="5169" h="4178" extrusionOk="0">
                  <a:moveTo>
                    <a:pt x="5169" y="0"/>
                  </a:moveTo>
                  <a:lnTo>
                    <a:pt x="1" y="2984"/>
                  </a:lnTo>
                  <a:lnTo>
                    <a:pt x="1" y="4178"/>
                  </a:lnTo>
                  <a:lnTo>
                    <a:pt x="5169" y="1194"/>
                  </a:lnTo>
                  <a:lnTo>
                    <a:pt x="51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0"/>
            <p:cNvSpPr/>
            <p:nvPr/>
          </p:nvSpPr>
          <p:spPr>
            <a:xfrm>
              <a:off x="3081450" y="1074300"/>
              <a:ext cx="129225" cy="104500"/>
            </a:xfrm>
            <a:custGeom>
              <a:avLst/>
              <a:gdLst/>
              <a:ahLst/>
              <a:cxnLst/>
              <a:rect l="l" t="t" r="r" b="b"/>
              <a:pathLst>
                <a:path w="5169" h="4180" extrusionOk="0">
                  <a:moveTo>
                    <a:pt x="5169" y="1"/>
                  </a:moveTo>
                  <a:lnTo>
                    <a:pt x="1" y="2986"/>
                  </a:lnTo>
                  <a:lnTo>
                    <a:pt x="1" y="4180"/>
                  </a:lnTo>
                  <a:lnTo>
                    <a:pt x="5169" y="1195"/>
                  </a:lnTo>
                  <a:lnTo>
                    <a:pt x="5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0"/>
            <p:cNvSpPr/>
            <p:nvPr/>
          </p:nvSpPr>
          <p:spPr>
            <a:xfrm>
              <a:off x="3081450" y="1119075"/>
              <a:ext cx="129225" cy="104500"/>
            </a:xfrm>
            <a:custGeom>
              <a:avLst/>
              <a:gdLst/>
              <a:ahLst/>
              <a:cxnLst/>
              <a:rect l="l" t="t" r="r" b="b"/>
              <a:pathLst>
                <a:path w="5169" h="4180" extrusionOk="0">
                  <a:moveTo>
                    <a:pt x="5169" y="0"/>
                  </a:moveTo>
                  <a:lnTo>
                    <a:pt x="1" y="2985"/>
                  </a:lnTo>
                  <a:lnTo>
                    <a:pt x="1" y="4180"/>
                  </a:lnTo>
                  <a:lnTo>
                    <a:pt x="5169" y="1195"/>
                  </a:lnTo>
                  <a:lnTo>
                    <a:pt x="51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0"/>
            <p:cNvSpPr/>
            <p:nvPr/>
          </p:nvSpPr>
          <p:spPr>
            <a:xfrm>
              <a:off x="3184850" y="1163850"/>
              <a:ext cx="25825" cy="44800"/>
            </a:xfrm>
            <a:custGeom>
              <a:avLst/>
              <a:gdLst/>
              <a:ahLst/>
              <a:cxnLst/>
              <a:rect l="l" t="t" r="r" b="b"/>
              <a:pathLst>
                <a:path w="1033" h="1792" extrusionOk="0">
                  <a:moveTo>
                    <a:pt x="1033" y="0"/>
                  </a:moveTo>
                  <a:lnTo>
                    <a:pt x="0" y="598"/>
                  </a:lnTo>
                  <a:lnTo>
                    <a:pt x="0" y="1791"/>
                  </a:lnTo>
                  <a:lnTo>
                    <a:pt x="1033" y="1194"/>
                  </a:lnTo>
                  <a:lnTo>
                    <a:pt x="10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0"/>
            <p:cNvSpPr/>
            <p:nvPr/>
          </p:nvSpPr>
          <p:spPr>
            <a:xfrm>
              <a:off x="3081450" y="1223550"/>
              <a:ext cx="25875" cy="44750"/>
            </a:xfrm>
            <a:custGeom>
              <a:avLst/>
              <a:gdLst/>
              <a:ahLst/>
              <a:cxnLst/>
              <a:rect l="l" t="t" r="r" b="b"/>
              <a:pathLst>
                <a:path w="1035" h="1790" extrusionOk="0">
                  <a:moveTo>
                    <a:pt x="1035" y="1"/>
                  </a:moveTo>
                  <a:lnTo>
                    <a:pt x="1" y="597"/>
                  </a:lnTo>
                  <a:lnTo>
                    <a:pt x="1" y="1790"/>
                  </a:lnTo>
                  <a:lnTo>
                    <a:pt x="1035" y="1194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0"/>
            <p:cNvSpPr/>
            <p:nvPr/>
          </p:nvSpPr>
          <p:spPr>
            <a:xfrm>
              <a:off x="2978050" y="1014625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1" y="1"/>
                  </a:moveTo>
                  <a:lnTo>
                    <a:pt x="1" y="1194"/>
                  </a:lnTo>
                  <a:lnTo>
                    <a:pt x="519" y="1493"/>
                  </a:lnTo>
                  <a:lnTo>
                    <a:pt x="519" y="30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0"/>
            <p:cNvSpPr/>
            <p:nvPr/>
          </p:nvSpPr>
          <p:spPr>
            <a:xfrm>
              <a:off x="2999600" y="1027075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0" y="0"/>
                  </a:moveTo>
                  <a:lnTo>
                    <a:pt x="0" y="1194"/>
                  </a:lnTo>
                  <a:lnTo>
                    <a:pt x="518" y="1492"/>
                  </a:lnTo>
                  <a:lnTo>
                    <a:pt x="518" y="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0"/>
            <p:cNvSpPr/>
            <p:nvPr/>
          </p:nvSpPr>
          <p:spPr>
            <a:xfrm>
              <a:off x="3021125" y="1039500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1" y="1"/>
                  </a:moveTo>
                  <a:lnTo>
                    <a:pt x="1" y="1194"/>
                  </a:lnTo>
                  <a:lnTo>
                    <a:pt x="518" y="1493"/>
                  </a:lnTo>
                  <a:lnTo>
                    <a:pt x="518" y="29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0"/>
            <p:cNvSpPr/>
            <p:nvPr/>
          </p:nvSpPr>
          <p:spPr>
            <a:xfrm>
              <a:off x="3042675" y="1051925"/>
              <a:ext cx="12950" cy="37350"/>
            </a:xfrm>
            <a:custGeom>
              <a:avLst/>
              <a:gdLst/>
              <a:ahLst/>
              <a:cxnLst/>
              <a:rect l="l" t="t" r="r" b="b"/>
              <a:pathLst>
                <a:path w="518" h="1494" extrusionOk="0">
                  <a:moveTo>
                    <a:pt x="0" y="1"/>
                  </a:moveTo>
                  <a:lnTo>
                    <a:pt x="0" y="1194"/>
                  </a:lnTo>
                  <a:lnTo>
                    <a:pt x="518" y="1493"/>
                  </a:lnTo>
                  <a:lnTo>
                    <a:pt x="518" y="3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0"/>
            <p:cNvSpPr/>
            <p:nvPr/>
          </p:nvSpPr>
          <p:spPr>
            <a:xfrm>
              <a:off x="2978050" y="1059400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1" y="1"/>
                  </a:moveTo>
                  <a:lnTo>
                    <a:pt x="1" y="1194"/>
                  </a:lnTo>
                  <a:lnTo>
                    <a:pt x="519" y="1493"/>
                  </a:lnTo>
                  <a:lnTo>
                    <a:pt x="519" y="29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0"/>
            <p:cNvSpPr/>
            <p:nvPr/>
          </p:nvSpPr>
          <p:spPr>
            <a:xfrm>
              <a:off x="2999600" y="1071850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0" y="0"/>
                  </a:moveTo>
                  <a:lnTo>
                    <a:pt x="0" y="1193"/>
                  </a:lnTo>
                  <a:lnTo>
                    <a:pt x="518" y="1492"/>
                  </a:lnTo>
                  <a:lnTo>
                    <a:pt x="518" y="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0"/>
            <p:cNvSpPr/>
            <p:nvPr/>
          </p:nvSpPr>
          <p:spPr>
            <a:xfrm>
              <a:off x="3021125" y="1084275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1" y="0"/>
                  </a:moveTo>
                  <a:lnTo>
                    <a:pt x="1" y="1194"/>
                  </a:lnTo>
                  <a:lnTo>
                    <a:pt x="518" y="1493"/>
                  </a:lnTo>
                  <a:lnTo>
                    <a:pt x="518" y="29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0"/>
            <p:cNvSpPr/>
            <p:nvPr/>
          </p:nvSpPr>
          <p:spPr>
            <a:xfrm>
              <a:off x="3042675" y="1096700"/>
              <a:ext cx="12950" cy="37325"/>
            </a:xfrm>
            <a:custGeom>
              <a:avLst/>
              <a:gdLst/>
              <a:ahLst/>
              <a:cxnLst/>
              <a:rect l="l" t="t" r="r" b="b"/>
              <a:pathLst>
                <a:path w="518" h="1493" extrusionOk="0">
                  <a:moveTo>
                    <a:pt x="0" y="1"/>
                  </a:moveTo>
                  <a:lnTo>
                    <a:pt x="0" y="1194"/>
                  </a:lnTo>
                  <a:lnTo>
                    <a:pt x="518" y="1493"/>
                  </a:lnTo>
                  <a:lnTo>
                    <a:pt x="518" y="2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0"/>
            <p:cNvSpPr/>
            <p:nvPr/>
          </p:nvSpPr>
          <p:spPr>
            <a:xfrm>
              <a:off x="2978050" y="1104175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1" y="0"/>
                  </a:moveTo>
                  <a:lnTo>
                    <a:pt x="1" y="1194"/>
                  </a:lnTo>
                  <a:lnTo>
                    <a:pt x="519" y="1493"/>
                  </a:lnTo>
                  <a:lnTo>
                    <a:pt x="519" y="29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0"/>
            <p:cNvSpPr/>
            <p:nvPr/>
          </p:nvSpPr>
          <p:spPr>
            <a:xfrm>
              <a:off x="2999600" y="1116600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0" y="1"/>
                  </a:moveTo>
                  <a:lnTo>
                    <a:pt x="0" y="1194"/>
                  </a:lnTo>
                  <a:lnTo>
                    <a:pt x="518" y="1493"/>
                  </a:lnTo>
                  <a:lnTo>
                    <a:pt x="518" y="2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0"/>
            <p:cNvSpPr/>
            <p:nvPr/>
          </p:nvSpPr>
          <p:spPr>
            <a:xfrm>
              <a:off x="3021125" y="1129050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1" y="0"/>
                  </a:moveTo>
                  <a:lnTo>
                    <a:pt x="1" y="1194"/>
                  </a:lnTo>
                  <a:lnTo>
                    <a:pt x="518" y="1492"/>
                  </a:lnTo>
                  <a:lnTo>
                    <a:pt x="518" y="29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0"/>
            <p:cNvSpPr/>
            <p:nvPr/>
          </p:nvSpPr>
          <p:spPr>
            <a:xfrm>
              <a:off x="3042675" y="1141475"/>
              <a:ext cx="12950" cy="37325"/>
            </a:xfrm>
            <a:custGeom>
              <a:avLst/>
              <a:gdLst/>
              <a:ahLst/>
              <a:cxnLst/>
              <a:rect l="l" t="t" r="r" b="b"/>
              <a:pathLst>
                <a:path w="518" h="1493" extrusionOk="0">
                  <a:moveTo>
                    <a:pt x="0" y="1"/>
                  </a:moveTo>
                  <a:lnTo>
                    <a:pt x="0" y="1194"/>
                  </a:lnTo>
                  <a:lnTo>
                    <a:pt x="518" y="1493"/>
                  </a:lnTo>
                  <a:lnTo>
                    <a:pt x="518" y="2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0"/>
            <p:cNvSpPr/>
            <p:nvPr/>
          </p:nvSpPr>
          <p:spPr>
            <a:xfrm>
              <a:off x="2978050" y="1148900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1" y="1"/>
                  </a:moveTo>
                  <a:lnTo>
                    <a:pt x="1" y="1196"/>
                  </a:lnTo>
                  <a:lnTo>
                    <a:pt x="519" y="1493"/>
                  </a:lnTo>
                  <a:lnTo>
                    <a:pt x="519" y="30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0"/>
            <p:cNvSpPr/>
            <p:nvPr/>
          </p:nvSpPr>
          <p:spPr>
            <a:xfrm>
              <a:off x="2999600" y="1161350"/>
              <a:ext cx="12975" cy="37350"/>
            </a:xfrm>
            <a:custGeom>
              <a:avLst/>
              <a:gdLst/>
              <a:ahLst/>
              <a:cxnLst/>
              <a:rect l="l" t="t" r="r" b="b"/>
              <a:pathLst>
                <a:path w="519" h="1494" extrusionOk="0">
                  <a:moveTo>
                    <a:pt x="0" y="0"/>
                  </a:moveTo>
                  <a:lnTo>
                    <a:pt x="0" y="1195"/>
                  </a:lnTo>
                  <a:lnTo>
                    <a:pt x="518" y="1494"/>
                  </a:lnTo>
                  <a:lnTo>
                    <a:pt x="518" y="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0"/>
            <p:cNvSpPr/>
            <p:nvPr/>
          </p:nvSpPr>
          <p:spPr>
            <a:xfrm>
              <a:off x="3021125" y="1173775"/>
              <a:ext cx="12975" cy="37375"/>
            </a:xfrm>
            <a:custGeom>
              <a:avLst/>
              <a:gdLst/>
              <a:ahLst/>
              <a:cxnLst/>
              <a:rect l="l" t="t" r="r" b="b"/>
              <a:pathLst>
                <a:path w="519" h="1495" extrusionOk="0">
                  <a:moveTo>
                    <a:pt x="1" y="1"/>
                  </a:moveTo>
                  <a:lnTo>
                    <a:pt x="1" y="1195"/>
                  </a:lnTo>
                  <a:lnTo>
                    <a:pt x="518" y="1494"/>
                  </a:lnTo>
                  <a:lnTo>
                    <a:pt x="518" y="29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0"/>
            <p:cNvSpPr/>
            <p:nvPr/>
          </p:nvSpPr>
          <p:spPr>
            <a:xfrm>
              <a:off x="3042675" y="1186200"/>
              <a:ext cx="12950" cy="37375"/>
            </a:xfrm>
            <a:custGeom>
              <a:avLst/>
              <a:gdLst/>
              <a:ahLst/>
              <a:cxnLst/>
              <a:rect l="l" t="t" r="r" b="b"/>
              <a:pathLst>
                <a:path w="518" h="1495" extrusionOk="0">
                  <a:moveTo>
                    <a:pt x="0" y="1"/>
                  </a:moveTo>
                  <a:lnTo>
                    <a:pt x="0" y="1196"/>
                  </a:lnTo>
                  <a:lnTo>
                    <a:pt x="518" y="1495"/>
                  </a:lnTo>
                  <a:lnTo>
                    <a:pt x="518" y="3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0"/>
            <p:cNvSpPr/>
            <p:nvPr/>
          </p:nvSpPr>
          <p:spPr>
            <a:xfrm>
              <a:off x="2978050" y="1193675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1" y="1"/>
                  </a:moveTo>
                  <a:lnTo>
                    <a:pt x="1" y="1196"/>
                  </a:lnTo>
                  <a:lnTo>
                    <a:pt x="519" y="1493"/>
                  </a:lnTo>
                  <a:lnTo>
                    <a:pt x="519" y="29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0"/>
            <p:cNvSpPr/>
            <p:nvPr/>
          </p:nvSpPr>
          <p:spPr>
            <a:xfrm>
              <a:off x="3042675" y="1230975"/>
              <a:ext cx="12950" cy="37325"/>
            </a:xfrm>
            <a:custGeom>
              <a:avLst/>
              <a:gdLst/>
              <a:ahLst/>
              <a:cxnLst/>
              <a:rect l="l" t="t" r="r" b="b"/>
              <a:pathLst>
                <a:path w="518" h="1493" extrusionOk="0">
                  <a:moveTo>
                    <a:pt x="0" y="1"/>
                  </a:moveTo>
                  <a:lnTo>
                    <a:pt x="0" y="1196"/>
                  </a:lnTo>
                  <a:lnTo>
                    <a:pt x="518" y="1493"/>
                  </a:lnTo>
                  <a:lnTo>
                    <a:pt x="518" y="3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0"/>
            <p:cNvSpPr/>
            <p:nvPr/>
          </p:nvSpPr>
          <p:spPr>
            <a:xfrm>
              <a:off x="2999600" y="1206125"/>
              <a:ext cx="34500" cy="64675"/>
            </a:xfrm>
            <a:custGeom>
              <a:avLst/>
              <a:gdLst/>
              <a:ahLst/>
              <a:cxnLst/>
              <a:rect l="l" t="t" r="r" b="b"/>
              <a:pathLst>
                <a:path w="1380" h="2587" extrusionOk="0">
                  <a:moveTo>
                    <a:pt x="0" y="0"/>
                  </a:moveTo>
                  <a:lnTo>
                    <a:pt x="0" y="1791"/>
                  </a:lnTo>
                  <a:lnTo>
                    <a:pt x="1379" y="2587"/>
                  </a:lnTo>
                  <a:lnTo>
                    <a:pt x="1379" y="7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0"/>
            <p:cNvSpPr/>
            <p:nvPr/>
          </p:nvSpPr>
          <p:spPr>
            <a:xfrm>
              <a:off x="2926375" y="902725"/>
              <a:ext cx="25900" cy="52250"/>
            </a:xfrm>
            <a:custGeom>
              <a:avLst/>
              <a:gdLst/>
              <a:ahLst/>
              <a:cxnLst/>
              <a:rect l="l" t="t" r="r" b="b"/>
              <a:pathLst>
                <a:path w="1036" h="2090" extrusionOk="0">
                  <a:moveTo>
                    <a:pt x="1034" y="0"/>
                  </a:moveTo>
                  <a:lnTo>
                    <a:pt x="0" y="598"/>
                  </a:lnTo>
                  <a:lnTo>
                    <a:pt x="0" y="2090"/>
                  </a:lnTo>
                  <a:lnTo>
                    <a:pt x="1036" y="1493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0"/>
            <p:cNvSpPr/>
            <p:nvPr/>
          </p:nvSpPr>
          <p:spPr>
            <a:xfrm>
              <a:off x="2958675" y="887800"/>
              <a:ext cx="19400" cy="33575"/>
            </a:xfrm>
            <a:custGeom>
              <a:avLst/>
              <a:gdLst/>
              <a:ahLst/>
              <a:cxnLst/>
              <a:rect l="l" t="t" r="r" b="b"/>
              <a:pathLst>
                <a:path w="776" h="1343" extrusionOk="0">
                  <a:moveTo>
                    <a:pt x="776" y="0"/>
                  </a:moveTo>
                  <a:lnTo>
                    <a:pt x="0" y="448"/>
                  </a:lnTo>
                  <a:lnTo>
                    <a:pt x="0" y="1343"/>
                  </a:lnTo>
                  <a:lnTo>
                    <a:pt x="776" y="896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0"/>
            <p:cNvSpPr/>
            <p:nvPr/>
          </p:nvSpPr>
          <p:spPr>
            <a:xfrm>
              <a:off x="2900525" y="921350"/>
              <a:ext cx="19425" cy="33625"/>
            </a:xfrm>
            <a:custGeom>
              <a:avLst/>
              <a:gdLst/>
              <a:ahLst/>
              <a:cxnLst/>
              <a:rect l="l" t="t" r="r" b="b"/>
              <a:pathLst>
                <a:path w="777" h="1345" extrusionOk="0">
                  <a:moveTo>
                    <a:pt x="776" y="1"/>
                  </a:moveTo>
                  <a:lnTo>
                    <a:pt x="0" y="449"/>
                  </a:lnTo>
                  <a:lnTo>
                    <a:pt x="0" y="1345"/>
                  </a:lnTo>
                  <a:lnTo>
                    <a:pt x="776" y="897"/>
                  </a:lnTo>
                  <a:lnTo>
                    <a:pt x="776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0"/>
            <p:cNvSpPr/>
            <p:nvPr/>
          </p:nvSpPr>
          <p:spPr>
            <a:xfrm>
              <a:off x="2797200" y="887800"/>
              <a:ext cx="19425" cy="33575"/>
            </a:xfrm>
            <a:custGeom>
              <a:avLst/>
              <a:gdLst/>
              <a:ahLst/>
              <a:cxnLst/>
              <a:rect l="l" t="t" r="r" b="b"/>
              <a:pathLst>
                <a:path w="777" h="1343" extrusionOk="0">
                  <a:moveTo>
                    <a:pt x="1" y="0"/>
                  </a:moveTo>
                  <a:lnTo>
                    <a:pt x="1" y="896"/>
                  </a:lnTo>
                  <a:lnTo>
                    <a:pt x="776" y="1343"/>
                  </a:lnTo>
                  <a:lnTo>
                    <a:pt x="776" y="4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0"/>
            <p:cNvSpPr/>
            <p:nvPr/>
          </p:nvSpPr>
          <p:spPr>
            <a:xfrm>
              <a:off x="2826275" y="904575"/>
              <a:ext cx="19425" cy="33625"/>
            </a:xfrm>
            <a:custGeom>
              <a:avLst/>
              <a:gdLst/>
              <a:ahLst/>
              <a:cxnLst/>
              <a:rect l="l" t="t" r="r" b="b"/>
              <a:pathLst>
                <a:path w="777" h="1345" extrusionOk="0">
                  <a:moveTo>
                    <a:pt x="1" y="0"/>
                  </a:moveTo>
                  <a:lnTo>
                    <a:pt x="1" y="897"/>
                  </a:lnTo>
                  <a:lnTo>
                    <a:pt x="776" y="1345"/>
                  </a:lnTo>
                  <a:lnTo>
                    <a:pt x="776" y="4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0"/>
            <p:cNvSpPr/>
            <p:nvPr/>
          </p:nvSpPr>
          <p:spPr>
            <a:xfrm>
              <a:off x="2855350" y="921350"/>
              <a:ext cx="19425" cy="33625"/>
            </a:xfrm>
            <a:custGeom>
              <a:avLst/>
              <a:gdLst/>
              <a:ahLst/>
              <a:cxnLst/>
              <a:rect l="l" t="t" r="r" b="b"/>
              <a:pathLst>
                <a:path w="777" h="1345" extrusionOk="0">
                  <a:moveTo>
                    <a:pt x="0" y="1"/>
                  </a:moveTo>
                  <a:lnTo>
                    <a:pt x="0" y="897"/>
                  </a:lnTo>
                  <a:lnTo>
                    <a:pt x="776" y="1345"/>
                  </a:lnTo>
                  <a:lnTo>
                    <a:pt x="776" y="44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0"/>
            <p:cNvSpPr/>
            <p:nvPr/>
          </p:nvSpPr>
          <p:spPr>
            <a:xfrm>
              <a:off x="2396575" y="813175"/>
              <a:ext cx="310175" cy="179125"/>
            </a:xfrm>
            <a:custGeom>
              <a:avLst/>
              <a:gdLst/>
              <a:ahLst/>
              <a:cxnLst/>
              <a:rect l="l" t="t" r="r" b="b"/>
              <a:pathLst>
                <a:path w="12407" h="7165" extrusionOk="0">
                  <a:moveTo>
                    <a:pt x="6203" y="1"/>
                  </a:moveTo>
                  <a:lnTo>
                    <a:pt x="1" y="3582"/>
                  </a:lnTo>
                  <a:lnTo>
                    <a:pt x="6203" y="7164"/>
                  </a:lnTo>
                  <a:lnTo>
                    <a:pt x="12406" y="3582"/>
                  </a:lnTo>
                  <a:lnTo>
                    <a:pt x="6203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0"/>
            <p:cNvSpPr/>
            <p:nvPr/>
          </p:nvSpPr>
          <p:spPr>
            <a:xfrm>
              <a:off x="2551625" y="723675"/>
              <a:ext cx="103425" cy="238750"/>
            </a:xfrm>
            <a:custGeom>
              <a:avLst/>
              <a:gdLst/>
              <a:ahLst/>
              <a:cxnLst/>
              <a:rect l="l" t="t" r="r" b="b"/>
              <a:pathLst>
                <a:path w="4137" h="9550" extrusionOk="0">
                  <a:moveTo>
                    <a:pt x="4136" y="1"/>
                  </a:moveTo>
                  <a:lnTo>
                    <a:pt x="1" y="2387"/>
                  </a:lnTo>
                  <a:lnTo>
                    <a:pt x="1" y="9549"/>
                  </a:lnTo>
                  <a:lnTo>
                    <a:pt x="4136" y="7162"/>
                  </a:lnTo>
                  <a:lnTo>
                    <a:pt x="413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0"/>
            <p:cNvSpPr/>
            <p:nvPr/>
          </p:nvSpPr>
          <p:spPr>
            <a:xfrm>
              <a:off x="2448275" y="663975"/>
              <a:ext cx="206775" cy="119400"/>
            </a:xfrm>
            <a:custGeom>
              <a:avLst/>
              <a:gdLst/>
              <a:ahLst/>
              <a:cxnLst/>
              <a:rect l="l" t="t" r="r" b="b"/>
              <a:pathLst>
                <a:path w="8271" h="4776" extrusionOk="0">
                  <a:moveTo>
                    <a:pt x="4135" y="598"/>
                  </a:moveTo>
                  <a:lnTo>
                    <a:pt x="7236" y="2389"/>
                  </a:lnTo>
                  <a:lnTo>
                    <a:pt x="6978" y="2538"/>
                  </a:lnTo>
                  <a:lnTo>
                    <a:pt x="4135" y="4178"/>
                  </a:lnTo>
                  <a:lnTo>
                    <a:pt x="1291" y="2538"/>
                  </a:lnTo>
                  <a:lnTo>
                    <a:pt x="1033" y="2389"/>
                  </a:lnTo>
                  <a:lnTo>
                    <a:pt x="4135" y="598"/>
                  </a:lnTo>
                  <a:close/>
                  <a:moveTo>
                    <a:pt x="4135" y="0"/>
                  </a:moveTo>
                  <a:lnTo>
                    <a:pt x="1" y="2389"/>
                  </a:lnTo>
                  <a:lnTo>
                    <a:pt x="4135" y="4775"/>
                  </a:lnTo>
                  <a:lnTo>
                    <a:pt x="8270" y="2389"/>
                  </a:lnTo>
                  <a:lnTo>
                    <a:pt x="413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0"/>
            <p:cNvSpPr/>
            <p:nvPr/>
          </p:nvSpPr>
          <p:spPr>
            <a:xfrm>
              <a:off x="2480550" y="686375"/>
              <a:ext cx="142200" cy="82050"/>
            </a:xfrm>
            <a:custGeom>
              <a:avLst/>
              <a:gdLst/>
              <a:ahLst/>
              <a:cxnLst/>
              <a:rect l="l" t="t" r="r" b="b"/>
              <a:pathLst>
                <a:path w="5688" h="3282" extrusionOk="0">
                  <a:moveTo>
                    <a:pt x="2844" y="0"/>
                  </a:moveTo>
                  <a:lnTo>
                    <a:pt x="0" y="1642"/>
                  </a:lnTo>
                  <a:lnTo>
                    <a:pt x="2844" y="3282"/>
                  </a:lnTo>
                  <a:lnTo>
                    <a:pt x="5687" y="1642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0"/>
            <p:cNvSpPr/>
            <p:nvPr/>
          </p:nvSpPr>
          <p:spPr>
            <a:xfrm>
              <a:off x="2551625" y="678900"/>
              <a:ext cx="77575" cy="48525"/>
            </a:xfrm>
            <a:custGeom>
              <a:avLst/>
              <a:gdLst/>
              <a:ahLst/>
              <a:cxnLst/>
              <a:rect l="l" t="t" r="r" b="b"/>
              <a:pathLst>
                <a:path w="3103" h="1941" extrusionOk="0">
                  <a:moveTo>
                    <a:pt x="1" y="1"/>
                  </a:moveTo>
                  <a:lnTo>
                    <a:pt x="1" y="299"/>
                  </a:lnTo>
                  <a:lnTo>
                    <a:pt x="2844" y="1941"/>
                  </a:lnTo>
                  <a:lnTo>
                    <a:pt x="3102" y="17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0"/>
            <p:cNvSpPr/>
            <p:nvPr/>
          </p:nvSpPr>
          <p:spPr>
            <a:xfrm>
              <a:off x="2448275" y="723675"/>
              <a:ext cx="103375" cy="238750"/>
            </a:xfrm>
            <a:custGeom>
              <a:avLst/>
              <a:gdLst/>
              <a:ahLst/>
              <a:cxnLst/>
              <a:rect l="l" t="t" r="r" b="b"/>
              <a:pathLst>
                <a:path w="4135" h="9550" extrusionOk="0">
                  <a:moveTo>
                    <a:pt x="1" y="1"/>
                  </a:moveTo>
                  <a:lnTo>
                    <a:pt x="1" y="7162"/>
                  </a:lnTo>
                  <a:lnTo>
                    <a:pt x="4135" y="9549"/>
                  </a:lnTo>
                  <a:lnTo>
                    <a:pt x="4135" y="238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0"/>
            <p:cNvSpPr/>
            <p:nvPr/>
          </p:nvSpPr>
          <p:spPr>
            <a:xfrm>
              <a:off x="2474100" y="678900"/>
              <a:ext cx="77550" cy="48525"/>
            </a:xfrm>
            <a:custGeom>
              <a:avLst/>
              <a:gdLst/>
              <a:ahLst/>
              <a:cxnLst/>
              <a:rect l="l" t="t" r="r" b="b"/>
              <a:pathLst>
                <a:path w="3102" h="1941" extrusionOk="0">
                  <a:moveTo>
                    <a:pt x="3102" y="1"/>
                  </a:moveTo>
                  <a:lnTo>
                    <a:pt x="0" y="1792"/>
                  </a:lnTo>
                  <a:lnTo>
                    <a:pt x="258" y="1941"/>
                  </a:lnTo>
                  <a:lnTo>
                    <a:pt x="3102" y="299"/>
                  </a:lnTo>
                  <a:lnTo>
                    <a:pt x="310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0"/>
            <p:cNvSpPr/>
            <p:nvPr/>
          </p:nvSpPr>
          <p:spPr>
            <a:xfrm>
              <a:off x="2564575" y="783350"/>
              <a:ext cx="12925" cy="22425"/>
            </a:xfrm>
            <a:custGeom>
              <a:avLst/>
              <a:gdLst/>
              <a:ahLst/>
              <a:cxnLst/>
              <a:rect l="l" t="t" r="r" b="b"/>
              <a:pathLst>
                <a:path w="517" h="897" extrusionOk="0">
                  <a:moveTo>
                    <a:pt x="517" y="0"/>
                  </a:moveTo>
                  <a:lnTo>
                    <a:pt x="0" y="299"/>
                  </a:lnTo>
                  <a:lnTo>
                    <a:pt x="0" y="897"/>
                  </a:lnTo>
                  <a:lnTo>
                    <a:pt x="517" y="598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0"/>
            <p:cNvSpPr/>
            <p:nvPr/>
          </p:nvSpPr>
          <p:spPr>
            <a:xfrm>
              <a:off x="2586100" y="770925"/>
              <a:ext cx="12950" cy="22425"/>
            </a:xfrm>
            <a:custGeom>
              <a:avLst/>
              <a:gdLst/>
              <a:ahLst/>
              <a:cxnLst/>
              <a:rect l="l" t="t" r="r" b="b"/>
              <a:pathLst>
                <a:path w="518" h="897" extrusionOk="0">
                  <a:moveTo>
                    <a:pt x="517" y="0"/>
                  </a:moveTo>
                  <a:lnTo>
                    <a:pt x="1" y="299"/>
                  </a:lnTo>
                  <a:lnTo>
                    <a:pt x="1" y="896"/>
                  </a:lnTo>
                  <a:lnTo>
                    <a:pt x="517" y="597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0"/>
            <p:cNvSpPr/>
            <p:nvPr/>
          </p:nvSpPr>
          <p:spPr>
            <a:xfrm>
              <a:off x="2607650" y="758475"/>
              <a:ext cx="12925" cy="22425"/>
            </a:xfrm>
            <a:custGeom>
              <a:avLst/>
              <a:gdLst/>
              <a:ahLst/>
              <a:cxnLst/>
              <a:rect l="l" t="t" r="r" b="b"/>
              <a:pathLst>
                <a:path w="517" h="897" extrusionOk="0">
                  <a:moveTo>
                    <a:pt x="516" y="1"/>
                  </a:moveTo>
                  <a:lnTo>
                    <a:pt x="0" y="299"/>
                  </a:lnTo>
                  <a:lnTo>
                    <a:pt x="0" y="897"/>
                  </a:lnTo>
                  <a:lnTo>
                    <a:pt x="516" y="598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0"/>
            <p:cNvSpPr/>
            <p:nvPr/>
          </p:nvSpPr>
          <p:spPr>
            <a:xfrm>
              <a:off x="2629175" y="746050"/>
              <a:ext cx="12925" cy="22375"/>
            </a:xfrm>
            <a:custGeom>
              <a:avLst/>
              <a:gdLst/>
              <a:ahLst/>
              <a:cxnLst/>
              <a:rect l="l" t="t" r="r" b="b"/>
              <a:pathLst>
                <a:path w="517" h="895" extrusionOk="0">
                  <a:moveTo>
                    <a:pt x="517" y="0"/>
                  </a:moveTo>
                  <a:lnTo>
                    <a:pt x="0" y="299"/>
                  </a:lnTo>
                  <a:lnTo>
                    <a:pt x="0" y="895"/>
                  </a:lnTo>
                  <a:lnTo>
                    <a:pt x="517" y="598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0"/>
            <p:cNvSpPr/>
            <p:nvPr/>
          </p:nvSpPr>
          <p:spPr>
            <a:xfrm>
              <a:off x="2564575" y="816925"/>
              <a:ext cx="12925" cy="22425"/>
            </a:xfrm>
            <a:custGeom>
              <a:avLst/>
              <a:gdLst/>
              <a:ahLst/>
              <a:cxnLst/>
              <a:rect l="l" t="t" r="r" b="b"/>
              <a:pathLst>
                <a:path w="517" h="897" extrusionOk="0">
                  <a:moveTo>
                    <a:pt x="517" y="0"/>
                  </a:moveTo>
                  <a:lnTo>
                    <a:pt x="0" y="299"/>
                  </a:lnTo>
                  <a:lnTo>
                    <a:pt x="0" y="896"/>
                  </a:lnTo>
                  <a:lnTo>
                    <a:pt x="517" y="598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0"/>
            <p:cNvSpPr/>
            <p:nvPr/>
          </p:nvSpPr>
          <p:spPr>
            <a:xfrm>
              <a:off x="2586100" y="804475"/>
              <a:ext cx="12950" cy="22425"/>
            </a:xfrm>
            <a:custGeom>
              <a:avLst/>
              <a:gdLst/>
              <a:ahLst/>
              <a:cxnLst/>
              <a:rect l="l" t="t" r="r" b="b"/>
              <a:pathLst>
                <a:path w="518" h="897" extrusionOk="0">
                  <a:moveTo>
                    <a:pt x="517" y="1"/>
                  </a:moveTo>
                  <a:lnTo>
                    <a:pt x="1" y="299"/>
                  </a:lnTo>
                  <a:lnTo>
                    <a:pt x="1" y="897"/>
                  </a:lnTo>
                  <a:lnTo>
                    <a:pt x="517" y="598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0"/>
            <p:cNvSpPr/>
            <p:nvPr/>
          </p:nvSpPr>
          <p:spPr>
            <a:xfrm>
              <a:off x="2607650" y="792050"/>
              <a:ext cx="12925" cy="22425"/>
            </a:xfrm>
            <a:custGeom>
              <a:avLst/>
              <a:gdLst/>
              <a:ahLst/>
              <a:cxnLst/>
              <a:rect l="l" t="t" r="r" b="b"/>
              <a:pathLst>
                <a:path w="517" h="897" extrusionOk="0">
                  <a:moveTo>
                    <a:pt x="516" y="0"/>
                  </a:moveTo>
                  <a:lnTo>
                    <a:pt x="0" y="299"/>
                  </a:lnTo>
                  <a:lnTo>
                    <a:pt x="0" y="897"/>
                  </a:lnTo>
                  <a:lnTo>
                    <a:pt x="516" y="598"/>
                  </a:lnTo>
                  <a:lnTo>
                    <a:pt x="516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0"/>
            <p:cNvSpPr/>
            <p:nvPr/>
          </p:nvSpPr>
          <p:spPr>
            <a:xfrm>
              <a:off x="2629175" y="779625"/>
              <a:ext cx="12925" cy="22425"/>
            </a:xfrm>
            <a:custGeom>
              <a:avLst/>
              <a:gdLst/>
              <a:ahLst/>
              <a:cxnLst/>
              <a:rect l="l" t="t" r="r" b="b"/>
              <a:pathLst>
                <a:path w="517" h="897" extrusionOk="0">
                  <a:moveTo>
                    <a:pt x="517" y="0"/>
                  </a:moveTo>
                  <a:lnTo>
                    <a:pt x="0" y="299"/>
                  </a:lnTo>
                  <a:lnTo>
                    <a:pt x="0" y="896"/>
                  </a:lnTo>
                  <a:lnTo>
                    <a:pt x="517" y="597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0"/>
            <p:cNvSpPr/>
            <p:nvPr/>
          </p:nvSpPr>
          <p:spPr>
            <a:xfrm>
              <a:off x="2564575" y="850475"/>
              <a:ext cx="12925" cy="22450"/>
            </a:xfrm>
            <a:custGeom>
              <a:avLst/>
              <a:gdLst/>
              <a:ahLst/>
              <a:cxnLst/>
              <a:rect l="l" t="t" r="r" b="b"/>
              <a:pathLst>
                <a:path w="517" h="898" extrusionOk="0">
                  <a:moveTo>
                    <a:pt x="517" y="1"/>
                  </a:moveTo>
                  <a:lnTo>
                    <a:pt x="0" y="300"/>
                  </a:lnTo>
                  <a:lnTo>
                    <a:pt x="0" y="897"/>
                  </a:lnTo>
                  <a:lnTo>
                    <a:pt x="517" y="598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0"/>
            <p:cNvSpPr/>
            <p:nvPr/>
          </p:nvSpPr>
          <p:spPr>
            <a:xfrm>
              <a:off x="2586100" y="838050"/>
              <a:ext cx="12950" cy="22425"/>
            </a:xfrm>
            <a:custGeom>
              <a:avLst/>
              <a:gdLst/>
              <a:ahLst/>
              <a:cxnLst/>
              <a:rect l="l" t="t" r="r" b="b"/>
              <a:pathLst>
                <a:path w="518" h="897" extrusionOk="0">
                  <a:moveTo>
                    <a:pt x="517" y="1"/>
                  </a:moveTo>
                  <a:lnTo>
                    <a:pt x="1" y="299"/>
                  </a:lnTo>
                  <a:lnTo>
                    <a:pt x="1" y="897"/>
                  </a:lnTo>
                  <a:lnTo>
                    <a:pt x="517" y="598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0"/>
            <p:cNvSpPr/>
            <p:nvPr/>
          </p:nvSpPr>
          <p:spPr>
            <a:xfrm>
              <a:off x="2607650" y="825625"/>
              <a:ext cx="12925" cy="22425"/>
            </a:xfrm>
            <a:custGeom>
              <a:avLst/>
              <a:gdLst/>
              <a:ahLst/>
              <a:cxnLst/>
              <a:rect l="l" t="t" r="r" b="b"/>
              <a:pathLst>
                <a:path w="517" h="897" extrusionOk="0">
                  <a:moveTo>
                    <a:pt x="516" y="0"/>
                  </a:moveTo>
                  <a:lnTo>
                    <a:pt x="0" y="299"/>
                  </a:lnTo>
                  <a:lnTo>
                    <a:pt x="0" y="896"/>
                  </a:lnTo>
                  <a:lnTo>
                    <a:pt x="516" y="598"/>
                  </a:lnTo>
                  <a:lnTo>
                    <a:pt x="516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0"/>
            <p:cNvSpPr/>
            <p:nvPr/>
          </p:nvSpPr>
          <p:spPr>
            <a:xfrm>
              <a:off x="2629175" y="813175"/>
              <a:ext cx="12925" cy="22425"/>
            </a:xfrm>
            <a:custGeom>
              <a:avLst/>
              <a:gdLst/>
              <a:ahLst/>
              <a:cxnLst/>
              <a:rect l="l" t="t" r="r" b="b"/>
              <a:pathLst>
                <a:path w="517" h="897" extrusionOk="0">
                  <a:moveTo>
                    <a:pt x="517" y="1"/>
                  </a:moveTo>
                  <a:lnTo>
                    <a:pt x="0" y="300"/>
                  </a:lnTo>
                  <a:lnTo>
                    <a:pt x="0" y="897"/>
                  </a:lnTo>
                  <a:lnTo>
                    <a:pt x="517" y="598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0"/>
            <p:cNvSpPr/>
            <p:nvPr/>
          </p:nvSpPr>
          <p:spPr>
            <a:xfrm>
              <a:off x="2564575" y="884050"/>
              <a:ext cx="12925" cy="22425"/>
            </a:xfrm>
            <a:custGeom>
              <a:avLst/>
              <a:gdLst/>
              <a:ahLst/>
              <a:cxnLst/>
              <a:rect l="l" t="t" r="r" b="b"/>
              <a:pathLst>
                <a:path w="517" h="897" extrusionOk="0">
                  <a:moveTo>
                    <a:pt x="517" y="1"/>
                  </a:moveTo>
                  <a:lnTo>
                    <a:pt x="0" y="299"/>
                  </a:lnTo>
                  <a:lnTo>
                    <a:pt x="0" y="897"/>
                  </a:lnTo>
                  <a:lnTo>
                    <a:pt x="517" y="598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0"/>
            <p:cNvSpPr/>
            <p:nvPr/>
          </p:nvSpPr>
          <p:spPr>
            <a:xfrm>
              <a:off x="2586100" y="871625"/>
              <a:ext cx="12950" cy="22425"/>
            </a:xfrm>
            <a:custGeom>
              <a:avLst/>
              <a:gdLst/>
              <a:ahLst/>
              <a:cxnLst/>
              <a:rect l="l" t="t" r="r" b="b"/>
              <a:pathLst>
                <a:path w="518" h="897" extrusionOk="0">
                  <a:moveTo>
                    <a:pt x="517" y="0"/>
                  </a:moveTo>
                  <a:lnTo>
                    <a:pt x="1" y="299"/>
                  </a:lnTo>
                  <a:lnTo>
                    <a:pt x="1" y="896"/>
                  </a:lnTo>
                  <a:lnTo>
                    <a:pt x="517" y="598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0"/>
            <p:cNvSpPr/>
            <p:nvPr/>
          </p:nvSpPr>
          <p:spPr>
            <a:xfrm>
              <a:off x="2607650" y="859175"/>
              <a:ext cx="12925" cy="22450"/>
            </a:xfrm>
            <a:custGeom>
              <a:avLst/>
              <a:gdLst/>
              <a:ahLst/>
              <a:cxnLst/>
              <a:rect l="l" t="t" r="r" b="b"/>
              <a:pathLst>
                <a:path w="517" h="898" extrusionOk="0">
                  <a:moveTo>
                    <a:pt x="516" y="1"/>
                  </a:moveTo>
                  <a:lnTo>
                    <a:pt x="0" y="300"/>
                  </a:lnTo>
                  <a:lnTo>
                    <a:pt x="0" y="897"/>
                  </a:lnTo>
                  <a:lnTo>
                    <a:pt x="516" y="598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0"/>
            <p:cNvSpPr/>
            <p:nvPr/>
          </p:nvSpPr>
          <p:spPr>
            <a:xfrm>
              <a:off x="2629175" y="846750"/>
              <a:ext cx="12925" cy="22425"/>
            </a:xfrm>
            <a:custGeom>
              <a:avLst/>
              <a:gdLst/>
              <a:ahLst/>
              <a:cxnLst/>
              <a:rect l="l" t="t" r="r" b="b"/>
              <a:pathLst>
                <a:path w="517" h="897" extrusionOk="0">
                  <a:moveTo>
                    <a:pt x="517" y="1"/>
                  </a:moveTo>
                  <a:lnTo>
                    <a:pt x="0" y="299"/>
                  </a:lnTo>
                  <a:lnTo>
                    <a:pt x="0" y="897"/>
                  </a:lnTo>
                  <a:lnTo>
                    <a:pt x="517" y="598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0"/>
            <p:cNvSpPr/>
            <p:nvPr/>
          </p:nvSpPr>
          <p:spPr>
            <a:xfrm>
              <a:off x="2564575" y="917650"/>
              <a:ext cx="12925" cy="22400"/>
            </a:xfrm>
            <a:custGeom>
              <a:avLst/>
              <a:gdLst/>
              <a:ahLst/>
              <a:cxnLst/>
              <a:rect l="l" t="t" r="r" b="b"/>
              <a:pathLst>
                <a:path w="517" h="896" extrusionOk="0">
                  <a:moveTo>
                    <a:pt x="517" y="1"/>
                  </a:moveTo>
                  <a:lnTo>
                    <a:pt x="0" y="298"/>
                  </a:lnTo>
                  <a:lnTo>
                    <a:pt x="0" y="896"/>
                  </a:lnTo>
                  <a:lnTo>
                    <a:pt x="517" y="597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0"/>
            <p:cNvSpPr/>
            <p:nvPr/>
          </p:nvSpPr>
          <p:spPr>
            <a:xfrm>
              <a:off x="2629175" y="880350"/>
              <a:ext cx="12925" cy="22400"/>
            </a:xfrm>
            <a:custGeom>
              <a:avLst/>
              <a:gdLst/>
              <a:ahLst/>
              <a:cxnLst/>
              <a:rect l="l" t="t" r="r" b="b"/>
              <a:pathLst>
                <a:path w="517" h="896" extrusionOk="0">
                  <a:moveTo>
                    <a:pt x="517" y="1"/>
                  </a:moveTo>
                  <a:lnTo>
                    <a:pt x="0" y="298"/>
                  </a:lnTo>
                  <a:lnTo>
                    <a:pt x="0" y="895"/>
                  </a:lnTo>
                  <a:lnTo>
                    <a:pt x="517" y="597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0"/>
            <p:cNvSpPr/>
            <p:nvPr/>
          </p:nvSpPr>
          <p:spPr>
            <a:xfrm>
              <a:off x="2482725" y="892800"/>
              <a:ext cx="34500" cy="49750"/>
            </a:xfrm>
            <a:custGeom>
              <a:avLst/>
              <a:gdLst/>
              <a:ahLst/>
              <a:cxnLst/>
              <a:rect l="l" t="t" r="r" b="b"/>
              <a:pathLst>
                <a:path w="1380" h="1990" extrusionOk="0">
                  <a:moveTo>
                    <a:pt x="0" y="0"/>
                  </a:moveTo>
                  <a:lnTo>
                    <a:pt x="0" y="1194"/>
                  </a:lnTo>
                  <a:lnTo>
                    <a:pt x="1379" y="1990"/>
                  </a:lnTo>
                  <a:lnTo>
                    <a:pt x="1379" y="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0"/>
            <p:cNvSpPr/>
            <p:nvPr/>
          </p:nvSpPr>
          <p:spPr>
            <a:xfrm>
              <a:off x="2482725" y="892800"/>
              <a:ext cx="34500" cy="49750"/>
            </a:xfrm>
            <a:custGeom>
              <a:avLst/>
              <a:gdLst/>
              <a:ahLst/>
              <a:cxnLst/>
              <a:rect l="l" t="t" r="r" b="b"/>
              <a:pathLst>
                <a:path w="1380" h="1990" extrusionOk="0">
                  <a:moveTo>
                    <a:pt x="0" y="0"/>
                  </a:moveTo>
                  <a:lnTo>
                    <a:pt x="0" y="1194"/>
                  </a:lnTo>
                  <a:lnTo>
                    <a:pt x="1379" y="1990"/>
                  </a:lnTo>
                  <a:lnTo>
                    <a:pt x="1379" y="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0"/>
            <p:cNvSpPr/>
            <p:nvPr/>
          </p:nvSpPr>
          <p:spPr>
            <a:xfrm>
              <a:off x="2482725" y="892800"/>
              <a:ext cx="34500" cy="49750"/>
            </a:xfrm>
            <a:custGeom>
              <a:avLst/>
              <a:gdLst/>
              <a:ahLst/>
              <a:cxnLst/>
              <a:rect l="l" t="t" r="r" b="b"/>
              <a:pathLst>
                <a:path w="1380" h="1990" extrusionOk="0">
                  <a:moveTo>
                    <a:pt x="0" y="0"/>
                  </a:moveTo>
                  <a:lnTo>
                    <a:pt x="0" y="1194"/>
                  </a:lnTo>
                  <a:lnTo>
                    <a:pt x="181" y="1298"/>
                  </a:lnTo>
                  <a:lnTo>
                    <a:pt x="181" y="312"/>
                  </a:lnTo>
                  <a:lnTo>
                    <a:pt x="1199" y="899"/>
                  </a:lnTo>
                  <a:lnTo>
                    <a:pt x="1199" y="1885"/>
                  </a:lnTo>
                  <a:lnTo>
                    <a:pt x="1379" y="1990"/>
                  </a:lnTo>
                  <a:lnTo>
                    <a:pt x="1379" y="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0"/>
            <p:cNvSpPr/>
            <p:nvPr/>
          </p:nvSpPr>
          <p:spPr>
            <a:xfrm>
              <a:off x="2461175" y="746050"/>
              <a:ext cx="77575" cy="194000"/>
            </a:xfrm>
            <a:custGeom>
              <a:avLst/>
              <a:gdLst/>
              <a:ahLst/>
              <a:cxnLst/>
              <a:rect l="l" t="t" r="r" b="b"/>
              <a:pathLst>
                <a:path w="3103" h="7760" extrusionOk="0">
                  <a:moveTo>
                    <a:pt x="1" y="0"/>
                  </a:moveTo>
                  <a:lnTo>
                    <a:pt x="1" y="5969"/>
                  </a:lnTo>
                  <a:lnTo>
                    <a:pt x="862" y="6466"/>
                  </a:lnTo>
                  <a:lnTo>
                    <a:pt x="862" y="5870"/>
                  </a:lnTo>
                  <a:lnTo>
                    <a:pt x="2241" y="6665"/>
                  </a:lnTo>
                  <a:lnTo>
                    <a:pt x="2241" y="7262"/>
                  </a:lnTo>
                  <a:lnTo>
                    <a:pt x="3103" y="7760"/>
                  </a:lnTo>
                  <a:lnTo>
                    <a:pt x="3103" y="17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0"/>
            <p:cNvSpPr/>
            <p:nvPr/>
          </p:nvSpPr>
          <p:spPr>
            <a:xfrm>
              <a:off x="2586100" y="892800"/>
              <a:ext cx="34475" cy="49750"/>
            </a:xfrm>
            <a:custGeom>
              <a:avLst/>
              <a:gdLst/>
              <a:ahLst/>
              <a:cxnLst/>
              <a:rect l="l" t="t" r="r" b="b"/>
              <a:pathLst>
                <a:path w="1379" h="1990" extrusionOk="0">
                  <a:moveTo>
                    <a:pt x="1378" y="0"/>
                  </a:moveTo>
                  <a:lnTo>
                    <a:pt x="1" y="795"/>
                  </a:lnTo>
                  <a:lnTo>
                    <a:pt x="1" y="1990"/>
                  </a:lnTo>
                  <a:lnTo>
                    <a:pt x="1378" y="1194"/>
                  </a:lnTo>
                  <a:lnTo>
                    <a:pt x="1378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0"/>
            <p:cNvSpPr/>
            <p:nvPr/>
          </p:nvSpPr>
          <p:spPr>
            <a:xfrm>
              <a:off x="2693225" y="1016000"/>
              <a:ext cx="4675" cy="37200"/>
            </a:xfrm>
            <a:custGeom>
              <a:avLst/>
              <a:gdLst/>
              <a:ahLst/>
              <a:cxnLst/>
              <a:rect l="l" t="t" r="r" b="b"/>
              <a:pathLst>
                <a:path w="187" h="1488" extrusionOk="0">
                  <a:moveTo>
                    <a:pt x="186" y="1"/>
                  </a:moveTo>
                  <a:lnTo>
                    <a:pt x="1" y="108"/>
                  </a:lnTo>
                  <a:lnTo>
                    <a:pt x="1" y="1409"/>
                  </a:lnTo>
                  <a:cubicBezTo>
                    <a:pt x="1" y="1454"/>
                    <a:pt x="39" y="1487"/>
                    <a:pt x="80" y="1487"/>
                  </a:cubicBezTo>
                  <a:cubicBezTo>
                    <a:pt x="93" y="1487"/>
                    <a:pt x="106" y="1484"/>
                    <a:pt x="118" y="1477"/>
                  </a:cubicBezTo>
                  <a:lnTo>
                    <a:pt x="186" y="1438"/>
                  </a:lnTo>
                  <a:lnTo>
                    <a:pt x="186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0"/>
            <p:cNvSpPr/>
            <p:nvPr/>
          </p:nvSpPr>
          <p:spPr>
            <a:xfrm>
              <a:off x="2679350" y="940675"/>
              <a:ext cx="31625" cy="88600"/>
            </a:xfrm>
            <a:custGeom>
              <a:avLst/>
              <a:gdLst/>
              <a:ahLst/>
              <a:cxnLst/>
              <a:rect l="l" t="t" r="r" b="b"/>
              <a:pathLst>
                <a:path w="1265" h="3544" extrusionOk="0">
                  <a:moveTo>
                    <a:pt x="631" y="1"/>
                  </a:moveTo>
                  <a:cubicBezTo>
                    <a:pt x="283" y="1"/>
                    <a:pt x="0" y="1863"/>
                    <a:pt x="0" y="2461"/>
                  </a:cubicBezTo>
                  <a:cubicBezTo>
                    <a:pt x="0" y="3059"/>
                    <a:pt x="283" y="3543"/>
                    <a:pt x="633" y="3543"/>
                  </a:cubicBezTo>
                  <a:cubicBezTo>
                    <a:pt x="981" y="3543"/>
                    <a:pt x="1265" y="3059"/>
                    <a:pt x="1265" y="2461"/>
                  </a:cubicBezTo>
                  <a:cubicBezTo>
                    <a:pt x="1265" y="1863"/>
                    <a:pt x="981" y="1"/>
                    <a:pt x="631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0"/>
            <p:cNvSpPr/>
            <p:nvPr/>
          </p:nvSpPr>
          <p:spPr>
            <a:xfrm>
              <a:off x="2695050" y="1029250"/>
              <a:ext cx="50" cy="25"/>
            </a:xfrm>
            <a:custGeom>
              <a:avLst/>
              <a:gdLst/>
              <a:ahLst/>
              <a:cxnLst/>
              <a:rect l="l" t="t" r="r" b="b"/>
              <a:pathLst>
                <a:path w="2" h="1" extrusionOk="0">
                  <a:moveTo>
                    <a:pt x="2" y="0"/>
                  </a:moveTo>
                  <a:lnTo>
                    <a:pt x="2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0"/>
            <p:cNvSpPr/>
            <p:nvPr/>
          </p:nvSpPr>
          <p:spPr>
            <a:xfrm>
              <a:off x="2684600" y="943800"/>
              <a:ext cx="26350" cy="85475"/>
            </a:xfrm>
            <a:custGeom>
              <a:avLst/>
              <a:gdLst/>
              <a:ahLst/>
              <a:cxnLst/>
              <a:rect l="l" t="t" r="r" b="b"/>
              <a:pathLst>
                <a:path w="1054" h="3419" extrusionOk="0">
                  <a:moveTo>
                    <a:pt x="576" y="0"/>
                  </a:moveTo>
                  <a:cubicBezTo>
                    <a:pt x="577" y="2"/>
                    <a:pt x="578" y="3"/>
                    <a:pt x="579" y="5"/>
                  </a:cubicBezTo>
                  <a:lnTo>
                    <a:pt x="579" y="5"/>
                  </a:lnTo>
                  <a:cubicBezTo>
                    <a:pt x="579" y="3"/>
                    <a:pt x="578" y="2"/>
                    <a:pt x="578" y="0"/>
                  </a:cubicBezTo>
                  <a:close/>
                  <a:moveTo>
                    <a:pt x="579" y="5"/>
                  </a:moveTo>
                  <a:cubicBezTo>
                    <a:pt x="683" y="330"/>
                    <a:pt x="745" y="713"/>
                    <a:pt x="745" y="1124"/>
                  </a:cubicBezTo>
                  <a:cubicBezTo>
                    <a:pt x="745" y="2055"/>
                    <a:pt x="434" y="2845"/>
                    <a:pt x="1" y="3140"/>
                  </a:cubicBezTo>
                  <a:cubicBezTo>
                    <a:pt x="112" y="3309"/>
                    <a:pt x="257" y="3417"/>
                    <a:pt x="417" y="3418"/>
                  </a:cubicBezTo>
                  <a:lnTo>
                    <a:pt x="421" y="3418"/>
                  </a:lnTo>
                  <a:cubicBezTo>
                    <a:pt x="771" y="3418"/>
                    <a:pt x="1053" y="2934"/>
                    <a:pt x="1053" y="2335"/>
                  </a:cubicBezTo>
                  <a:cubicBezTo>
                    <a:pt x="1053" y="1831"/>
                    <a:pt x="852" y="434"/>
                    <a:pt x="579" y="5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0"/>
            <p:cNvSpPr/>
            <p:nvPr/>
          </p:nvSpPr>
          <p:spPr>
            <a:xfrm>
              <a:off x="2846950" y="1097175"/>
              <a:ext cx="4650" cy="37175"/>
            </a:xfrm>
            <a:custGeom>
              <a:avLst/>
              <a:gdLst/>
              <a:ahLst/>
              <a:cxnLst/>
              <a:rect l="l" t="t" r="r" b="b"/>
              <a:pathLst>
                <a:path w="186" h="1487" extrusionOk="0">
                  <a:moveTo>
                    <a:pt x="186" y="1"/>
                  </a:moveTo>
                  <a:lnTo>
                    <a:pt x="2" y="106"/>
                  </a:lnTo>
                  <a:lnTo>
                    <a:pt x="2" y="1407"/>
                  </a:lnTo>
                  <a:cubicBezTo>
                    <a:pt x="0" y="1453"/>
                    <a:pt x="38" y="1486"/>
                    <a:pt x="78" y="1486"/>
                  </a:cubicBezTo>
                  <a:cubicBezTo>
                    <a:pt x="91" y="1486"/>
                    <a:pt x="105" y="1483"/>
                    <a:pt x="118" y="1475"/>
                  </a:cubicBezTo>
                  <a:lnTo>
                    <a:pt x="186" y="1436"/>
                  </a:lnTo>
                  <a:lnTo>
                    <a:pt x="186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0"/>
            <p:cNvSpPr/>
            <p:nvPr/>
          </p:nvSpPr>
          <p:spPr>
            <a:xfrm>
              <a:off x="2833050" y="1021775"/>
              <a:ext cx="31600" cy="88625"/>
            </a:xfrm>
            <a:custGeom>
              <a:avLst/>
              <a:gdLst/>
              <a:ahLst/>
              <a:cxnLst/>
              <a:rect l="l" t="t" r="r" b="b"/>
              <a:pathLst>
                <a:path w="1264" h="3545" extrusionOk="0">
                  <a:moveTo>
                    <a:pt x="633" y="0"/>
                  </a:moveTo>
                  <a:cubicBezTo>
                    <a:pt x="283" y="0"/>
                    <a:pt x="1" y="1864"/>
                    <a:pt x="1" y="2461"/>
                  </a:cubicBezTo>
                  <a:cubicBezTo>
                    <a:pt x="1" y="3060"/>
                    <a:pt x="283" y="3544"/>
                    <a:pt x="633" y="3544"/>
                  </a:cubicBezTo>
                  <a:cubicBezTo>
                    <a:pt x="981" y="3544"/>
                    <a:pt x="1264" y="3060"/>
                    <a:pt x="1264" y="2461"/>
                  </a:cubicBezTo>
                  <a:cubicBezTo>
                    <a:pt x="1264" y="1864"/>
                    <a:pt x="981" y="0"/>
                    <a:pt x="633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0"/>
            <p:cNvSpPr/>
            <p:nvPr/>
          </p:nvSpPr>
          <p:spPr>
            <a:xfrm>
              <a:off x="2848750" y="1110375"/>
              <a:ext cx="75" cy="25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2" y="0"/>
                  </a:moveTo>
                  <a:lnTo>
                    <a:pt x="2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0"/>
            <p:cNvSpPr/>
            <p:nvPr/>
          </p:nvSpPr>
          <p:spPr>
            <a:xfrm>
              <a:off x="2838350" y="1024925"/>
              <a:ext cx="26300" cy="85500"/>
            </a:xfrm>
            <a:custGeom>
              <a:avLst/>
              <a:gdLst/>
              <a:ahLst/>
              <a:cxnLst/>
              <a:rect l="l" t="t" r="r" b="b"/>
              <a:pathLst>
                <a:path w="1052" h="3420" extrusionOk="0">
                  <a:moveTo>
                    <a:pt x="576" y="1"/>
                  </a:moveTo>
                  <a:lnTo>
                    <a:pt x="575" y="2"/>
                  </a:lnTo>
                  <a:cubicBezTo>
                    <a:pt x="576" y="4"/>
                    <a:pt x="577" y="6"/>
                    <a:pt x="579" y="8"/>
                  </a:cubicBezTo>
                  <a:lnTo>
                    <a:pt x="579" y="8"/>
                  </a:lnTo>
                  <a:cubicBezTo>
                    <a:pt x="578" y="6"/>
                    <a:pt x="577" y="3"/>
                    <a:pt x="576" y="1"/>
                  </a:cubicBezTo>
                  <a:close/>
                  <a:moveTo>
                    <a:pt x="579" y="8"/>
                  </a:moveTo>
                  <a:lnTo>
                    <a:pt x="579" y="8"/>
                  </a:lnTo>
                  <a:cubicBezTo>
                    <a:pt x="683" y="333"/>
                    <a:pt x="743" y="714"/>
                    <a:pt x="743" y="1124"/>
                  </a:cubicBezTo>
                  <a:cubicBezTo>
                    <a:pt x="743" y="2055"/>
                    <a:pt x="433" y="2847"/>
                    <a:pt x="0" y="3140"/>
                  </a:cubicBezTo>
                  <a:cubicBezTo>
                    <a:pt x="111" y="3311"/>
                    <a:pt x="256" y="3418"/>
                    <a:pt x="415" y="3420"/>
                  </a:cubicBezTo>
                  <a:lnTo>
                    <a:pt x="419" y="3420"/>
                  </a:lnTo>
                  <a:cubicBezTo>
                    <a:pt x="769" y="3420"/>
                    <a:pt x="1052" y="2934"/>
                    <a:pt x="1052" y="2337"/>
                  </a:cubicBezTo>
                  <a:cubicBezTo>
                    <a:pt x="1052" y="1833"/>
                    <a:pt x="851" y="437"/>
                    <a:pt x="579" y="8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0"/>
            <p:cNvSpPr/>
            <p:nvPr/>
          </p:nvSpPr>
          <p:spPr>
            <a:xfrm>
              <a:off x="2515300" y="974550"/>
              <a:ext cx="4625" cy="37175"/>
            </a:xfrm>
            <a:custGeom>
              <a:avLst/>
              <a:gdLst/>
              <a:ahLst/>
              <a:cxnLst/>
              <a:rect l="l" t="t" r="r" b="b"/>
              <a:pathLst>
                <a:path w="185" h="1487" extrusionOk="0">
                  <a:moveTo>
                    <a:pt x="185" y="0"/>
                  </a:moveTo>
                  <a:lnTo>
                    <a:pt x="1" y="107"/>
                  </a:lnTo>
                  <a:lnTo>
                    <a:pt x="1" y="1408"/>
                  </a:lnTo>
                  <a:cubicBezTo>
                    <a:pt x="1" y="1454"/>
                    <a:pt x="38" y="1486"/>
                    <a:pt x="79" y="1486"/>
                  </a:cubicBezTo>
                  <a:cubicBezTo>
                    <a:pt x="92" y="1486"/>
                    <a:pt x="106" y="1483"/>
                    <a:pt x="118" y="1476"/>
                  </a:cubicBezTo>
                  <a:lnTo>
                    <a:pt x="185" y="1437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0"/>
            <p:cNvSpPr/>
            <p:nvPr/>
          </p:nvSpPr>
          <p:spPr>
            <a:xfrm>
              <a:off x="2501375" y="899175"/>
              <a:ext cx="31650" cy="88625"/>
            </a:xfrm>
            <a:custGeom>
              <a:avLst/>
              <a:gdLst/>
              <a:ahLst/>
              <a:cxnLst/>
              <a:rect l="l" t="t" r="r" b="b"/>
              <a:pathLst>
                <a:path w="1266" h="3545" extrusionOk="0">
                  <a:moveTo>
                    <a:pt x="633" y="0"/>
                  </a:moveTo>
                  <a:cubicBezTo>
                    <a:pt x="284" y="0"/>
                    <a:pt x="1" y="1864"/>
                    <a:pt x="1" y="2461"/>
                  </a:cubicBezTo>
                  <a:cubicBezTo>
                    <a:pt x="1" y="3060"/>
                    <a:pt x="284" y="3544"/>
                    <a:pt x="633" y="3544"/>
                  </a:cubicBezTo>
                  <a:cubicBezTo>
                    <a:pt x="983" y="3544"/>
                    <a:pt x="1265" y="3060"/>
                    <a:pt x="1265" y="2461"/>
                  </a:cubicBezTo>
                  <a:cubicBezTo>
                    <a:pt x="1265" y="1864"/>
                    <a:pt x="983" y="0"/>
                    <a:pt x="633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0"/>
            <p:cNvSpPr/>
            <p:nvPr/>
          </p:nvSpPr>
          <p:spPr>
            <a:xfrm>
              <a:off x="2517075" y="987775"/>
              <a:ext cx="100" cy="25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4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0"/>
            <p:cNvSpPr/>
            <p:nvPr/>
          </p:nvSpPr>
          <p:spPr>
            <a:xfrm>
              <a:off x="2506675" y="902325"/>
              <a:ext cx="26300" cy="85500"/>
            </a:xfrm>
            <a:custGeom>
              <a:avLst/>
              <a:gdLst/>
              <a:ahLst/>
              <a:cxnLst/>
              <a:rect l="l" t="t" r="r" b="b"/>
              <a:pathLst>
                <a:path w="1052" h="3420" extrusionOk="0">
                  <a:moveTo>
                    <a:pt x="576" y="1"/>
                  </a:moveTo>
                  <a:lnTo>
                    <a:pt x="576" y="2"/>
                  </a:lnTo>
                  <a:cubicBezTo>
                    <a:pt x="577" y="2"/>
                    <a:pt x="577" y="3"/>
                    <a:pt x="577" y="3"/>
                  </a:cubicBezTo>
                  <a:lnTo>
                    <a:pt x="577" y="3"/>
                  </a:lnTo>
                  <a:cubicBezTo>
                    <a:pt x="577" y="2"/>
                    <a:pt x="577" y="1"/>
                    <a:pt x="576" y="1"/>
                  </a:cubicBezTo>
                  <a:close/>
                  <a:moveTo>
                    <a:pt x="577" y="3"/>
                  </a:moveTo>
                  <a:lnTo>
                    <a:pt x="577" y="3"/>
                  </a:lnTo>
                  <a:cubicBezTo>
                    <a:pt x="683" y="329"/>
                    <a:pt x="743" y="712"/>
                    <a:pt x="743" y="1124"/>
                  </a:cubicBezTo>
                  <a:cubicBezTo>
                    <a:pt x="743" y="2055"/>
                    <a:pt x="433" y="2846"/>
                    <a:pt x="1" y="3140"/>
                  </a:cubicBezTo>
                  <a:cubicBezTo>
                    <a:pt x="111" y="3311"/>
                    <a:pt x="256" y="3418"/>
                    <a:pt x="417" y="3420"/>
                  </a:cubicBezTo>
                  <a:lnTo>
                    <a:pt x="420" y="3420"/>
                  </a:lnTo>
                  <a:cubicBezTo>
                    <a:pt x="769" y="3420"/>
                    <a:pt x="1052" y="2934"/>
                    <a:pt x="1052" y="2337"/>
                  </a:cubicBezTo>
                  <a:cubicBezTo>
                    <a:pt x="1052" y="1831"/>
                    <a:pt x="849" y="427"/>
                    <a:pt x="577" y="3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0"/>
            <p:cNvSpPr/>
            <p:nvPr/>
          </p:nvSpPr>
          <p:spPr>
            <a:xfrm>
              <a:off x="2654975" y="1111600"/>
              <a:ext cx="103450" cy="89575"/>
            </a:xfrm>
            <a:custGeom>
              <a:avLst/>
              <a:gdLst/>
              <a:ahLst/>
              <a:cxnLst/>
              <a:rect l="l" t="t" r="r" b="b"/>
              <a:pathLst>
                <a:path w="4138" h="3583" extrusionOk="0">
                  <a:moveTo>
                    <a:pt x="4138" y="1"/>
                  </a:moveTo>
                  <a:lnTo>
                    <a:pt x="1" y="2389"/>
                  </a:lnTo>
                  <a:lnTo>
                    <a:pt x="1" y="3582"/>
                  </a:lnTo>
                  <a:lnTo>
                    <a:pt x="4137" y="1196"/>
                  </a:lnTo>
                  <a:lnTo>
                    <a:pt x="4138" y="1"/>
                  </a:lnTo>
                  <a:close/>
                </a:path>
              </a:pathLst>
            </a:custGeom>
            <a:solidFill>
              <a:srgbClr val="F4AA9E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0"/>
            <p:cNvSpPr/>
            <p:nvPr/>
          </p:nvSpPr>
          <p:spPr>
            <a:xfrm>
              <a:off x="2551600" y="1096700"/>
              <a:ext cx="206825" cy="74650"/>
            </a:xfrm>
            <a:custGeom>
              <a:avLst/>
              <a:gdLst/>
              <a:ahLst/>
              <a:cxnLst/>
              <a:rect l="l" t="t" r="r" b="b"/>
              <a:pathLst>
                <a:path w="8273" h="2986" extrusionOk="0">
                  <a:moveTo>
                    <a:pt x="1036" y="1"/>
                  </a:moveTo>
                  <a:lnTo>
                    <a:pt x="0" y="597"/>
                  </a:lnTo>
                  <a:lnTo>
                    <a:pt x="4136" y="2985"/>
                  </a:lnTo>
                  <a:lnTo>
                    <a:pt x="8273" y="597"/>
                  </a:lnTo>
                  <a:lnTo>
                    <a:pt x="7238" y="1"/>
                  </a:lnTo>
                  <a:lnTo>
                    <a:pt x="7238" y="597"/>
                  </a:lnTo>
                  <a:lnTo>
                    <a:pt x="4137" y="2389"/>
                  </a:lnTo>
                  <a:lnTo>
                    <a:pt x="1036" y="597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F4AA9E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0"/>
            <p:cNvSpPr/>
            <p:nvPr/>
          </p:nvSpPr>
          <p:spPr>
            <a:xfrm>
              <a:off x="2654975" y="1096700"/>
              <a:ext cx="77575" cy="59750"/>
            </a:xfrm>
            <a:custGeom>
              <a:avLst/>
              <a:gdLst/>
              <a:ahLst/>
              <a:cxnLst/>
              <a:rect l="l" t="t" r="r" b="b"/>
              <a:pathLst>
                <a:path w="3103" h="2390" extrusionOk="0">
                  <a:moveTo>
                    <a:pt x="3103" y="1"/>
                  </a:moveTo>
                  <a:lnTo>
                    <a:pt x="1" y="1792"/>
                  </a:lnTo>
                  <a:lnTo>
                    <a:pt x="2" y="2389"/>
                  </a:lnTo>
                  <a:lnTo>
                    <a:pt x="3103" y="597"/>
                  </a:lnTo>
                  <a:lnTo>
                    <a:pt x="310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0"/>
            <p:cNvSpPr/>
            <p:nvPr/>
          </p:nvSpPr>
          <p:spPr>
            <a:xfrm>
              <a:off x="2577475" y="1081775"/>
              <a:ext cx="155075" cy="59725"/>
            </a:xfrm>
            <a:custGeom>
              <a:avLst/>
              <a:gdLst/>
              <a:ahLst/>
              <a:cxnLst/>
              <a:rect l="l" t="t" r="r" b="b"/>
              <a:pathLst>
                <a:path w="6203" h="2389" extrusionOk="0">
                  <a:moveTo>
                    <a:pt x="1033" y="0"/>
                  </a:moveTo>
                  <a:lnTo>
                    <a:pt x="1" y="598"/>
                  </a:lnTo>
                  <a:lnTo>
                    <a:pt x="3101" y="2389"/>
                  </a:lnTo>
                  <a:lnTo>
                    <a:pt x="6203" y="598"/>
                  </a:lnTo>
                  <a:lnTo>
                    <a:pt x="5170" y="2"/>
                  </a:lnTo>
                  <a:lnTo>
                    <a:pt x="5170" y="598"/>
                  </a:lnTo>
                  <a:lnTo>
                    <a:pt x="3102" y="1791"/>
                  </a:lnTo>
                  <a:lnTo>
                    <a:pt x="1035" y="598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F4AA9E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0"/>
            <p:cNvSpPr/>
            <p:nvPr/>
          </p:nvSpPr>
          <p:spPr>
            <a:xfrm>
              <a:off x="2654975" y="1051925"/>
              <a:ext cx="51775" cy="74650"/>
            </a:xfrm>
            <a:custGeom>
              <a:avLst/>
              <a:gdLst/>
              <a:ahLst/>
              <a:cxnLst/>
              <a:rect l="l" t="t" r="r" b="b"/>
              <a:pathLst>
                <a:path w="2071" h="2986" extrusionOk="0">
                  <a:moveTo>
                    <a:pt x="2069" y="1"/>
                  </a:moveTo>
                  <a:lnTo>
                    <a:pt x="1" y="1194"/>
                  </a:lnTo>
                  <a:lnTo>
                    <a:pt x="2" y="2985"/>
                  </a:lnTo>
                  <a:lnTo>
                    <a:pt x="2070" y="1792"/>
                  </a:lnTo>
                  <a:lnTo>
                    <a:pt x="2070" y="1196"/>
                  </a:lnTo>
                  <a:lnTo>
                    <a:pt x="2069" y="1"/>
                  </a:lnTo>
                  <a:close/>
                </a:path>
              </a:pathLst>
            </a:custGeom>
            <a:solidFill>
              <a:srgbClr val="F4AA9E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0"/>
            <p:cNvSpPr/>
            <p:nvPr/>
          </p:nvSpPr>
          <p:spPr>
            <a:xfrm>
              <a:off x="2654975" y="1027675"/>
              <a:ext cx="42050" cy="28950"/>
            </a:xfrm>
            <a:custGeom>
              <a:avLst/>
              <a:gdLst/>
              <a:ahLst/>
              <a:cxnLst/>
              <a:rect l="l" t="t" r="r" b="b"/>
              <a:pathLst>
                <a:path w="1682" h="1158" extrusionOk="0">
                  <a:moveTo>
                    <a:pt x="1" y="1"/>
                  </a:moveTo>
                  <a:lnTo>
                    <a:pt x="2" y="375"/>
                  </a:lnTo>
                  <a:lnTo>
                    <a:pt x="1360" y="1158"/>
                  </a:lnTo>
                  <a:lnTo>
                    <a:pt x="1682" y="97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0"/>
            <p:cNvSpPr/>
            <p:nvPr/>
          </p:nvSpPr>
          <p:spPr>
            <a:xfrm>
              <a:off x="2603300" y="1051925"/>
              <a:ext cx="51750" cy="74650"/>
            </a:xfrm>
            <a:custGeom>
              <a:avLst/>
              <a:gdLst/>
              <a:ahLst/>
              <a:cxnLst/>
              <a:rect l="l" t="t" r="r" b="b"/>
              <a:pathLst>
                <a:path w="2070" h="2986" extrusionOk="0">
                  <a:moveTo>
                    <a:pt x="0" y="1"/>
                  </a:moveTo>
                  <a:lnTo>
                    <a:pt x="2" y="1194"/>
                  </a:lnTo>
                  <a:lnTo>
                    <a:pt x="2" y="1792"/>
                  </a:lnTo>
                  <a:lnTo>
                    <a:pt x="2069" y="2985"/>
                  </a:lnTo>
                  <a:lnTo>
                    <a:pt x="2068" y="119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0"/>
            <p:cNvSpPr/>
            <p:nvPr/>
          </p:nvSpPr>
          <p:spPr>
            <a:xfrm>
              <a:off x="2577475" y="1096700"/>
              <a:ext cx="77575" cy="59750"/>
            </a:xfrm>
            <a:custGeom>
              <a:avLst/>
              <a:gdLst/>
              <a:ahLst/>
              <a:cxnLst/>
              <a:rect l="l" t="t" r="r" b="b"/>
              <a:pathLst>
                <a:path w="3103" h="2390" extrusionOk="0">
                  <a:moveTo>
                    <a:pt x="1" y="1"/>
                  </a:moveTo>
                  <a:lnTo>
                    <a:pt x="1" y="597"/>
                  </a:lnTo>
                  <a:lnTo>
                    <a:pt x="3102" y="2389"/>
                  </a:lnTo>
                  <a:lnTo>
                    <a:pt x="3101" y="17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876C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0"/>
            <p:cNvSpPr/>
            <p:nvPr/>
          </p:nvSpPr>
          <p:spPr>
            <a:xfrm>
              <a:off x="2551600" y="1111600"/>
              <a:ext cx="103400" cy="89575"/>
            </a:xfrm>
            <a:custGeom>
              <a:avLst/>
              <a:gdLst/>
              <a:ahLst/>
              <a:cxnLst/>
              <a:rect l="l" t="t" r="r" b="b"/>
              <a:pathLst>
                <a:path w="4136" h="3583" extrusionOk="0">
                  <a:moveTo>
                    <a:pt x="0" y="1"/>
                  </a:moveTo>
                  <a:lnTo>
                    <a:pt x="0" y="1194"/>
                  </a:lnTo>
                  <a:lnTo>
                    <a:pt x="4136" y="3582"/>
                  </a:lnTo>
                  <a:lnTo>
                    <a:pt x="4136" y="238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0"/>
            <p:cNvSpPr/>
            <p:nvPr/>
          </p:nvSpPr>
          <p:spPr>
            <a:xfrm>
              <a:off x="2603300" y="1022100"/>
              <a:ext cx="103400" cy="59700"/>
            </a:xfrm>
            <a:custGeom>
              <a:avLst/>
              <a:gdLst/>
              <a:ahLst/>
              <a:cxnLst/>
              <a:rect l="l" t="t" r="r" b="b"/>
              <a:pathLst>
                <a:path w="4136" h="2388" extrusionOk="0">
                  <a:moveTo>
                    <a:pt x="2068" y="224"/>
                  </a:moveTo>
                  <a:lnTo>
                    <a:pt x="3749" y="1194"/>
                  </a:lnTo>
                  <a:lnTo>
                    <a:pt x="3427" y="1381"/>
                  </a:lnTo>
                  <a:lnTo>
                    <a:pt x="2068" y="2164"/>
                  </a:lnTo>
                  <a:lnTo>
                    <a:pt x="387" y="1194"/>
                  </a:lnTo>
                  <a:lnTo>
                    <a:pt x="2068" y="224"/>
                  </a:lnTo>
                  <a:close/>
                  <a:moveTo>
                    <a:pt x="2068" y="1"/>
                  </a:moveTo>
                  <a:lnTo>
                    <a:pt x="0" y="1194"/>
                  </a:lnTo>
                  <a:lnTo>
                    <a:pt x="2068" y="2387"/>
                  </a:lnTo>
                  <a:lnTo>
                    <a:pt x="4136" y="1194"/>
                  </a:lnTo>
                  <a:lnTo>
                    <a:pt x="2068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0"/>
            <p:cNvSpPr/>
            <p:nvPr/>
          </p:nvSpPr>
          <p:spPr>
            <a:xfrm>
              <a:off x="2612975" y="1027675"/>
              <a:ext cx="42075" cy="28925"/>
            </a:xfrm>
            <a:custGeom>
              <a:avLst/>
              <a:gdLst/>
              <a:ahLst/>
              <a:cxnLst/>
              <a:rect l="l" t="t" r="r" b="b"/>
              <a:pathLst>
                <a:path w="1683" h="1157" extrusionOk="0">
                  <a:moveTo>
                    <a:pt x="1681" y="1"/>
                  </a:moveTo>
                  <a:lnTo>
                    <a:pt x="0" y="971"/>
                  </a:lnTo>
                  <a:lnTo>
                    <a:pt x="324" y="1157"/>
                  </a:lnTo>
                  <a:lnTo>
                    <a:pt x="1682" y="374"/>
                  </a:lnTo>
                  <a:lnTo>
                    <a:pt x="1681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0"/>
            <p:cNvSpPr/>
            <p:nvPr/>
          </p:nvSpPr>
          <p:spPr>
            <a:xfrm>
              <a:off x="2621050" y="1037000"/>
              <a:ext cx="67925" cy="39225"/>
            </a:xfrm>
            <a:custGeom>
              <a:avLst/>
              <a:gdLst/>
              <a:ahLst/>
              <a:cxnLst/>
              <a:rect l="l" t="t" r="r" b="b"/>
              <a:pathLst>
                <a:path w="2717" h="1569" extrusionOk="0">
                  <a:moveTo>
                    <a:pt x="1359" y="1"/>
                  </a:moveTo>
                  <a:lnTo>
                    <a:pt x="1" y="784"/>
                  </a:lnTo>
                  <a:lnTo>
                    <a:pt x="1358" y="1568"/>
                  </a:lnTo>
                  <a:lnTo>
                    <a:pt x="2717" y="785"/>
                  </a:lnTo>
                  <a:lnTo>
                    <a:pt x="1359" y="2"/>
                  </a:lnTo>
                  <a:lnTo>
                    <a:pt x="1359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0"/>
            <p:cNvSpPr/>
            <p:nvPr/>
          </p:nvSpPr>
          <p:spPr>
            <a:xfrm>
              <a:off x="2653800" y="976100"/>
              <a:ext cx="2450" cy="77100"/>
            </a:xfrm>
            <a:custGeom>
              <a:avLst/>
              <a:gdLst/>
              <a:ahLst/>
              <a:cxnLst/>
              <a:rect l="l" t="t" r="r" b="b"/>
              <a:pathLst>
                <a:path w="98" h="3084" extrusionOk="0">
                  <a:moveTo>
                    <a:pt x="49" y="1"/>
                  </a:moveTo>
                  <a:cubicBezTo>
                    <a:pt x="24" y="1"/>
                    <a:pt x="0" y="17"/>
                    <a:pt x="0" y="50"/>
                  </a:cubicBezTo>
                  <a:lnTo>
                    <a:pt x="0" y="3034"/>
                  </a:lnTo>
                  <a:cubicBezTo>
                    <a:pt x="0" y="3061"/>
                    <a:pt x="22" y="3083"/>
                    <a:pt x="48" y="3083"/>
                  </a:cubicBezTo>
                  <a:cubicBezTo>
                    <a:pt x="75" y="3083"/>
                    <a:pt x="97" y="3061"/>
                    <a:pt x="97" y="3034"/>
                  </a:cubicBezTo>
                  <a:lnTo>
                    <a:pt x="97" y="50"/>
                  </a:lnTo>
                  <a:cubicBezTo>
                    <a:pt x="97" y="17"/>
                    <a:pt x="73" y="1"/>
                    <a:pt x="49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0"/>
            <p:cNvSpPr/>
            <p:nvPr/>
          </p:nvSpPr>
          <p:spPr>
            <a:xfrm>
              <a:off x="2637775" y="964425"/>
              <a:ext cx="30175" cy="25850"/>
            </a:xfrm>
            <a:custGeom>
              <a:avLst/>
              <a:gdLst/>
              <a:ahLst/>
              <a:cxnLst/>
              <a:rect l="l" t="t" r="r" b="b"/>
              <a:pathLst>
                <a:path w="1207" h="1034" extrusionOk="0">
                  <a:moveTo>
                    <a:pt x="690" y="0"/>
                  </a:moveTo>
                  <a:cubicBezTo>
                    <a:pt x="231" y="0"/>
                    <a:pt x="0" y="557"/>
                    <a:pt x="325" y="882"/>
                  </a:cubicBezTo>
                  <a:cubicBezTo>
                    <a:pt x="424" y="981"/>
                    <a:pt x="556" y="1033"/>
                    <a:pt x="690" y="1033"/>
                  </a:cubicBezTo>
                  <a:cubicBezTo>
                    <a:pt x="756" y="1033"/>
                    <a:pt x="824" y="1020"/>
                    <a:pt x="888" y="994"/>
                  </a:cubicBezTo>
                  <a:cubicBezTo>
                    <a:pt x="1080" y="914"/>
                    <a:pt x="1207" y="726"/>
                    <a:pt x="1207" y="517"/>
                  </a:cubicBezTo>
                  <a:cubicBezTo>
                    <a:pt x="1207" y="232"/>
                    <a:pt x="975" y="0"/>
                    <a:pt x="690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0"/>
            <p:cNvSpPr/>
            <p:nvPr/>
          </p:nvSpPr>
          <p:spPr>
            <a:xfrm>
              <a:off x="2767500" y="798175"/>
              <a:ext cx="5400" cy="43325"/>
            </a:xfrm>
            <a:custGeom>
              <a:avLst/>
              <a:gdLst/>
              <a:ahLst/>
              <a:cxnLst/>
              <a:rect l="l" t="t" r="r" b="b"/>
              <a:pathLst>
                <a:path w="216" h="1733" extrusionOk="0">
                  <a:moveTo>
                    <a:pt x="216" y="0"/>
                  </a:moveTo>
                  <a:lnTo>
                    <a:pt x="1" y="125"/>
                  </a:lnTo>
                  <a:lnTo>
                    <a:pt x="1" y="1640"/>
                  </a:lnTo>
                  <a:cubicBezTo>
                    <a:pt x="1" y="1694"/>
                    <a:pt x="45" y="1732"/>
                    <a:pt x="93" y="1732"/>
                  </a:cubicBezTo>
                  <a:cubicBezTo>
                    <a:pt x="108" y="1732"/>
                    <a:pt x="123" y="1729"/>
                    <a:pt x="137" y="1720"/>
                  </a:cubicBezTo>
                  <a:lnTo>
                    <a:pt x="216" y="167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0"/>
            <p:cNvSpPr/>
            <p:nvPr/>
          </p:nvSpPr>
          <p:spPr>
            <a:xfrm>
              <a:off x="2751300" y="710400"/>
              <a:ext cx="36875" cy="103200"/>
            </a:xfrm>
            <a:custGeom>
              <a:avLst/>
              <a:gdLst/>
              <a:ahLst/>
              <a:cxnLst/>
              <a:rect l="l" t="t" r="r" b="b"/>
              <a:pathLst>
                <a:path w="1475" h="4128" extrusionOk="0">
                  <a:moveTo>
                    <a:pt x="737" y="1"/>
                  </a:moveTo>
                  <a:cubicBezTo>
                    <a:pt x="331" y="1"/>
                    <a:pt x="1" y="2170"/>
                    <a:pt x="1" y="2866"/>
                  </a:cubicBezTo>
                  <a:cubicBezTo>
                    <a:pt x="1" y="3564"/>
                    <a:pt x="331" y="4128"/>
                    <a:pt x="737" y="4128"/>
                  </a:cubicBezTo>
                  <a:cubicBezTo>
                    <a:pt x="1143" y="4128"/>
                    <a:pt x="1474" y="3564"/>
                    <a:pt x="1474" y="2866"/>
                  </a:cubicBezTo>
                  <a:cubicBezTo>
                    <a:pt x="1474" y="2170"/>
                    <a:pt x="1143" y="1"/>
                    <a:pt x="737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0"/>
            <p:cNvSpPr/>
            <p:nvPr/>
          </p:nvSpPr>
          <p:spPr>
            <a:xfrm>
              <a:off x="2788150" y="781100"/>
              <a:ext cx="25" cy="975"/>
            </a:xfrm>
            <a:custGeom>
              <a:avLst/>
              <a:gdLst/>
              <a:ahLst/>
              <a:cxnLst/>
              <a:rect l="l" t="t" r="r" b="b"/>
              <a:pathLst>
                <a:path w="1" h="39" extrusionOk="0">
                  <a:moveTo>
                    <a:pt x="0" y="37"/>
                  </a:moveTo>
                  <a:lnTo>
                    <a:pt x="0" y="38"/>
                  </a:lnTo>
                  <a:lnTo>
                    <a:pt x="0" y="38"/>
                  </a:lnTo>
                  <a:lnTo>
                    <a:pt x="0" y="37"/>
                  </a:lnTo>
                  <a:close/>
                  <a:moveTo>
                    <a:pt x="0" y="35"/>
                  </a:moveTo>
                  <a:lnTo>
                    <a:pt x="0" y="35"/>
                  </a:lnTo>
                  <a:close/>
                  <a:moveTo>
                    <a:pt x="0" y="32"/>
                  </a:moveTo>
                  <a:lnTo>
                    <a:pt x="0" y="32"/>
                  </a:lnTo>
                  <a:close/>
                  <a:moveTo>
                    <a:pt x="0" y="31"/>
                  </a:moveTo>
                  <a:lnTo>
                    <a:pt x="0" y="31"/>
                  </a:lnTo>
                  <a:close/>
                  <a:moveTo>
                    <a:pt x="0" y="28"/>
                  </a:moveTo>
                  <a:lnTo>
                    <a:pt x="0" y="28"/>
                  </a:lnTo>
                  <a:close/>
                  <a:moveTo>
                    <a:pt x="0" y="27"/>
                  </a:moveTo>
                  <a:lnTo>
                    <a:pt x="0" y="27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  <a:moveTo>
                    <a:pt x="0" y="22"/>
                  </a:moveTo>
                  <a:lnTo>
                    <a:pt x="0" y="22"/>
                  </a:lnTo>
                  <a:close/>
                  <a:moveTo>
                    <a:pt x="0" y="21"/>
                  </a:moveTo>
                  <a:lnTo>
                    <a:pt x="0" y="21"/>
                  </a:lnTo>
                  <a:close/>
                  <a:moveTo>
                    <a:pt x="0" y="19"/>
                  </a:moveTo>
                  <a:lnTo>
                    <a:pt x="0" y="19"/>
                  </a:lnTo>
                  <a:close/>
                  <a:moveTo>
                    <a:pt x="0" y="14"/>
                  </a:moveTo>
                  <a:lnTo>
                    <a:pt x="0" y="14"/>
                  </a:lnTo>
                  <a:close/>
                  <a:moveTo>
                    <a:pt x="0" y="12"/>
                  </a:moveTo>
                  <a:lnTo>
                    <a:pt x="0" y="12"/>
                  </a:lnTo>
                  <a:close/>
                  <a:moveTo>
                    <a:pt x="0" y="11"/>
                  </a:moveTo>
                  <a:lnTo>
                    <a:pt x="0" y="11"/>
                  </a:lnTo>
                  <a:close/>
                  <a:moveTo>
                    <a:pt x="0" y="8"/>
                  </a:moveTo>
                  <a:lnTo>
                    <a:pt x="0" y="8"/>
                  </a:lnTo>
                  <a:close/>
                  <a:moveTo>
                    <a:pt x="0" y="5"/>
                  </a:moveTo>
                  <a:lnTo>
                    <a:pt x="0" y="5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0"/>
            <p:cNvSpPr/>
            <p:nvPr/>
          </p:nvSpPr>
          <p:spPr>
            <a:xfrm>
              <a:off x="2769625" y="813575"/>
              <a:ext cx="50" cy="25"/>
            </a:xfrm>
            <a:custGeom>
              <a:avLst/>
              <a:gdLst/>
              <a:ahLst/>
              <a:cxnLst/>
              <a:rect l="l" t="t" r="r" b="b"/>
              <a:pathLst>
                <a:path w="2" h="1" extrusionOk="0">
                  <a:moveTo>
                    <a:pt x="2" y="1"/>
                  </a:moveTo>
                  <a:lnTo>
                    <a:pt x="2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0"/>
            <p:cNvSpPr/>
            <p:nvPr/>
          </p:nvSpPr>
          <p:spPr>
            <a:xfrm>
              <a:off x="2765000" y="714025"/>
              <a:ext cx="23125" cy="99575"/>
            </a:xfrm>
            <a:custGeom>
              <a:avLst/>
              <a:gdLst/>
              <a:ahLst/>
              <a:cxnLst/>
              <a:rect l="l" t="t" r="r" b="b"/>
              <a:pathLst>
                <a:path w="925" h="3983" extrusionOk="0">
                  <a:moveTo>
                    <a:pt x="371" y="1"/>
                  </a:moveTo>
                  <a:lnTo>
                    <a:pt x="371" y="2"/>
                  </a:lnTo>
                  <a:cubicBezTo>
                    <a:pt x="494" y="382"/>
                    <a:pt x="565" y="829"/>
                    <a:pt x="565" y="1310"/>
                  </a:cubicBezTo>
                  <a:cubicBezTo>
                    <a:pt x="565" y="2163"/>
                    <a:pt x="342" y="2915"/>
                    <a:pt x="1" y="3364"/>
                  </a:cubicBezTo>
                  <a:cubicBezTo>
                    <a:pt x="13" y="3503"/>
                    <a:pt x="18" y="3623"/>
                    <a:pt x="18" y="3719"/>
                  </a:cubicBezTo>
                  <a:lnTo>
                    <a:pt x="18" y="3723"/>
                  </a:lnTo>
                  <a:lnTo>
                    <a:pt x="18" y="3736"/>
                  </a:lnTo>
                  <a:cubicBezTo>
                    <a:pt x="18" y="3807"/>
                    <a:pt x="15" y="3877"/>
                    <a:pt x="8" y="3944"/>
                  </a:cubicBezTo>
                  <a:cubicBezTo>
                    <a:pt x="63" y="3968"/>
                    <a:pt x="124" y="3983"/>
                    <a:pt x="184" y="3983"/>
                  </a:cubicBezTo>
                  <a:lnTo>
                    <a:pt x="188" y="3983"/>
                  </a:lnTo>
                  <a:cubicBezTo>
                    <a:pt x="595" y="3983"/>
                    <a:pt x="925" y="3419"/>
                    <a:pt x="925" y="2721"/>
                  </a:cubicBezTo>
                  <a:lnTo>
                    <a:pt x="925" y="2694"/>
                  </a:lnTo>
                  <a:lnTo>
                    <a:pt x="925" y="2688"/>
                  </a:lnTo>
                  <a:lnTo>
                    <a:pt x="925" y="2683"/>
                  </a:lnTo>
                  <a:cubicBezTo>
                    <a:pt x="914" y="2066"/>
                    <a:pt x="682" y="484"/>
                    <a:pt x="371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0"/>
            <p:cNvSpPr/>
            <p:nvPr/>
          </p:nvSpPr>
          <p:spPr>
            <a:xfrm>
              <a:off x="2744875" y="823550"/>
              <a:ext cx="5400" cy="43325"/>
            </a:xfrm>
            <a:custGeom>
              <a:avLst/>
              <a:gdLst/>
              <a:ahLst/>
              <a:cxnLst/>
              <a:rect l="l" t="t" r="r" b="b"/>
              <a:pathLst>
                <a:path w="216" h="1733" extrusionOk="0">
                  <a:moveTo>
                    <a:pt x="216" y="1"/>
                  </a:moveTo>
                  <a:lnTo>
                    <a:pt x="1" y="125"/>
                  </a:lnTo>
                  <a:lnTo>
                    <a:pt x="1" y="1641"/>
                  </a:lnTo>
                  <a:cubicBezTo>
                    <a:pt x="0" y="1694"/>
                    <a:pt x="44" y="1733"/>
                    <a:pt x="92" y="1733"/>
                  </a:cubicBezTo>
                  <a:cubicBezTo>
                    <a:pt x="107" y="1733"/>
                    <a:pt x="123" y="1729"/>
                    <a:pt x="137" y="1720"/>
                  </a:cubicBezTo>
                  <a:lnTo>
                    <a:pt x="216" y="167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0"/>
            <p:cNvSpPr/>
            <p:nvPr/>
          </p:nvSpPr>
          <p:spPr>
            <a:xfrm>
              <a:off x="2728675" y="735775"/>
              <a:ext cx="36825" cy="103200"/>
            </a:xfrm>
            <a:custGeom>
              <a:avLst/>
              <a:gdLst/>
              <a:ahLst/>
              <a:cxnLst/>
              <a:rect l="l" t="t" r="r" b="b"/>
              <a:pathLst>
                <a:path w="1473" h="4128" extrusionOk="0">
                  <a:moveTo>
                    <a:pt x="736" y="1"/>
                  </a:moveTo>
                  <a:cubicBezTo>
                    <a:pt x="330" y="1"/>
                    <a:pt x="1" y="2170"/>
                    <a:pt x="1" y="2866"/>
                  </a:cubicBezTo>
                  <a:cubicBezTo>
                    <a:pt x="1" y="3564"/>
                    <a:pt x="330" y="4128"/>
                    <a:pt x="736" y="4128"/>
                  </a:cubicBezTo>
                  <a:cubicBezTo>
                    <a:pt x="1144" y="4128"/>
                    <a:pt x="1473" y="3564"/>
                    <a:pt x="1473" y="2866"/>
                  </a:cubicBezTo>
                  <a:cubicBezTo>
                    <a:pt x="1473" y="2170"/>
                    <a:pt x="1144" y="1"/>
                    <a:pt x="736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0"/>
            <p:cNvSpPr/>
            <p:nvPr/>
          </p:nvSpPr>
          <p:spPr>
            <a:xfrm>
              <a:off x="2765475" y="806975"/>
              <a:ext cx="25" cy="475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7"/>
                  </a:moveTo>
                  <a:lnTo>
                    <a:pt x="1" y="18"/>
                  </a:lnTo>
                  <a:lnTo>
                    <a:pt x="1" y="18"/>
                  </a:lnTo>
                  <a:lnTo>
                    <a:pt x="1" y="17"/>
                  </a:lnTo>
                  <a:close/>
                  <a:moveTo>
                    <a:pt x="1" y="15"/>
                  </a:moveTo>
                  <a:lnTo>
                    <a:pt x="1" y="15"/>
                  </a:lnTo>
                  <a:close/>
                  <a:moveTo>
                    <a:pt x="1" y="12"/>
                  </a:moveTo>
                  <a:lnTo>
                    <a:pt x="1" y="12"/>
                  </a:lnTo>
                  <a:close/>
                  <a:moveTo>
                    <a:pt x="1" y="11"/>
                  </a:moveTo>
                  <a:lnTo>
                    <a:pt x="1" y="11"/>
                  </a:lnTo>
                  <a:close/>
                  <a:moveTo>
                    <a:pt x="1" y="10"/>
                  </a:moveTo>
                  <a:lnTo>
                    <a:pt x="1" y="10"/>
                  </a:lnTo>
                  <a:close/>
                  <a:moveTo>
                    <a:pt x="1" y="4"/>
                  </a:moveTo>
                  <a:lnTo>
                    <a:pt x="1" y="4"/>
                  </a:lnTo>
                  <a:close/>
                  <a:moveTo>
                    <a:pt x="1" y="2"/>
                  </a:moveTo>
                  <a:lnTo>
                    <a:pt x="1" y="2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0"/>
            <p:cNvSpPr/>
            <p:nvPr/>
          </p:nvSpPr>
          <p:spPr>
            <a:xfrm>
              <a:off x="2746950" y="838950"/>
              <a:ext cx="100" cy="25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1"/>
                  </a:moveTo>
                  <a:lnTo>
                    <a:pt x="4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0"/>
            <p:cNvSpPr/>
            <p:nvPr/>
          </p:nvSpPr>
          <p:spPr>
            <a:xfrm>
              <a:off x="2734850" y="739400"/>
              <a:ext cx="30650" cy="99575"/>
            </a:xfrm>
            <a:custGeom>
              <a:avLst/>
              <a:gdLst/>
              <a:ahLst/>
              <a:cxnLst/>
              <a:rect l="l" t="t" r="r" b="b"/>
              <a:pathLst>
                <a:path w="1226" h="3983" extrusionOk="0">
                  <a:moveTo>
                    <a:pt x="670" y="1"/>
                  </a:moveTo>
                  <a:lnTo>
                    <a:pt x="670" y="1"/>
                  </a:lnTo>
                  <a:cubicBezTo>
                    <a:pt x="794" y="382"/>
                    <a:pt x="865" y="829"/>
                    <a:pt x="865" y="1310"/>
                  </a:cubicBezTo>
                  <a:cubicBezTo>
                    <a:pt x="865" y="2395"/>
                    <a:pt x="504" y="3314"/>
                    <a:pt x="0" y="3658"/>
                  </a:cubicBezTo>
                  <a:cubicBezTo>
                    <a:pt x="130" y="3857"/>
                    <a:pt x="298" y="3981"/>
                    <a:pt x="485" y="3983"/>
                  </a:cubicBezTo>
                  <a:lnTo>
                    <a:pt x="489" y="3983"/>
                  </a:lnTo>
                  <a:cubicBezTo>
                    <a:pt x="895" y="3983"/>
                    <a:pt x="1226" y="3419"/>
                    <a:pt x="1226" y="2721"/>
                  </a:cubicBezTo>
                  <a:lnTo>
                    <a:pt x="1226" y="2708"/>
                  </a:lnTo>
                  <a:lnTo>
                    <a:pt x="1226" y="2704"/>
                  </a:lnTo>
                  <a:cubicBezTo>
                    <a:pt x="1221" y="2101"/>
                    <a:pt x="987" y="490"/>
                    <a:pt x="670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0"/>
            <p:cNvSpPr/>
            <p:nvPr/>
          </p:nvSpPr>
          <p:spPr>
            <a:xfrm>
              <a:off x="2428375" y="872825"/>
              <a:ext cx="3500" cy="28075"/>
            </a:xfrm>
            <a:custGeom>
              <a:avLst/>
              <a:gdLst/>
              <a:ahLst/>
              <a:cxnLst/>
              <a:rect l="l" t="t" r="r" b="b"/>
              <a:pathLst>
                <a:path w="140" h="1123" extrusionOk="0">
                  <a:moveTo>
                    <a:pt x="140" y="0"/>
                  </a:moveTo>
                  <a:lnTo>
                    <a:pt x="1" y="80"/>
                  </a:lnTo>
                  <a:lnTo>
                    <a:pt x="1" y="1063"/>
                  </a:lnTo>
                  <a:cubicBezTo>
                    <a:pt x="1" y="1098"/>
                    <a:pt x="29" y="1123"/>
                    <a:pt x="60" y="1123"/>
                  </a:cubicBezTo>
                  <a:cubicBezTo>
                    <a:pt x="70" y="1123"/>
                    <a:pt x="80" y="1120"/>
                    <a:pt x="89" y="1115"/>
                  </a:cubicBezTo>
                  <a:lnTo>
                    <a:pt x="140" y="108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0"/>
            <p:cNvSpPr/>
            <p:nvPr/>
          </p:nvSpPr>
          <p:spPr>
            <a:xfrm>
              <a:off x="2417875" y="815825"/>
              <a:ext cx="23875" cy="66975"/>
            </a:xfrm>
            <a:custGeom>
              <a:avLst/>
              <a:gdLst/>
              <a:ahLst/>
              <a:cxnLst/>
              <a:rect l="l" t="t" r="r" b="b"/>
              <a:pathLst>
                <a:path w="955" h="2679" extrusionOk="0">
                  <a:moveTo>
                    <a:pt x="477" y="1"/>
                  </a:moveTo>
                  <a:cubicBezTo>
                    <a:pt x="213" y="1"/>
                    <a:pt x="0" y="1409"/>
                    <a:pt x="0" y="1861"/>
                  </a:cubicBezTo>
                  <a:cubicBezTo>
                    <a:pt x="0" y="2314"/>
                    <a:pt x="213" y="2679"/>
                    <a:pt x="477" y="2679"/>
                  </a:cubicBezTo>
                  <a:cubicBezTo>
                    <a:pt x="741" y="2679"/>
                    <a:pt x="954" y="2314"/>
                    <a:pt x="954" y="1861"/>
                  </a:cubicBezTo>
                  <a:cubicBezTo>
                    <a:pt x="954" y="1409"/>
                    <a:pt x="741" y="1"/>
                    <a:pt x="477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0"/>
            <p:cNvSpPr/>
            <p:nvPr/>
          </p:nvSpPr>
          <p:spPr>
            <a:xfrm>
              <a:off x="2441725" y="861650"/>
              <a:ext cx="25" cy="725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0" y="27"/>
                  </a:moveTo>
                  <a:lnTo>
                    <a:pt x="0" y="28"/>
                  </a:lnTo>
                  <a:lnTo>
                    <a:pt x="0" y="28"/>
                  </a:lnTo>
                  <a:lnTo>
                    <a:pt x="0" y="27"/>
                  </a:lnTo>
                  <a:close/>
                  <a:moveTo>
                    <a:pt x="0" y="25"/>
                  </a:moveTo>
                  <a:lnTo>
                    <a:pt x="0" y="25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  <a:moveTo>
                    <a:pt x="0" y="22"/>
                  </a:moveTo>
                  <a:lnTo>
                    <a:pt x="0" y="22"/>
                  </a:lnTo>
                  <a:close/>
                  <a:moveTo>
                    <a:pt x="0" y="21"/>
                  </a:moveTo>
                  <a:lnTo>
                    <a:pt x="0" y="21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  <a:moveTo>
                    <a:pt x="0" y="15"/>
                  </a:moveTo>
                  <a:lnTo>
                    <a:pt x="0" y="15"/>
                  </a:lnTo>
                  <a:close/>
                  <a:moveTo>
                    <a:pt x="0" y="14"/>
                  </a:moveTo>
                  <a:lnTo>
                    <a:pt x="0" y="14"/>
                  </a:lnTo>
                  <a:close/>
                  <a:moveTo>
                    <a:pt x="0" y="11"/>
                  </a:moveTo>
                  <a:lnTo>
                    <a:pt x="0" y="11"/>
                  </a:lnTo>
                  <a:close/>
                  <a:moveTo>
                    <a:pt x="0" y="9"/>
                  </a:moveTo>
                  <a:lnTo>
                    <a:pt x="0" y="9"/>
                  </a:lnTo>
                  <a:close/>
                  <a:moveTo>
                    <a:pt x="0" y="9"/>
                  </a:moveTo>
                  <a:lnTo>
                    <a:pt x="0" y="9"/>
                  </a:lnTo>
                  <a:close/>
                  <a:moveTo>
                    <a:pt x="0" y="8"/>
                  </a:moveTo>
                  <a:lnTo>
                    <a:pt x="0" y="8"/>
                  </a:lnTo>
                  <a:close/>
                  <a:moveTo>
                    <a:pt x="0" y="5"/>
                  </a:moveTo>
                  <a:lnTo>
                    <a:pt x="0" y="5"/>
                  </a:lnTo>
                  <a:close/>
                  <a:moveTo>
                    <a:pt x="0" y="2"/>
                  </a:moveTo>
                  <a:lnTo>
                    <a:pt x="0" y="2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0"/>
            <p:cNvSpPr/>
            <p:nvPr/>
          </p:nvSpPr>
          <p:spPr>
            <a:xfrm>
              <a:off x="2429675" y="882775"/>
              <a:ext cx="100" cy="25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1"/>
                  </a:moveTo>
                  <a:lnTo>
                    <a:pt x="4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0"/>
            <p:cNvSpPr/>
            <p:nvPr/>
          </p:nvSpPr>
          <p:spPr>
            <a:xfrm>
              <a:off x="2421850" y="818225"/>
              <a:ext cx="19900" cy="64575"/>
            </a:xfrm>
            <a:custGeom>
              <a:avLst/>
              <a:gdLst/>
              <a:ahLst/>
              <a:cxnLst/>
              <a:rect l="l" t="t" r="r" b="b"/>
              <a:pathLst>
                <a:path w="796" h="2583" extrusionOk="0">
                  <a:moveTo>
                    <a:pt x="436" y="0"/>
                  </a:moveTo>
                  <a:lnTo>
                    <a:pt x="436" y="0"/>
                  </a:lnTo>
                  <a:cubicBezTo>
                    <a:pt x="521" y="274"/>
                    <a:pt x="565" y="560"/>
                    <a:pt x="563" y="849"/>
                  </a:cubicBezTo>
                  <a:cubicBezTo>
                    <a:pt x="563" y="1552"/>
                    <a:pt x="328" y="2149"/>
                    <a:pt x="1" y="2373"/>
                  </a:cubicBezTo>
                  <a:cubicBezTo>
                    <a:pt x="85" y="2500"/>
                    <a:pt x="193" y="2581"/>
                    <a:pt x="314" y="2583"/>
                  </a:cubicBezTo>
                  <a:lnTo>
                    <a:pt x="318" y="2583"/>
                  </a:lnTo>
                  <a:cubicBezTo>
                    <a:pt x="582" y="2583"/>
                    <a:pt x="795" y="2218"/>
                    <a:pt x="795" y="1765"/>
                  </a:cubicBezTo>
                  <a:lnTo>
                    <a:pt x="795" y="1764"/>
                  </a:lnTo>
                  <a:lnTo>
                    <a:pt x="795" y="1758"/>
                  </a:lnTo>
                  <a:lnTo>
                    <a:pt x="795" y="1752"/>
                  </a:lnTo>
                  <a:lnTo>
                    <a:pt x="795" y="1749"/>
                  </a:lnTo>
                  <a:lnTo>
                    <a:pt x="795" y="1745"/>
                  </a:lnTo>
                  <a:lnTo>
                    <a:pt x="795" y="1738"/>
                  </a:lnTo>
                  <a:cubicBezTo>
                    <a:pt x="789" y="1334"/>
                    <a:pt x="639" y="312"/>
                    <a:pt x="436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0"/>
            <p:cNvSpPr/>
            <p:nvPr/>
          </p:nvSpPr>
          <p:spPr>
            <a:xfrm>
              <a:off x="2970125" y="935500"/>
              <a:ext cx="3550" cy="28075"/>
            </a:xfrm>
            <a:custGeom>
              <a:avLst/>
              <a:gdLst/>
              <a:ahLst/>
              <a:cxnLst/>
              <a:rect l="l" t="t" r="r" b="b"/>
              <a:pathLst>
                <a:path w="142" h="1123" extrusionOk="0">
                  <a:moveTo>
                    <a:pt x="140" y="0"/>
                  </a:moveTo>
                  <a:lnTo>
                    <a:pt x="0" y="80"/>
                  </a:lnTo>
                  <a:lnTo>
                    <a:pt x="0" y="1063"/>
                  </a:lnTo>
                  <a:cubicBezTo>
                    <a:pt x="0" y="1099"/>
                    <a:pt x="29" y="1123"/>
                    <a:pt x="61" y="1123"/>
                  </a:cubicBezTo>
                  <a:cubicBezTo>
                    <a:pt x="71" y="1123"/>
                    <a:pt x="81" y="1121"/>
                    <a:pt x="90" y="1115"/>
                  </a:cubicBezTo>
                  <a:lnTo>
                    <a:pt x="141" y="1085"/>
                  </a:lnTo>
                  <a:lnTo>
                    <a:pt x="140" y="108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0"/>
            <p:cNvSpPr/>
            <p:nvPr/>
          </p:nvSpPr>
          <p:spPr>
            <a:xfrm>
              <a:off x="2959600" y="878500"/>
              <a:ext cx="23925" cy="67000"/>
            </a:xfrm>
            <a:custGeom>
              <a:avLst/>
              <a:gdLst/>
              <a:ahLst/>
              <a:cxnLst/>
              <a:rect l="l" t="t" r="r" b="b"/>
              <a:pathLst>
                <a:path w="957" h="2680" extrusionOk="0">
                  <a:moveTo>
                    <a:pt x="479" y="1"/>
                  </a:moveTo>
                  <a:cubicBezTo>
                    <a:pt x="216" y="1"/>
                    <a:pt x="1" y="1409"/>
                    <a:pt x="1" y="1861"/>
                  </a:cubicBezTo>
                  <a:cubicBezTo>
                    <a:pt x="1" y="2312"/>
                    <a:pt x="216" y="2679"/>
                    <a:pt x="479" y="2679"/>
                  </a:cubicBezTo>
                  <a:cubicBezTo>
                    <a:pt x="743" y="2679"/>
                    <a:pt x="957" y="2312"/>
                    <a:pt x="957" y="1861"/>
                  </a:cubicBezTo>
                  <a:cubicBezTo>
                    <a:pt x="957" y="1409"/>
                    <a:pt x="743" y="1"/>
                    <a:pt x="479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0"/>
            <p:cNvSpPr/>
            <p:nvPr/>
          </p:nvSpPr>
          <p:spPr>
            <a:xfrm>
              <a:off x="2983500" y="924325"/>
              <a:ext cx="25" cy="725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1" y="27"/>
                  </a:moveTo>
                  <a:lnTo>
                    <a:pt x="1" y="28"/>
                  </a:lnTo>
                  <a:lnTo>
                    <a:pt x="1" y="28"/>
                  </a:lnTo>
                  <a:lnTo>
                    <a:pt x="1" y="27"/>
                  </a:lnTo>
                  <a:close/>
                  <a:moveTo>
                    <a:pt x="1" y="25"/>
                  </a:moveTo>
                  <a:lnTo>
                    <a:pt x="1" y="25"/>
                  </a:lnTo>
                  <a:close/>
                  <a:moveTo>
                    <a:pt x="1" y="24"/>
                  </a:moveTo>
                  <a:lnTo>
                    <a:pt x="1" y="24"/>
                  </a:lnTo>
                  <a:close/>
                  <a:moveTo>
                    <a:pt x="1" y="22"/>
                  </a:moveTo>
                  <a:lnTo>
                    <a:pt x="1" y="22"/>
                  </a:lnTo>
                  <a:close/>
                  <a:moveTo>
                    <a:pt x="1" y="21"/>
                  </a:moveTo>
                  <a:lnTo>
                    <a:pt x="1" y="21"/>
                  </a:lnTo>
                  <a:close/>
                  <a:moveTo>
                    <a:pt x="1" y="18"/>
                  </a:moveTo>
                  <a:lnTo>
                    <a:pt x="1" y="18"/>
                  </a:lnTo>
                  <a:close/>
                  <a:moveTo>
                    <a:pt x="1" y="15"/>
                  </a:moveTo>
                  <a:lnTo>
                    <a:pt x="1" y="15"/>
                  </a:lnTo>
                  <a:close/>
                  <a:moveTo>
                    <a:pt x="1" y="14"/>
                  </a:moveTo>
                  <a:lnTo>
                    <a:pt x="1" y="14"/>
                  </a:lnTo>
                  <a:close/>
                  <a:moveTo>
                    <a:pt x="1" y="11"/>
                  </a:moveTo>
                  <a:lnTo>
                    <a:pt x="1" y="11"/>
                  </a:lnTo>
                  <a:close/>
                  <a:moveTo>
                    <a:pt x="1" y="9"/>
                  </a:moveTo>
                  <a:lnTo>
                    <a:pt x="1" y="9"/>
                  </a:lnTo>
                  <a:close/>
                  <a:moveTo>
                    <a:pt x="1" y="9"/>
                  </a:moveTo>
                  <a:lnTo>
                    <a:pt x="1" y="9"/>
                  </a:lnTo>
                  <a:close/>
                  <a:moveTo>
                    <a:pt x="1" y="8"/>
                  </a:moveTo>
                  <a:lnTo>
                    <a:pt x="1" y="8"/>
                  </a:lnTo>
                  <a:close/>
                  <a:moveTo>
                    <a:pt x="1" y="5"/>
                  </a:moveTo>
                  <a:lnTo>
                    <a:pt x="1" y="5"/>
                  </a:lnTo>
                  <a:close/>
                  <a:moveTo>
                    <a:pt x="1" y="2"/>
                  </a:moveTo>
                  <a:lnTo>
                    <a:pt x="1" y="2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0"/>
            <p:cNvSpPr/>
            <p:nvPr/>
          </p:nvSpPr>
          <p:spPr>
            <a:xfrm>
              <a:off x="2963625" y="880875"/>
              <a:ext cx="19900" cy="64625"/>
            </a:xfrm>
            <a:custGeom>
              <a:avLst/>
              <a:gdLst/>
              <a:ahLst/>
              <a:cxnLst/>
              <a:rect l="l" t="t" r="r" b="b"/>
              <a:pathLst>
                <a:path w="796" h="2585" extrusionOk="0">
                  <a:moveTo>
                    <a:pt x="436" y="0"/>
                  </a:moveTo>
                  <a:lnTo>
                    <a:pt x="436" y="2"/>
                  </a:lnTo>
                  <a:cubicBezTo>
                    <a:pt x="436" y="2"/>
                    <a:pt x="436" y="2"/>
                    <a:pt x="437" y="3"/>
                  </a:cubicBezTo>
                  <a:lnTo>
                    <a:pt x="437" y="3"/>
                  </a:lnTo>
                  <a:cubicBezTo>
                    <a:pt x="436" y="2"/>
                    <a:pt x="436" y="1"/>
                    <a:pt x="436" y="0"/>
                  </a:cubicBezTo>
                  <a:close/>
                  <a:moveTo>
                    <a:pt x="437" y="3"/>
                  </a:moveTo>
                  <a:cubicBezTo>
                    <a:pt x="522" y="278"/>
                    <a:pt x="565" y="562"/>
                    <a:pt x="562" y="850"/>
                  </a:cubicBezTo>
                  <a:cubicBezTo>
                    <a:pt x="562" y="1553"/>
                    <a:pt x="329" y="2151"/>
                    <a:pt x="1" y="2374"/>
                  </a:cubicBezTo>
                  <a:cubicBezTo>
                    <a:pt x="85" y="2503"/>
                    <a:pt x="195" y="2584"/>
                    <a:pt x="318" y="2584"/>
                  </a:cubicBezTo>
                  <a:cubicBezTo>
                    <a:pt x="582" y="2584"/>
                    <a:pt x="796" y="2217"/>
                    <a:pt x="796" y="1766"/>
                  </a:cubicBezTo>
                  <a:lnTo>
                    <a:pt x="796" y="1759"/>
                  </a:lnTo>
                  <a:lnTo>
                    <a:pt x="796" y="1753"/>
                  </a:lnTo>
                  <a:lnTo>
                    <a:pt x="796" y="1750"/>
                  </a:lnTo>
                  <a:lnTo>
                    <a:pt x="796" y="1740"/>
                  </a:lnTo>
                  <a:cubicBezTo>
                    <a:pt x="790" y="1338"/>
                    <a:pt x="638" y="318"/>
                    <a:pt x="437" y="3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0"/>
            <p:cNvSpPr/>
            <p:nvPr/>
          </p:nvSpPr>
          <p:spPr>
            <a:xfrm>
              <a:off x="3010700" y="921675"/>
              <a:ext cx="3525" cy="28125"/>
            </a:xfrm>
            <a:custGeom>
              <a:avLst/>
              <a:gdLst/>
              <a:ahLst/>
              <a:cxnLst/>
              <a:rect l="l" t="t" r="r" b="b"/>
              <a:pathLst>
                <a:path w="141" h="1125" extrusionOk="0">
                  <a:moveTo>
                    <a:pt x="139" y="1"/>
                  </a:moveTo>
                  <a:lnTo>
                    <a:pt x="0" y="81"/>
                  </a:lnTo>
                  <a:lnTo>
                    <a:pt x="0" y="1065"/>
                  </a:lnTo>
                  <a:cubicBezTo>
                    <a:pt x="0" y="1099"/>
                    <a:pt x="28" y="1124"/>
                    <a:pt x="60" y="1124"/>
                  </a:cubicBezTo>
                  <a:cubicBezTo>
                    <a:pt x="70" y="1124"/>
                    <a:pt x="80" y="1122"/>
                    <a:pt x="90" y="1116"/>
                  </a:cubicBezTo>
                  <a:lnTo>
                    <a:pt x="141" y="1087"/>
                  </a:lnTo>
                  <a:lnTo>
                    <a:pt x="139" y="1087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0"/>
            <p:cNvSpPr/>
            <p:nvPr/>
          </p:nvSpPr>
          <p:spPr>
            <a:xfrm>
              <a:off x="3000175" y="864700"/>
              <a:ext cx="23925" cy="67025"/>
            </a:xfrm>
            <a:custGeom>
              <a:avLst/>
              <a:gdLst/>
              <a:ahLst/>
              <a:cxnLst/>
              <a:rect l="l" t="t" r="r" b="b"/>
              <a:pathLst>
                <a:path w="957" h="2681" extrusionOk="0">
                  <a:moveTo>
                    <a:pt x="479" y="0"/>
                  </a:moveTo>
                  <a:cubicBezTo>
                    <a:pt x="215" y="0"/>
                    <a:pt x="1" y="1408"/>
                    <a:pt x="1" y="1861"/>
                  </a:cubicBezTo>
                  <a:cubicBezTo>
                    <a:pt x="1" y="2313"/>
                    <a:pt x="215" y="2680"/>
                    <a:pt x="479" y="2680"/>
                  </a:cubicBezTo>
                  <a:cubicBezTo>
                    <a:pt x="743" y="2680"/>
                    <a:pt x="956" y="2313"/>
                    <a:pt x="956" y="1861"/>
                  </a:cubicBezTo>
                  <a:cubicBezTo>
                    <a:pt x="956" y="1408"/>
                    <a:pt x="743" y="0"/>
                    <a:pt x="479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0"/>
            <p:cNvSpPr/>
            <p:nvPr/>
          </p:nvSpPr>
          <p:spPr>
            <a:xfrm>
              <a:off x="3004200" y="867100"/>
              <a:ext cx="19900" cy="64625"/>
            </a:xfrm>
            <a:custGeom>
              <a:avLst/>
              <a:gdLst/>
              <a:ahLst/>
              <a:cxnLst/>
              <a:rect l="l" t="t" r="r" b="b"/>
              <a:pathLst>
                <a:path w="796" h="2585" extrusionOk="0">
                  <a:moveTo>
                    <a:pt x="436" y="0"/>
                  </a:moveTo>
                  <a:cubicBezTo>
                    <a:pt x="521" y="274"/>
                    <a:pt x="565" y="561"/>
                    <a:pt x="562" y="848"/>
                  </a:cubicBezTo>
                  <a:cubicBezTo>
                    <a:pt x="562" y="1553"/>
                    <a:pt x="328" y="2149"/>
                    <a:pt x="0" y="2372"/>
                  </a:cubicBezTo>
                  <a:cubicBezTo>
                    <a:pt x="85" y="2503"/>
                    <a:pt x="195" y="2584"/>
                    <a:pt x="318" y="2584"/>
                  </a:cubicBezTo>
                  <a:cubicBezTo>
                    <a:pt x="582" y="2584"/>
                    <a:pt x="795" y="2217"/>
                    <a:pt x="795" y="1765"/>
                  </a:cubicBezTo>
                  <a:cubicBezTo>
                    <a:pt x="795" y="1382"/>
                    <a:pt x="643" y="319"/>
                    <a:pt x="436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0"/>
            <p:cNvSpPr/>
            <p:nvPr/>
          </p:nvSpPr>
          <p:spPr>
            <a:xfrm>
              <a:off x="2665500" y="708275"/>
              <a:ext cx="3500" cy="28075"/>
            </a:xfrm>
            <a:custGeom>
              <a:avLst/>
              <a:gdLst/>
              <a:ahLst/>
              <a:cxnLst/>
              <a:rect l="l" t="t" r="r" b="b"/>
              <a:pathLst>
                <a:path w="140" h="1123" extrusionOk="0">
                  <a:moveTo>
                    <a:pt x="140" y="0"/>
                  </a:moveTo>
                  <a:lnTo>
                    <a:pt x="0" y="80"/>
                  </a:lnTo>
                  <a:lnTo>
                    <a:pt x="0" y="1063"/>
                  </a:lnTo>
                  <a:cubicBezTo>
                    <a:pt x="0" y="1099"/>
                    <a:pt x="29" y="1123"/>
                    <a:pt x="60" y="1123"/>
                  </a:cubicBezTo>
                  <a:cubicBezTo>
                    <a:pt x="70" y="1123"/>
                    <a:pt x="80" y="1121"/>
                    <a:pt x="89" y="1115"/>
                  </a:cubicBezTo>
                  <a:lnTo>
                    <a:pt x="140" y="108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0"/>
            <p:cNvSpPr/>
            <p:nvPr/>
          </p:nvSpPr>
          <p:spPr>
            <a:xfrm>
              <a:off x="2654975" y="651275"/>
              <a:ext cx="23925" cy="67000"/>
            </a:xfrm>
            <a:custGeom>
              <a:avLst/>
              <a:gdLst/>
              <a:ahLst/>
              <a:cxnLst/>
              <a:rect l="l" t="t" r="r" b="b"/>
              <a:pathLst>
                <a:path w="957" h="2680" extrusionOk="0">
                  <a:moveTo>
                    <a:pt x="479" y="1"/>
                  </a:moveTo>
                  <a:cubicBezTo>
                    <a:pt x="216" y="1"/>
                    <a:pt x="1" y="1409"/>
                    <a:pt x="1" y="1861"/>
                  </a:cubicBezTo>
                  <a:cubicBezTo>
                    <a:pt x="1" y="2312"/>
                    <a:pt x="216" y="2679"/>
                    <a:pt x="479" y="2679"/>
                  </a:cubicBezTo>
                  <a:cubicBezTo>
                    <a:pt x="743" y="2679"/>
                    <a:pt x="957" y="2312"/>
                    <a:pt x="957" y="1861"/>
                  </a:cubicBezTo>
                  <a:cubicBezTo>
                    <a:pt x="957" y="1409"/>
                    <a:pt x="743" y="1"/>
                    <a:pt x="479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0"/>
            <p:cNvSpPr/>
            <p:nvPr/>
          </p:nvSpPr>
          <p:spPr>
            <a:xfrm>
              <a:off x="2659000" y="653650"/>
              <a:ext cx="19900" cy="64625"/>
            </a:xfrm>
            <a:custGeom>
              <a:avLst/>
              <a:gdLst/>
              <a:ahLst/>
              <a:cxnLst/>
              <a:rect l="l" t="t" r="r" b="b"/>
              <a:pathLst>
                <a:path w="796" h="2585" extrusionOk="0">
                  <a:moveTo>
                    <a:pt x="436" y="0"/>
                  </a:moveTo>
                  <a:cubicBezTo>
                    <a:pt x="521" y="276"/>
                    <a:pt x="564" y="561"/>
                    <a:pt x="562" y="850"/>
                  </a:cubicBezTo>
                  <a:cubicBezTo>
                    <a:pt x="562" y="1553"/>
                    <a:pt x="329" y="2150"/>
                    <a:pt x="1" y="2374"/>
                  </a:cubicBezTo>
                  <a:cubicBezTo>
                    <a:pt x="85" y="2503"/>
                    <a:pt x="195" y="2584"/>
                    <a:pt x="318" y="2584"/>
                  </a:cubicBezTo>
                  <a:cubicBezTo>
                    <a:pt x="582" y="2584"/>
                    <a:pt x="796" y="2217"/>
                    <a:pt x="796" y="1765"/>
                  </a:cubicBezTo>
                  <a:cubicBezTo>
                    <a:pt x="796" y="1383"/>
                    <a:pt x="642" y="321"/>
                    <a:pt x="436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0"/>
            <p:cNvSpPr/>
            <p:nvPr/>
          </p:nvSpPr>
          <p:spPr>
            <a:xfrm>
              <a:off x="2402250" y="872750"/>
              <a:ext cx="5425" cy="43325"/>
            </a:xfrm>
            <a:custGeom>
              <a:avLst/>
              <a:gdLst/>
              <a:ahLst/>
              <a:cxnLst/>
              <a:rect l="l" t="t" r="r" b="b"/>
              <a:pathLst>
                <a:path w="217" h="1733" extrusionOk="0">
                  <a:moveTo>
                    <a:pt x="216" y="0"/>
                  </a:moveTo>
                  <a:lnTo>
                    <a:pt x="1" y="125"/>
                  </a:lnTo>
                  <a:lnTo>
                    <a:pt x="1" y="1640"/>
                  </a:lnTo>
                  <a:cubicBezTo>
                    <a:pt x="0" y="1694"/>
                    <a:pt x="44" y="1732"/>
                    <a:pt x="92" y="1732"/>
                  </a:cubicBezTo>
                  <a:cubicBezTo>
                    <a:pt x="107" y="1732"/>
                    <a:pt x="123" y="1728"/>
                    <a:pt x="138" y="1720"/>
                  </a:cubicBezTo>
                  <a:lnTo>
                    <a:pt x="216" y="167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2386025" y="784975"/>
              <a:ext cx="36875" cy="103200"/>
            </a:xfrm>
            <a:custGeom>
              <a:avLst/>
              <a:gdLst/>
              <a:ahLst/>
              <a:cxnLst/>
              <a:rect l="l" t="t" r="r" b="b"/>
              <a:pathLst>
                <a:path w="1475" h="4128" extrusionOk="0">
                  <a:moveTo>
                    <a:pt x="737" y="1"/>
                  </a:moveTo>
                  <a:cubicBezTo>
                    <a:pt x="330" y="1"/>
                    <a:pt x="1" y="2170"/>
                    <a:pt x="1" y="2866"/>
                  </a:cubicBezTo>
                  <a:cubicBezTo>
                    <a:pt x="1" y="3563"/>
                    <a:pt x="331" y="4128"/>
                    <a:pt x="737" y="4128"/>
                  </a:cubicBezTo>
                  <a:cubicBezTo>
                    <a:pt x="1145" y="4128"/>
                    <a:pt x="1474" y="3563"/>
                    <a:pt x="1474" y="2866"/>
                  </a:cubicBezTo>
                  <a:lnTo>
                    <a:pt x="1473" y="2866"/>
                  </a:lnTo>
                  <a:cubicBezTo>
                    <a:pt x="1473" y="2170"/>
                    <a:pt x="1144" y="1"/>
                    <a:pt x="737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2422875" y="855850"/>
              <a:ext cx="25" cy="775"/>
            </a:xfrm>
            <a:custGeom>
              <a:avLst/>
              <a:gdLst/>
              <a:ahLst/>
              <a:cxnLst/>
              <a:rect l="l" t="t" r="r" b="b"/>
              <a:pathLst>
                <a:path w="1" h="31" extrusionOk="0">
                  <a:moveTo>
                    <a:pt x="0" y="30"/>
                  </a:moveTo>
                  <a:lnTo>
                    <a:pt x="0" y="31"/>
                  </a:lnTo>
                  <a:lnTo>
                    <a:pt x="0" y="31"/>
                  </a:lnTo>
                  <a:lnTo>
                    <a:pt x="0" y="30"/>
                  </a:lnTo>
                  <a:close/>
                  <a:moveTo>
                    <a:pt x="0" y="28"/>
                  </a:moveTo>
                  <a:lnTo>
                    <a:pt x="0" y="28"/>
                  </a:lnTo>
                  <a:close/>
                  <a:moveTo>
                    <a:pt x="0" y="25"/>
                  </a:moveTo>
                  <a:lnTo>
                    <a:pt x="0" y="25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  <a:moveTo>
                    <a:pt x="0" y="21"/>
                  </a:moveTo>
                  <a:lnTo>
                    <a:pt x="0" y="21"/>
                  </a:lnTo>
                  <a:close/>
                  <a:moveTo>
                    <a:pt x="0" y="19"/>
                  </a:moveTo>
                  <a:lnTo>
                    <a:pt x="0" y="19"/>
                  </a:lnTo>
                  <a:close/>
                  <a:moveTo>
                    <a:pt x="0" y="16"/>
                  </a:moveTo>
                  <a:lnTo>
                    <a:pt x="0" y="16"/>
                  </a:lnTo>
                  <a:close/>
                  <a:moveTo>
                    <a:pt x="0" y="15"/>
                  </a:moveTo>
                  <a:lnTo>
                    <a:pt x="0" y="15"/>
                  </a:lnTo>
                  <a:close/>
                  <a:moveTo>
                    <a:pt x="0" y="14"/>
                  </a:moveTo>
                  <a:lnTo>
                    <a:pt x="0" y="14"/>
                  </a:lnTo>
                  <a:close/>
                  <a:moveTo>
                    <a:pt x="0" y="11"/>
                  </a:moveTo>
                  <a:lnTo>
                    <a:pt x="0" y="11"/>
                  </a:lnTo>
                  <a:close/>
                  <a:moveTo>
                    <a:pt x="0" y="6"/>
                  </a:moveTo>
                  <a:lnTo>
                    <a:pt x="0" y="6"/>
                  </a:lnTo>
                  <a:close/>
                  <a:moveTo>
                    <a:pt x="0" y="5"/>
                  </a:moveTo>
                  <a:lnTo>
                    <a:pt x="0" y="5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2404350" y="888150"/>
              <a:ext cx="100" cy="25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3" y="1"/>
                  </a:moveTo>
                  <a:lnTo>
                    <a:pt x="3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2392225" y="788600"/>
              <a:ext cx="30675" cy="99575"/>
            </a:xfrm>
            <a:custGeom>
              <a:avLst/>
              <a:gdLst/>
              <a:ahLst/>
              <a:cxnLst/>
              <a:rect l="l" t="t" r="r" b="b"/>
              <a:pathLst>
                <a:path w="1227" h="3983" extrusionOk="0">
                  <a:moveTo>
                    <a:pt x="671" y="1"/>
                  </a:moveTo>
                  <a:lnTo>
                    <a:pt x="671" y="1"/>
                  </a:lnTo>
                  <a:cubicBezTo>
                    <a:pt x="794" y="382"/>
                    <a:pt x="865" y="829"/>
                    <a:pt x="865" y="1310"/>
                  </a:cubicBezTo>
                  <a:cubicBezTo>
                    <a:pt x="865" y="2395"/>
                    <a:pt x="504" y="3314"/>
                    <a:pt x="1" y="3658"/>
                  </a:cubicBezTo>
                  <a:cubicBezTo>
                    <a:pt x="130" y="3856"/>
                    <a:pt x="298" y="3981"/>
                    <a:pt x="485" y="3983"/>
                  </a:cubicBezTo>
                  <a:lnTo>
                    <a:pt x="489" y="3983"/>
                  </a:lnTo>
                  <a:cubicBezTo>
                    <a:pt x="897" y="3983"/>
                    <a:pt x="1226" y="3418"/>
                    <a:pt x="1226" y="2721"/>
                  </a:cubicBezTo>
                  <a:lnTo>
                    <a:pt x="1226" y="2691"/>
                  </a:lnTo>
                  <a:cubicBezTo>
                    <a:pt x="1219" y="2077"/>
                    <a:pt x="984" y="485"/>
                    <a:pt x="671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2923175" y="1012425"/>
              <a:ext cx="3500" cy="28100"/>
            </a:xfrm>
            <a:custGeom>
              <a:avLst/>
              <a:gdLst/>
              <a:ahLst/>
              <a:cxnLst/>
              <a:rect l="l" t="t" r="r" b="b"/>
              <a:pathLst>
                <a:path w="140" h="1124" extrusionOk="0">
                  <a:moveTo>
                    <a:pt x="140" y="0"/>
                  </a:moveTo>
                  <a:lnTo>
                    <a:pt x="1" y="80"/>
                  </a:lnTo>
                  <a:lnTo>
                    <a:pt x="1" y="1065"/>
                  </a:lnTo>
                  <a:cubicBezTo>
                    <a:pt x="1" y="1099"/>
                    <a:pt x="29" y="1123"/>
                    <a:pt x="60" y="1123"/>
                  </a:cubicBezTo>
                  <a:cubicBezTo>
                    <a:pt x="70" y="1123"/>
                    <a:pt x="80" y="1121"/>
                    <a:pt x="89" y="1115"/>
                  </a:cubicBezTo>
                  <a:lnTo>
                    <a:pt x="140" y="1086"/>
                  </a:lnTo>
                  <a:lnTo>
                    <a:pt x="140" y="108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2912675" y="955425"/>
              <a:ext cx="23900" cy="67000"/>
            </a:xfrm>
            <a:custGeom>
              <a:avLst/>
              <a:gdLst/>
              <a:ahLst/>
              <a:cxnLst/>
              <a:rect l="l" t="t" r="r" b="b"/>
              <a:pathLst>
                <a:path w="956" h="2680" extrusionOk="0">
                  <a:moveTo>
                    <a:pt x="479" y="1"/>
                  </a:moveTo>
                  <a:cubicBezTo>
                    <a:pt x="215" y="1"/>
                    <a:pt x="0" y="1409"/>
                    <a:pt x="0" y="1861"/>
                  </a:cubicBezTo>
                  <a:cubicBezTo>
                    <a:pt x="0" y="2314"/>
                    <a:pt x="215" y="2679"/>
                    <a:pt x="479" y="2679"/>
                  </a:cubicBezTo>
                  <a:cubicBezTo>
                    <a:pt x="743" y="2679"/>
                    <a:pt x="956" y="2314"/>
                    <a:pt x="956" y="1861"/>
                  </a:cubicBezTo>
                  <a:cubicBezTo>
                    <a:pt x="956" y="1409"/>
                    <a:pt x="743" y="1"/>
                    <a:pt x="479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2936550" y="1001250"/>
              <a:ext cx="25" cy="725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1" y="27"/>
                  </a:moveTo>
                  <a:lnTo>
                    <a:pt x="1" y="28"/>
                  </a:lnTo>
                  <a:lnTo>
                    <a:pt x="1" y="28"/>
                  </a:lnTo>
                  <a:lnTo>
                    <a:pt x="1" y="27"/>
                  </a:lnTo>
                  <a:moveTo>
                    <a:pt x="1" y="25"/>
                  </a:moveTo>
                  <a:lnTo>
                    <a:pt x="1" y="25"/>
                  </a:lnTo>
                  <a:close/>
                  <a:moveTo>
                    <a:pt x="1" y="25"/>
                  </a:moveTo>
                  <a:lnTo>
                    <a:pt x="1" y="25"/>
                  </a:lnTo>
                  <a:close/>
                  <a:moveTo>
                    <a:pt x="1" y="24"/>
                  </a:moveTo>
                  <a:lnTo>
                    <a:pt x="1" y="24"/>
                  </a:lnTo>
                  <a:close/>
                  <a:moveTo>
                    <a:pt x="1" y="21"/>
                  </a:moveTo>
                  <a:lnTo>
                    <a:pt x="1" y="21"/>
                  </a:lnTo>
                  <a:close/>
                  <a:moveTo>
                    <a:pt x="1" y="20"/>
                  </a:moveTo>
                  <a:lnTo>
                    <a:pt x="1" y="20"/>
                  </a:lnTo>
                  <a:close/>
                  <a:moveTo>
                    <a:pt x="1" y="17"/>
                  </a:moveTo>
                  <a:lnTo>
                    <a:pt x="1" y="17"/>
                  </a:lnTo>
                  <a:close/>
                  <a:moveTo>
                    <a:pt x="1" y="15"/>
                  </a:moveTo>
                  <a:lnTo>
                    <a:pt x="1" y="15"/>
                  </a:lnTo>
                  <a:close/>
                  <a:moveTo>
                    <a:pt x="1" y="12"/>
                  </a:moveTo>
                  <a:lnTo>
                    <a:pt x="1" y="12"/>
                  </a:lnTo>
                  <a:close/>
                  <a:moveTo>
                    <a:pt x="1" y="11"/>
                  </a:moveTo>
                  <a:lnTo>
                    <a:pt x="1" y="11"/>
                  </a:lnTo>
                  <a:close/>
                  <a:moveTo>
                    <a:pt x="1" y="9"/>
                  </a:moveTo>
                  <a:lnTo>
                    <a:pt x="1" y="9"/>
                  </a:lnTo>
                  <a:close/>
                  <a:moveTo>
                    <a:pt x="1" y="8"/>
                  </a:moveTo>
                  <a:lnTo>
                    <a:pt x="1" y="8"/>
                  </a:lnTo>
                  <a:close/>
                  <a:moveTo>
                    <a:pt x="1" y="5"/>
                  </a:moveTo>
                  <a:lnTo>
                    <a:pt x="1" y="5"/>
                  </a:lnTo>
                  <a:close/>
                  <a:moveTo>
                    <a:pt x="1" y="2"/>
                  </a:moveTo>
                  <a:lnTo>
                    <a:pt x="1" y="2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2916700" y="957825"/>
              <a:ext cx="19875" cy="64600"/>
            </a:xfrm>
            <a:custGeom>
              <a:avLst/>
              <a:gdLst/>
              <a:ahLst/>
              <a:cxnLst/>
              <a:rect l="l" t="t" r="r" b="b"/>
              <a:pathLst>
                <a:path w="795" h="2584" extrusionOk="0">
                  <a:moveTo>
                    <a:pt x="435" y="1"/>
                  </a:moveTo>
                  <a:lnTo>
                    <a:pt x="435" y="1"/>
                  </a:lnTo>
                  <a:cubicBezTo>
                    <a:pt x="521" y="275"/>
                    <a:pt x="563" y="560"/>
                    <a:pt x="561" y="849"/>
                  </a:cubicBezTo>
                  <a:cubicBezTo>
                    <a:pt x="561" y="1552"/>
                    <a:pt x="326" y="2150"/>
                    <a:pt x="0" y="2373"/>
                  </a:cubicBezTo>
                  <a:cubicBezTo>
                    <a:pt x="84" y="2502"/>
                    <a:pt x="194" y="2583"/>
                    <a:pt x="316" y="2583"/>
                  </a:cubicBezTo>
                  <a:cubicBezTo>
                    <a:pt x="580" y="2583"/>
                    <a:pt x="795" y="2218"/>
                    <a:pt x="795" y="1765"/>
                  </a:cubicBezTo>
                  <a:lnTo>
                    <a:pt x="795" y="1764"/>
                  </a:lnTo>
                  <a:lnTo>
                    <a:pt x="795" y="1758"/>
                  </a:lnTo>
                  <a:lnTo>
                    <a:pt x="795" y="1754"/>
                  </a:lnTo>
                  <a:lnTo>
                    <a:pt x="795" y="1752"/>
                  </a:lnTo>
                  <a:lnTo>
                    <a:pt x="795" y="1749"/>
                  </a:lnTo>
                  <a:lnTo>
                    <a:pt x="795" y="1741"/>
                  </a:lnTo>
                  <a:lnTo>
                    <a:pt x="795" y="1739"/>
                  </a:lnTo>
                  <a:cubicBezTo>
                    <a:pt x="787" y="1335"/>
                    <a:pt x="637" y="312"/>
                    <a:pt x="435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2560775" y="1195050"/>
              <a:ext cx="3975" cy="31850"/>
            </a:xfrm>
            <a:custGeom>
              <a:avLst/>
              <a:gdLst/>
              <a:ahLst/>
              <a:cxnLst/>
              <a:rect l="l" t="t" r="r" b="b"/>
              <a:pathLst>
                <a:path w="159" h="1274" extrusionOk="0">
                  <a:moveTo>
                    <a:pt x="158" y="1"/>
                  </a:moveTo>
                  <a:lnTo>
                    <a:pt x="0" y="91"/>
                  </a:lnTo>
                  <a:lnTo>
                    <a:pt x="0" y="1206"/>
                  </a:lnTo>
                  <a:cubicBezTo>
                    <a:pt x="0" y="1245"/>
                    <a:pt x="32" y="1273"/>
                    <a:pt x="66" y="1273"/>
                  </a:cubicBezTo>
                  <a:cubicBezTo>
                    <a:pt x="78" y="1273"/>
                    <a:pt x="89" y="1270"/>
                    <a:pt x="100" y="1264"/>
                  </a:cubicBezTo>
                  <a:lnTo>
                    <a:pt x="158" y="1230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2548850" y="1130450"/>
              <a:ext cx="27100" cy="75950"/>
            </a:xfrm>
            <a:custGeom>
              <a:avLst/>
              <a:gdLst/>
              <a:ahLst/>
              <a:cxnLst/>
              <a:rect l="l" t="t" r="r" b="b"/>
              <a:pathLst>
                <a:path w="1084" h="3038" extrusionOk="0">
                  <a:moveTo>
                    <a:pt x="541" y="1"/>
                  </a:moveTo>
                  <a:cubicBezTo>
                    <a:pt x="242" y="1"/>
                    <a:pt x="0" y="1596"/>
                    <a:pt x="0" y="2109"/>
                  </a:cubicBezTo>
                  <a:cubicBezTo>
                    <a:pt x="0" y="2621"/>
                    <a:pt x="242" y="3037"/>
                    <a:pt x="541" y="3037"/>
                  </a:cubicBezTo>
                  <a:cubicBezTo>
                    <a:pt x="840" y="3037"/>
                    <a:pt x="1083" y="2621"/>
                    <a:pt x="1083" y="2109"/>
                  </a:cubicBezTo>
                  <a:cubicBezTo>
                    <a:pt x="1083" y="1596"/>
                    <a:pt x="840" y="1"/>
                    <a:pt x="541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2562300" y="1206375"/>
              <a:ext cx="75" cy="25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3" y="0"/>
                  </a:moveTo>
                  <a:lnTo>
                    <a:pt x="3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2553400" y="1133150"/>
              <a:ext cx="18850" cy="73250"/>
            </a:xfrm>
            <a:custGeom>
              <a:avLst/>
              <a:gdLst/>
              <a:ahLst/>
              <a:cxnLst/>
              <a:rect l="l" t="t" r="r" b="b"/>
              <a:pathLst>
                <a:path w="754" h="2930" extrusionOk="0">
                  <a:moveTo>
                    <a:pt x="494" y="0"/>
                  </a:moveTo>
                  <a:lnTo>
                    <a:pt x="494" y="0"/>
                  </a:lnTo>
                  <a:cubicBezTo>
                    <a:pt x="590" y="312"/>
                    <a:pt x="639" y="637"/>
                    <a:pt x="636" y="963"/>
                  </a:cubicBezTo>
                  <a:cubicBezTo>
                    <a:pt x="636" y="1760"/>
                    <a:pt x="371" y="2438"/>
                    <a:pt x="1" y="2690"/>
                  </a:cubicBezTo>
                  <a:cubicBezTo>
                    <a:pt x="95" y="2835"/>
                    <a:pt x="220" y="2928"/>
                    <a:pt x="356" y="2929"/>
                  </a:cubicBezTo>
                  <a:lnTo>
                    <a:pt x="360" y="2929"/>
                  </a:lnTo>
                  <a:cubicBezTo>
                    <a:pt x="514" y="2929"/>
                    <a:pt x="653" y="2818"/>
                    <a:pt x="753" y="2639"/>
                  </a:cubicBezTo>
                  <a:cubicBezTo>
                    <a:pt x="674" y="2420"/>
                    <a:pt x="635" y="2190"/>
                    <a:pt x="636" y="1958"/>
                  </a:cubicBezTo>
                  <a:cubicBezTo>
                    <a:pt x="636" y="1707"/>
                    <a:pt x="679" y="1265"/>
                    <a:pt x="752" y="802"/>
                  </a:cubicBezTo>
                  <a:cubicBezTo>
                    <a:pt x="684" y="464"/>
                    <a:pt x="594" y="155"/>
                    <a:pt x="494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2963550" y="1244625"/>
              <a:ext cx="4000" cy="31825"/>
            </a:xfrm>
            <a:custGeom>
              <a:avLst/>
              <a:gdLst/>
              <a:ahLst/>
              <a:cxnLst/>
              <a:rect l="l" t="t" r="r" b="b"/>
              <a:pathLst>
                <a:path w="160" h="1273" extrusionOk="0">
                  <a:moveTo>
                    <a:pt x="159" y="0"/>
                  </a:moveTo>
                  <a:lnTo>
                    <a:pt x="1" y="91"/>
                  </a:lnTo>
                  <a:lnTo>
                    <a:pt x="1" y="1205"/>
                  </a:lnTo>
                  <a:cubicBezTo>
                    <a:pt x="1" y="1244"/>
                    <a:pt x="33" y="1272"/>
                    <a:pt x="68" y="1272"/>
                  </a:cubicBezTo>
                  <a:cubicBezTo>
                    <a:pt x="79" y="1272"/>
                    <a:pt x="90" y="1269"/>
                    <a:pt x="101" y="1263"/>
                  </a:cubicBezTo>
                  <a:lnTo>
                    <a:pt x="159" y="1230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2951625" y="1180025"/>
              <a:ext cx="27125" cy="75925"/>
            </a:xfrm>
            <a:custGeom>
              <a:avLst/>
              <a:gdLst/>
              <a:ahLst/>
              <a:cxnLst/>
              <a:rect l="l" t="t" r="r" b="b"/>
              <a:pathLst>
                <a:path w="1085" h="3037" extrusionOk="0">
                  <a:moveTo>
                    <a:pt x="543" y="0"/>
                  </a:moveTo>
                  <a:cubicBezTo>
                    <a:pt x="243" y="0"/>
                    <a:pt x="1" y="1595"/>
                    <a:pt x="1" y="2108"/>
                  </a:cubicBezTo>
                  <a:cubicBezTo>
                    <a:pt x="1" y="2620"/>
                    <a:pt x="243" y="3036"/>
                    <a:pt x="543" y="3036"/>
                  </a:cubicBezTo>
                  <a:cubicBezTo>
                    <a:pt x="842" y="3036"/>
                    <a:pt x="1084" y="2620"/>
                    <a:pt x="1084" y="2108"/>
                  </a:cubicBezTo>
                  <a:cubicBezTo>
                    <a:pt x="1084" y="1595"/>
                    <a:pt x="842" y="0"/>
                    <a:pt x="543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2978725" y="1232250"/>
              <a:ext cx="25" cy="500"/>
            </a:xfrm>
            <a:custGeom>
              <a:avLst/>
              <a:gdLst/>
              <a:ahLst/>
              <a:cxnLst/>
              <a:rect l="l" t="t" r="r" b="b"/>
              <a:pathLst>
                <a:path w="1" h="20" extrusionOk="0">
                  <a:moveTo>
                    <a:pt x="0" y="18"/>
                  </a:moveTo>
                  <a:lnTo>
                    <a:pt x="0" y="19"/>
                  </a:lnTo>
                  <a:lnTo>
                    <a:pt x="0" y="19"/>
                  </a:lnTo>
                  <a:lnTo>
                    <a:pt x="0" y="18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  <a:moveTo>
                    <a:pt x="0" y="15"/>
                  </a:moveTo>
                  <a:lnTo>
                    <a:pt x="0" y="15"/>
                  </a:lnTo>
                  <a:close/>
                  <a:moveTo>
                    <a:pt x="0" y="14"/>
                  </a:moveTo>
                  <a:lnTo>
                    <a:pt x="0" y="14"/>
                  </a:lnTo>
                  <a:close/>
                  <a:moveTo>
                    <a:pt x="0" y="12"/>
                  </a:moveTo>
                  <a:lnTo>
                    <a:pt x="0" y="12"/>
                  </a:lnTo>
                  <a:close/>
                  <a:moveTo>
                    <a:pt x="0" y="11"/>
                  </a:moveTo>
                  <a:lnTo>
                    <a:pt x="0" y="11"/>
                  </a:lnTo>
                  <a:close/>
                  <a:moveTo>
                    <a:pt x="0" y="9"/>
                  </a:moveTo>
                  <a:lnTo>
                    <a:pt x="0" y="9"/>
                  </a:lnTo>
                  <a:close/>
                  <a:moveTo>
                    <a:pt x="0" y="6"/>
                  </a:moveTo>
                  <a:lnTo>
                    <a:pt x="0" y="6"/>
                  </a:lnTo>
                  <a:close/>
                  <a:moveTo>
                    <a:pt x="0" y="6"/>
                  </a:moveTo>
                  <a:lnTo>
                    <a:pt x="0" y="6"/>
                  </a:lnTo>
                  <a:close/>
                  <a:moveTo>
                    <a:pt x="0" y="5"/>
                  </a:moveTo>
                  <a:lnTo>
                    <a:pt x="0" y="5"/>
                  </a:lnTo>
                  <a:close/>
                  <a:moveTo>
                    <a:pt x="0" y="3"/>
                  </a:moveTo>
                  <a:lnTo>
                    <a:pt x="0" y="3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2956200" y="1182700"/>
              <a:ext cx="22550" cy="73250"/>
            </a:xfrm>
            <a:custGeom>
              <a:avLst/>
              <a:gdLst/>
              <a:ahLst/>
              <a:cxnLst/>
              <a:rect l="l" t="t" r="r" b="b"/>
              <a:pathLst>
                <a:path w="902" h="2930" extrusionOk="0">
                  <a:moveTo>
                    <a:pt x="494" y="0"/>
                  </a:moveTo>
                  <a:cubicBezTo>
                    <a:pt x="589" y="312"/>
                    <a:pt x="639" y="637"/>
                    <a:pt x="636" y="963"/>
                  </a:cubicBezTo>
                  <a:cubicBezTo>
                    <a:pt x="636" y="1761"/>
                    <a:pt x="370" y="2438"/>
                    <a:pt x="1" y="2690"/>
                  </a:cubicBezTo>
                  <a:cubicBezTo>
                    <a:pt x="96" y="2837"/>
                    <a:pt x="221" y="2929"/>
                    <a:pt x="360" y="2929"/>
                  </a:cubicBezTo>
                  <a:cubicBezTo>
                    <a:pt x="659" y="2929"/>
                    <a:pt x="901" y="2513"/>
                    <a:pt x="901" y="2001"/>
                  </a:cubicBezTo>
                  <a:lnTo>
                    <a:pt x="901" y="1988"/>
                  </a:lnTo>
                  <a:lnTo>
                    <a:pt x="901" y="1983"/>
                  </a:lnTo>
                  <a:cubicBezTo>
                    <a:pt x="897" y="1534"/>
                    <a:pt x="724" y="358"/>
                    <a:pt x="494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3240625" y="1196875"/>
              <a:ext cx="3975" cy="31825"/>
            </a:xfrm>
            <a:custGeom>
              <a:avLst/>
              <a:gdLst/>
              <a:ahLst/>
              <a:cxnLst/>
              <a:rect l="l" t="t" r="r" b="b"/>
              <a:pathLst>
                <a:path w="159" h="1273" extrusionOk="0">
                  <a:moveTo>
                    <a:pt x="159" y="0"/>
                  </a:moveTo>
                  <a:lnTo>
                    <a:pt x="1" y="90"/>
                  </a:lnTo>
                  <a:lnTo>
                    <a:pt x="1" y="1205"/>
                  </a:lnTo>
                  <a:cubicBezTo>
                    <a:pt x="1" y="1244"/>
                    <a:pt x="34" y="1272"/>
                    <a:pt x="68" y="1272"/>
                  </a:cubicBezTo>
                  <a:cubicBezTo>
                    <a:pt x="79" y="1272"/>
                    <a:pt x="90" y="1270"/>
                    <a:pt x="101" y="1263"/>
                  </a:cubicBezTo>
                  <a:lnTo>
                    <a:pt x="159" y="1230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0"/>
            <p:cNvSpPr/>
            <p:nvPr/>
          </p:nvSpPr>
          <p:spPr>
            <a:xfrm>
              <a:off x="3228700" y="1132275"/>
              <a:ext cx="27125" cy="75925"/>
            </a:xfrm>
            <a:custGeom>
              <a:avLst/>
              <a:gdLst/>
              <a:ahLst/>
              <a:cxnLst/>
              <a:rect l="l" t="t" r="r" b="b"/>
              <a:pathLst>
                <a:path w="1085" h="3037" extrusionOk="0">
                  <a:moveTo>
                    <a:pt x="543" y="0"/>
                  </a:moveTo>
                  <a:cubicBezTo>
                    <a:pt x="244" y="0"/>
                    <a:pt x="1" y="1595"/>
                    <a:pt x="1" y="2109"/>
                  </a:cubicBezTo>
                  <a:cubicBezTo>
                    <a:pt x="1" y="2621"/>
                    <a:pt x="244" y="3037"/>
                    <a:pt x="543" y="3037"/>
                  </a:cubicBezTo>
                  <a:cubicBezTo>
                    <a:pt x="842" y="3037"/>
                    <a:pt x="1084" y="2621"/>
                    <a:pt x="1084" y="2109"/>
                  </a:cubicBezTo>
                  <a:cubicBezTo>
                    <a:pt x="1084" y="1595"/>
                    <a:pt x="842" y="0"/>
                    <a:pt x="543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0"/>
            <p:cNvSpPr/>
            <p:nvPr/>
          </p:nvSpPr>
          <p:spPr>
            <a:xfrm>
              <a:off x="3255800" y="1184500"/>
              <a:ext cx="25" cy="500"/>
            </a:xfrm>
            <a:custGeom>
              <a:avLst/>
              <a:gdLst/>
              <a:ahLst/>
              <a:cxnLst/>
              <a:rect l="l" t="t" r="r" b="b"/>
              <a:pathLst>
                <a:path w="1" h="20" extrusionOk="0">
                  <a:moveTo>
                    <a:pt x="0" y="18"/>
                  </a:moveTo>
                  <a:lnTo>
                    <a:pt x="0" y="20"/>
                  </a:lnTo>
                  <a:lnTo>
                    <a:pt x="0" y="20"/>
                  </a:lnTo>
                  <a:lnTo>
                    <a:pt x="0" y="18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  <a:moveTo>
                    <a:pt x="0" y="15"/>
                  </a:moveTo>
                  <a:lnTo>
                    <a:pt x="0" y="15"/>
                  </a:lnTo>
                  <a:close/>
                  <a:moveTo>
                    <a:pt x="0" y="14"/>
                  </a:moveTo>
                  <a:lnTo>
                    <a:pt x="0" y="14"/>
                  </a:lnTo>
                  <a:close/>
                  <a:moveTo>
                    <a:pt x="0" y="12"/>
                  </a:moveTo>
                  <a:lnTo>
                    <a:pt x="0" y="12"/>
                  </a:lnTo>
                  <a:close/>
                  <a:moveTo>
                    <a:pt x="0" y="11"/>
                  </a:moveTo>
                  <a:lnTo>
                    <a:pt x="0" y="11"/>
                  </a:lnTo>
                  <a:close/>
                  <a:moveTo>
                    <a:pt x="0" y="10"/>
                  </a:moveTo>
                  <a:lnTo>
                    <a:pt x="0" y="10"/>
                  </a:lnTo>
                  <a:close/>
                  <a:moveTo>
                    <a:pt x="0" y="7"/>
                  </a:moveTo>
                  <a:lnTo>
                    <a:pt x="0" y="7"/>
                  </a:lnTo>
                  <a:close/>
                  <a:moveTo>
                    <a:pt x="0" y="5"/>
                  </a:moveTo>
                  <a:lnTo>
                    <a:pt x="0" y="5"/>
                  </a:lnTo>
                  <a:close/>
                  <a:moveTo>
                    <a:pt x="0" y="5"/>
                  </a:moveTo>
                  <a:lnTo>
                    <a:pt x="0" y="5"/>
                  </a:lnTo>
                  <a:close/>
                  <a:moveTo>
                    <a:pt x="0" y="2"/>
                  </a:moveTo>
                  <a:lnTo>
                    <a:pt x="0" y="2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0"/>
            <p:cNvSpPr/>
            <p:nvPr/>
          </p:nvSpPr>
          <p:spPr>
            <a:xfrm>
              <a:off x="3233275" y="1134950"/>
              <a:ext cx="22550" cy="73250"/>
            </a:xfrm>
            <a:custGeom>
              <a:avLst/>
              <a:gdLst/>
              <a:ahLst/>
              <a:cxnLst/>
              <a:rect l="l" t="t" r="r" b="b"/>
              <a:pathLst>
                <a:path w="902" h="2930" extrusionOk="0">
                  <a:moveTo>
                    <a:pt x="494" y="1"/>
                  </a:moveTo>
                  <a:lnTo>
                    <a:pt x="494" y="1"/>
                  </a:lnTo>
                  <a:cubicBezTo>
                    <a:pt x="591" y="312"/>
                    <a:pt x="639" y="637"/>
                    <a:pt x="636" y="963"/>
                  </a:cubicBezTo>
                  <a:cubicBezTo>
                    <a:pt x="636" y="1761"/>
                    <a:pt x="370" y="2438"/>
                    <a:pt x="1" y="2690"/>
                  </a:cubicBezTo>
                  <a:cubicBezTo>
                    <a:pt x="96" y="2837"/>
                    <a:pt x="221" y="2930"/>
                    <a:pt x="360" y="2930"/>
                  </a:cubicBezTo>
                  <a:cubicBezTo>
                    <a:pt x="659" y="2930"/>
                    <a:pt x="901" y="2514"/>
                    <a:pt x="901" y="2002"/>
                  </a:cubicBezTo>
                  <a:lnTo>
                    <a:pt x="901" y="1993"/>
                  </a:lnTo>
                  <a:lnTo>
                    <a:pt x="901" y="1983"/>
                  </a:lnTo>
                  <a:cubicBezTo>
                    <a:pt x="897" y="1535"/>
                    <a:pt x="724" y="359"/>
                    <a:pt x="494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0"/>
            <p:cNvSpPr/>
            <p:nvPr/>
          </p:nvSpPr>
          <p:spPr>
            <a:xfrm>
              <a:off x="3248975" y="1039075"/>
              <a:ext cx="3975" cy="31850"/>
            </a:xfrm>
            <a:custGeom>
              <a:avLst/>
              <a:gdLst/>
              <a:ahLst/>
              <a:cxnLst/>
              <a:rect l="l" t="t" r="r" b="b"/>
              <a:pathLst>
                <a:path w="159" h="1274" extrusionOk="0">
                  <a:moveTo>
                    <a:pt x="158" y="0"/>
                  </a:moveTo>
                  <a:lnTo>
                    <a:pt x="0" y="92"/>
                  </a:lnTo>
                  <a:lnTo>
                    <a:pt x="0" y="1207"/>
                  </a:lnTo>
                  <a:cubicBezTo>
                    <a:pt x="0" y="1245"/>
                    <a:pt x="33" y="1273"/>
                    <a:pt x="68" y="1273"/>
                  </a:cubicBezTo>
                  <a:cubicBezTo>
                    <a:pt x="79" y="1273"/>
                    <a:pt x="90" y="1270"/>
                    <a:pt x="100" y="1265"/>
                  </a:cubicBezTo>
                  <a:lnTo>
                    <a:pt x="158" y="1231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0"/>
            <p:cNvSpPr/>
            <p:nvPr/>
          </p:nvSpPr>
          <p:spPr>
            <a:xfrm>
              <a:off x="3237050" y="974500"/>
              <a:ext cx="27100" cy="75900"/>
            </a:xfrm>
            <a:custGeom>
              <a:avLst/>
              <a:gdLst/>
              <a:ahLst/>
              <a:cxnLst/>
              <a:rect l="l" t="t" r="r" b="b"/>
              <a:pathLst>
                <a:path w="1084" h="3036" extrusionOk="0">
                  <a:moveTo>
                    <a:pt x="541" y="1"/>
                  </a:moveTo>
                  <a:cubicBezTo>
                    <a:pt x="242" y="1"/>
                    <a:pt x="0" y="1596"/>
                    <a:pt x="0" y="2108"/>
                  </a:cubicBezTo>
                  <a:cubicBezTo>
                    <a:pt x="0" y="2621"/>
                    <a:pt x="242" y="3036"/>
                    <a:pt x="541" y="3036"/>
                  </a:cubicBezTo>
                  <a:cubicBezTo>
                    <a:pt x="840" y="3036"/>
                    <a:pt x="1084" y="2621"/>
                    <a:pt x="1084" y="2108"/>
                  </a:cubicBezTo>
                  <a:cubicBezTo>
                    <a:pt x="1084" y="1596"/>
                    <a:pt x="840" y="1"/>
                    <a:pt x="541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0"/>
            <p:cNvSpPr/>
            <p:nvPr/>
          </p:nvSpPr>
          <p:spPr>
            <a:xfrm>
              <a:off x="3250500" y="1050375"/>
              <a:ext cx="50" cy="25"/>
            </a:xfrm>
            <a:custGeom>
              <a:avLst/>
              <a:gdLst/>
              <a:ahLst/>
              <a:cxnLst/>
              <a:rect l="l" t="t" r="r" b="b"/>
              <a:pathLst>
                <a:path w="2" h="1" extrusionOk="0">
                  <a:moveTo>
                    <a:pt x="2" y="1"/>
                  </a:moveTo>
                  <a:lnTo>
                    <a:pt x="2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0"/>
            <p:cNvSpPr/>
            <p:nvPr/>
          </p:nvSpPr>
          <p:spPr>
            <a:xfrm>
              <a:off x="3241575" y="977175"/>
              <a:ext cx="20550" cy="73225"/>
            </a:xfrm>
            <a:custGeom>
              <a:avLst/>
              <a:gdLst/>
              <a:ahLst/>
              <a:cxnLst/>
              <a:rect l="l" t="t" r="r" b="b"/>
              <a:pathLst>
                <a:path w="822" h="2929" extrusionOk="0">
                  <a:moveTo>
                    <a:pt x="494" y="1"/>
                  </a:moveTo>
                  <a:lnTo>
                    <a:pt x="494" y="1"/>
                  </a:lnTo>
                  <a:cubicBezTo>
                    <a:pt x="591" y="311"/>
                    <a:pt x="639" y="636"/>
                    <a:pt x="637" y="962"/>
                  </a:cubicBezTo>
                  <a:cubicBezTo>
                    <a:pt x="637" y="1760"/>
                    <a:pt x="372" y="2437"/>
                    <a:pt x="1" y="2691"/>
                  </a:cubicBezTo>
                  <a:cubicBezTo>
                    <a:pt x="96" y="2836"/>
                    <a:pt x="220" y="2927"/>
                    <a:pt x="357" y="2929"/>
                  </a:cubicBezTo>
                  <a:lnTo>
                    <a:pt x="360" y="2929"/>
                  </a:lnTo>
                  <a:cubicBezTo>
                    <a:pt x="430" y="2929"/>
                    <a:pt x="498" y="2907"/>
                    <a:pt x="555" y="2868"/>
                  </a:cubicBezTo>
                  <a:lnTo>
                    <a:pt x="555" y="2849"/>
                  </a:lnTo>
                  <a:cubicBezTo>
                    <a:pt x="555" y="2510"/>
                    <a:pt x="662" y="1692"/>
                    <a:pt x="821" y="1181"/>
                  </a:cubicBezTo>
                  <a:cubicBezTo>
                    <a:pt x="749" y="716"/>
                    <a:pt x="631" y="214"/>
                    <a:pt x="495" y="2"/>
                  </a:cubicBezTo>
                  <a:lnTo>
                    <a:pt x="494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0"/>
            <p:cNvSpPr/>
            <p:nvPr/>
          </p:nvSpPr>
          <p:spPr>
            <a:xfrm>
              <a:off x="3267350" y="1060275"/>
              <a:ext cx="3975" cy="31825"/>
            </a:xfrm>
            <a:custGeom>
              <a:avLst/>
              <a:gdLst/>
              <a:ahLst/>
              <a:cxnLst/>
              <a:rect l="l" t="t" r="r" b="b"/>
              <a:pathLst>
                <a:path w="159" h="1273" extrusionOk="0">
                  <a:moveTo>
                    <a:pt x="159" y="0"/>
                  </a:moveTo>
                  <a:lnTo>
                    <a:pt x="1" y="90"/>
                  </a:lnTo>
                  <a:lnTo>
                    <a:pt x="1" y="1205"/>
                  </a:lnTo>
                  <a:cubicBezTo>
                    <a:pt x="1" y="1245"/>
                    <a:pt x="32" y="1273"/>
                    <a:pt x="67" y="1273"/>
                  </a:cubicBezTo>
                  <a:cubicBezTo>
                    <a:pt x="78" y="1273"/>
                    <a:pt x="90" y="1270"/>
                    <a:pt x="101" y="1263"/>
                  </a:cubicBezTo>
                  <a:lnTo>
                    <a:pt x="159" y="1230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0"/>
            <p:cNvSpPr/>
            <p:nvPr/>
          </p:nvSpPr>
          <p:spPr>
            <a:xfrm>
              <a:off x="3255425" y="995700"/>
              <a:ext cx="27100" cy="75900"/>
            </a:xfrm>
            <a:custGeom>
              <a:avLst/>
              <a:gdLst/>
              <a:ahLst/>
              <a:cxnLst/>
              <a:rect l="l" t="t" r="r" b="b"/>
              <a:pathLst>
                <a:path w="1084" h="3036" extrusionOk="0">
                  <a:moveTo>
                    <a:pt x="543" y="1"/>
                  </a:moveTo>
                  <a:cubicBezTo>
                    <a:pt x="243" y="1"/>
                    <a:pt x="1" y="1596"/>
                    <a:pt x="1" y="2109"/>
                  </a:cubicBezTo>
                  <a:cubicBezTo>
                    <a:pt x="1" y="2621"/>
                    <a:pt x="243" y="3036"/>
                    <a:pt x="543" y="3036"/>
                  </a:cubicBezTo>
                  <a:cubicBezTo>
                    <a:pt x="842" y="3036"/>
                    <a:pt x="1084" y="2621"/>
                    <a:pt x="1084" y="2109"/>
                  </a:cubicBezTo>
                  <a:cubicBezTo>
                    <a:pt x="1084" y="1596"/>
                    <a:pt x="842" y="1"/>
                    <a:pt x="543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0"/>
            <p:cNvSpPr/>
            <p:nvPr/>
          </p:nvSpPr>
          <p:spPr>
            <a:xfrm>
              <a:off x="3282500" y="1048025"/>
              <a:ext cx="25" cy="375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3"/>
                  </a:moveTo>
                  <a:lnTo>
                    <a:pt x="1" y="15"/>
                  </a:lnTo>
                  <a:lnTo>
                    <a:pt x="1" y="15"/>
                  </a:lnTo>
                  <a:lnTo>
                    <a:pt x="1" y="13"/>
                  </a:lnTo>
                  <a:close/>
                  <a:moveTo>
                    <a:pt x="1" y="12"/>
                  </a:moveTo>
                  <a:lnTo>
                    <a:pt x="1" y="12"/>
                  </a:lnTo>
                  <a:close/>
                  <a:moveTo>
                    <a:pt x="1" y="10"/>
                  </a:moveTo>
                  <a:lnTo>
                    <a:pt x="1" y="10"/>
                  </a:lnTo>
                  <a:close/>
                  <a:moveTo>
                    <a:pt x="1" y="9"/>
                  </a:moveTo>
                  <a:lnTo>
                    <a:pt x="1" y="9"/>
                  </a:lnTo>
                  <a:close/>
                  <a:moveTo>
                    <a:pt x="1" y="8"/>
                  </a:moveTo>
                  <a:lnTo>
                    <a:pt x="1" y="8"/>
                  </a:lnTo>
                  <a:close/>
                  <a:moveTo>
                    <a:pt x="1" y="6"/>
                  </a:moveTo>
                  <a:lnTo>
                    <a:pt x="1" y="6"/>
                  </a:lnTo>
                  <a:close/>
                  <a:moveTo>
                    <a:pt x="1" y="3"/>
                  </a:moveTo>
                  <a:lnTo>
                    <a:pt x="1" y="3"/>
                  </a:lnTo>
                  <a:close/>
                  <a:moveTo>
                    <a:pt x="1" y="2"/>
                  </a:moveTo>
                  <a:lnTo>
                    <a:pt x="1" y="2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0"/>
            <p:cNvSpPr/>
            <p:nvPr/>
          </p:nvSpPr>
          <p:spPr>
            <a:xfrm>
              <a:off x="3268875" y="1071575"/>
              <a:ext cx="50" cy="25"/>
            </a:xfrm>
            <a:custGeom>
              <a:avLst/>
              <a:gdLst/>
              <a:ahLst/>
              <a:cxnLst/>
              <a:rect l="l" t="t" r="r" b="b"/>
              <a:pathLst>
                <a:path w="2" h="1" extrusionOk="0">
                  <a:moveTo>
                    <a:pt x="2" y="1"/>
                  </a:moveTo>
                  <a:lnTo>
                    <a:pt x="2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0"/>
            <p:cNvSpPr/>
            <p:nvPr/>
          </p:nvSpPr>
          <p:spPr>
            <a:xfrm>
              <a:off x="3259950" y="998350"/>
              <a:ext cx="22575" cy="73250"/>
            </a:xfrm>
            <a:custGeom>
              <a:avLst/>
              <a:gdLst/>
              <a:ahLst/>
              <a:cxnLst/>
              <a:rect l="l" t="t" r="r" b="b"/>
              <a:pathLst>
                <a:path w="903" h="2930" extrusionOk="0">
                  <a:moveTo>
                    <a:pt x="495" y="1"/>
                  </a:moveTo>
                  <a:cubicBezTo>
                    <a:pt x="591" y="312"/>
                    <a:pt x="640" y="637"/>
                    <a:pt x="637" y="964"/>
                  </a:cubicBezTo>
                  <a:cubicBezTo>
                    <a:pt x="637" y="1761"/>
                    <a:pt x="372" y="2438"/>
                    <a:pt x="1" y="2691"/>
                  </a:cubicBezTo>
                  <a:cubicBezTo>
                    <a:pt x="96" y="2836"/>
                    <a:pt x="221" y="2928"/>
                    <a:pt x="357" y="2930"/>
                  </a:cubicBezTo>
                  <a:lnTo>
                    <a:pt x="362" y="2930"/>
                  </a:lnTo>
                  <a:cubicBezTo>
                    <a:pt x="661" y="2930"/>
                    <a:pt x="903" y="2514"/>
                    <a:pt x="903" y="2002"/>
                  </a:cubicBezTo>
                  <a:lnTo>
                    <a:pt x="903" y="1987"/>
                  </a:lnTo>
                  <a:cubicBezTo>
                    <a:pt x="898" y="1542"/>
                    <a:pt x="726" y="359"/>
                    <a:pt x="495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0"/>
            <p:cNvSpPr/>
            <p:nvPr/>
          </p:nvSpPr>
          <p:spPr>
            <a:xfrm>
              <a:off x="2835275" y="1178675"/>
              <a:ext cx="40075" cy="51800"/>
            </a:xfrm>
            <a:custGeom>
              <a:avLst/>
              <a:gdLst/>
              <a:ahLst/>
              <a:cxnLst/>
              <a:rect l="l" t="t" r="r" b="b"/>
              <a:pathLst>
                <a:path w="1603" h="2072" extrusionOk="0">
                  <a:moveTo>
                    <a:pt x="1552" y="0"/>
                  </a:moveTo>
                  <a:lnTo>
                    <a:pt x="0" y="897"/>
                  </a:lnTo>
                  <a:lnTo>
                    <a:pt x="776" y="973"/>
                  </a:lnTo>
                  <a:lnTo>
                    <a:pt x="1552" y="0"/>
                  </a:lnTo>
                  <a:close/>
                  <a:moveTo>
                    <a:pt x="1602" y="79"/>
                  </a:moveTo>
                  <a:lnTo>
                    <a:pt x="802" y="1084"/>
                  </a:lnTo>
                  <a:lnTo>
                    <a:pt x="0" y="1004"/>
                  </a:lnTo>
                  <a:lnTo>
                    <a:pt x="0" y="2071"/>
                  </a:lnTo>
                  <a:lnTo>
                    <a:pt x="1602" y="1147"/>
                  </a:lnTo>
                  <a:lnTo>
                    <a:pt x="1602" y="79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0"/>
            <p:cNvSpPr/>
            <p:nvPr/>
          </p:nvSpPr>
          <p:spPr>
            <a:xfrm>
              <a:off x="2731175" y="646125"/>
              <a:ext cx="41500" cy="43200"/>
            </a:xfrm>
            <a:custGeom>
              <a:avLst/>
              <a:gdLst/>
              <a:ahLst/>
              <a:cxnLst/>
              <a:rect l="l" t="t" r="r" b="b"/>
              <a:pathLst>
                <a:path w="1660" h="1728" extrusionOk="0">
                  <a:moveTo>
                    <a:pt x="1365" y="0"/>
                  </a:moveTo>
                  <a:cubicBezTo>
                    <a:pt x="1204" y="0"/>
                    <a:pt x="1023" y="53"/>
                    <a:pt x="830" y="165"/>
                  </a:cubicBezTo>
                  <a:cubicBezTo>
                    <a:pt x="509" y="350"/>
                    <a:pt x="217" y="665"/>
                    <a:pt x="1" y="1029"/>
                  </a:cubicBezTo>
                  <a:lnTo>
                    <a:pt x="121" y="1104"/>
                  </a:lnTo>
                  <a:cubicBezTo>
                    <a:pt x="306" y="794"/>
                    <a:pt x="555" y="526"/>
                    <a:pt x="830" y="366"/>
                  </a:cubicBezTo>
                  <a:cubicBezTo>
                    <a:pt x="995" y="272"/>
                    <a:pt x="1150" y="227"/>
                    <a:pt x="1287" y="227"/>
                  </a:cubicBezTo>
                  <a:cubicBezTo>
                    <a:pt x="1379" y="227"/>
                    <a:pt x="1464" y="247"/>
                    <a:pt x="1538" y="287"/>
                  </a:cubicBezTo>
                  <a:lnTo>
                    <a:pt x="1660" y="70"/>
                  </a:lnTo>
                  <a:cubicBezTo>
                    <a:pt x="1573" y="24"/>
                    <a:pt x="1474" y="0"/>
                    <a:pt x="1365" y="0"/>
                  </a:cubicBezTo>
                  <a:close/>
                  <a:moveTo>
                    <a:pt x="1198" y="482"/>
                  </a:moveTo>
                  <a:cubicBezTo>
                    <a:pt x="1088" y="482"/>
                    <a:pt x="963" y="518"/>
                    <a:pt x="830" y="594"/>
                  </a:cubicBezTo>
                  <a:cubicBezTo>
                    <a:pt x="609" y="723"/>
                    <a:pt x="407" y="939"/>
                    <a:pt x="259" y="1190"/>
                  </a:cubicBezTo>
                  <a:lnTo>
                    <a:pt x="379" y="1267"/>
                  </a:lnTo>
                  <a:cubicBezTo>
                    <a:pt x="497" y="1070"/>
                    <a:pt x="655" y="897"/>
                    <a:pt x="830" y="797"/>
                  </a:cubicBezTo>
                  <a:cubicBezTo>
                    <a:pt x="935" y="736"/>
                    <a:pt x="1033" y="708"/>
                    <a:pt x="1121" y="708"/>
                  </a:cubicBezTo>
                  <a:cubicBezTo>
                    <a:pt x="1180" y="708"/>
                    <a:pt x="1234" y="721"/>
                    <a:pt x="1281" y="746"/>
                  </a:cubicBezTo>
                  <a:lnTo>
                    <a:pt x="1402" y="530"/>
                  </a:lnTo>
                  <a:cubicBezTo>
                    <a:pt x="1342" y="499"/>
                    <a:pt x="1273" y="482"/>
                    <a:pt x="1198" y="482"/>
                  </a:cubicBezTo>
                  <a:close/>
                  <a:moveTo>
                    <a:pt x="1036" y="951"/>
                  </a:moveTo>
                  <a:cubicBezTo>
                    <a:pt x="974" y="951"/>
                    <a:pt x="903" y="971"/>
                    <a:pt x="829" y="1014"/>
                  </a:cubicBezTo>
                  <a:cubicBezTo>
                    <a:pt x="704" y="1087"/>
                    <a:pt x="593" y="1207"/>
                    <a:pt x="510" y="1348"/>
                  </a:cubicBezTo>
                  <a:lnTo>
                    <a:pt x="630" y="1425"/>
                  </a:lnTo>
                  <a:cubicBezTo>
                    <a:pt x="678" y="1339"/>
                    <a:pt x="746" y="1268"/>
                    <a:pt x="829" y="1216"/>
                  </a:cubicBezTo>
                  <a:cubicBezTo>
                    <a:pt x="876" y="1189"/>
                    <a:pt x="920" y="1176"/>
                    <a:pt x="959" y="1176"/>
                  </a:cubicBezTo>
                  <a:cubicBezTo>
                    <a:pt x="985" y="1176"/>
                    <a:pt x="1008" y="1182"/>
                    <a:pt x="1029" y="1193"/>
                  </a:cubicBezTo>
                  <a:lnTo>
                    <a:pt x="1149" y="978"/>
                  </a:lnTo>
                  <a:cubicBezTo>
                    <a:pt x="1116" y="960"/>
                    <a:pt x="1078" y="951"/>
                    <a:pt x="1036" y="951"/>
                  </a:cubicBezTo>
                  <a:close/>
                  <a:moveTo>
                    <a:pt x="892" y="1372"/>
                  </a:moveTo>
                  <a:cubicBezTo>
                    <a:pt x="873" y="1372"/>
                    <a:pt x="852" y="1378"/>
                    <a:pt x="830" y="1391"/>
                  </a:cubicBezTo>
                  <a:cubicBezTo>
                    <a:pt x="749" y="1445"/>
                    <a:pt x="698" y="1532"/>
                    <a:pt x="693" y="1629"/>
                  </a:cubicBezTo>
                  <a:cubicBezTo>
                    <a:pt x="693" y="1691"/>
                    <a:pt x="724" y="1727"/>
                    <a:pt x="770" y="1727"/>
                  </a:cubicBezTo>
                  <a:cubicBezTo>
                    <a:pt x="788" y="1727"/>
                    <a:pt x="809" y="1722"/>
                    <a:pt x="830" y="1709"/>
                  </a:cubicBezTo>
                  <a:cubicBezTo>
                    <a:pt x="912" y="1655"/>
                    <a:pt x="962" y="1567"/>
                    <a:pt x="968" y="1471"/>
                  </a:cubicBezTo>
                  <a:cubicBezTo>
                    <a:pt x="968" y="1409"/>
                    <a:pt x="937" y="1372"/>
                    <a:pt x="892" y="1372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0"/>
            <p:cNvSpPr/>
            <p:nvPr/>
          </p:nvSpPr>
          <p:spPr>
            <a:xfrm>
              <a:off x="2585500" y="1198200"/>
              <a:ext cx="5375" cy="43325"/>
            </a:xfrm>
            <a:custGeom>
              <a:avLst/>
              <a:gdLst/>
              <a:ahLst/>
              <a:cxnLst/>
              <a:rect l="l" t="t" r="r" b="b"/>
              <a:pathLst>
                <a:path w="215" h="1733" extrusionOk="0">
                  <a:moveTo>
                    <a:pt x="215" y="1"/>
                  </a:moveTo>
                  <a:lnTo>
                    <a:pt x="0" y="126"/>
                  </a:lnTo>
                  <a:lnTo>
                    <a:pt x="0" y="1641"/>
                  </a:lnTo>
                  <a:cubicBezTo>
                    <a:pt x="0" y="1694"/>
                    <a:pt x="43" y="1732"/>
                    <a:pt x="91" y="1732"/>
                  </a:cubicBezTo>
                  <a:cubicBezTo>
                    <a:pt x="106" y="1732"/>
                    <a:pt x="122" y="1728"/>
                    <a:pt x="136" y="1719"/>
                  </a:cubicBezTo>
                  <a:lnTo>
                    <a:pt x="215" y="1674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0"/>
            <p:cNvSpPr/>
            <p:nvPr/>
          </p:nvSpPr>
          <p:spPr>
            <a:xfrm>
              <a:off x="2569275" y="1110450"/>
              <a:ext cx="36825" cy="103200"/>
            </a:xfrm>
            <a:custGeom>
              <a:avLst/>
              <a:gdLst/>
              <a:ahLst/>
              <a:cxnLst/>
              <a:rect l="l" t="t" r="r" b="b"/>
              <a:pathLst>
                <a:path w="1473" h="4128" extrusionOk="0">
                  <a:moveTo>
                    <a:pt x="738" y="0"/>
                  </a:moveTo>
                  <a:cubicBezTo>
                    <a:pt x="330" y="0"/>
                    <a:pt x="1" y="2170"/>
                    <a:pt x="1" y="2866"/>
                  </a:cubicBezTo>
                  <a:cubicBezTo>
                    <a:pt x="1" y="3562"/>
                    <a:pt x="330" y="4127"/>
                    <a:pt x="738" y="4127"/>
                  </a:cubicBezTo>
                  <a:cubicBezTo>
                    <a:pt x="1144" y="4127"/>
                    <a:pt x="1473" y="3563"/>
                    <a:pt x="1473" y="2866"/>
                  </a:cubicBezTo>
                  <a:cubicBezTo>
                    <a:pt x="1473" y="2170"/>
                    <a:pt x="1144" y="0"/>
                    <a:pt x="738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0"/>
            <p:cNvSpPr/>
            <p:nvPr/>
          </p:nvSpPr>
          <p:spPr>
            <a:xfrm>
              <a:off x="2606075" y="1181125"/>
              <a:ext cx="25" cy="375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4"/>
                  </a:moveTo>
                  <a:lnTo>
                    <a:pt x="1" y="14"/>
                  </a:lnTo>
                  <a:close/>
                  <a:moveTo>
                    <a:pt x="1" y="13"/>
                  </a:moveTo>
                  <a:lnTo>
                    <a:pt x="1" y="13"/>
                  </a:lnTo>
                  <a:close/>
                  <a:moveTo>
                    <a:pt x="1" y="10"/>
                  </a:moveTo>
                  <a:lnTo>
                    <a:pt x="1" y="10"/>
                  </a:lnTo>
                  <a:close/>
                  <a:moveTo>
                    <a:pt x="1" y="8"/>
                  </a:moveTo>
                  <a:lnTo>
                    <a:pt x="1" y="8"/>
                  </a:lnTo>
                  <a:close/>
                  <a:moveTo>
                    <a:pt x="1" y="5"/>
                  </a:moveTo>
                  <a:lnTo>
                    <a:pt x="1" y="5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0"/>
            <p:cNvSpPr/>
            <p:nvPr/>
          </p:nvSpPr>
          <p:spPr>
            <a:xfrm>
              <a:off x="2606075" y="1181575"/>
              <a:ext cx="25" cy="525"/>
            </a:xfrm>
            <a:custGeom>
              <a:avLst/>
              <a:gdLst/>
              <a:ahLst/>
              <a:cxnLst/>
              <a:rect l="l" t="t" r="r" b="b"/>
              <a:pathLst>
                <a:path w="1" h="21" extrusionOk="0">
                  <a:moveTo>
                    <a:pt x="1" y="19"/>
                  </a:moveTo>
                  <a:lnTo>
                    <a:pt x="1" y="21"/>
                  </a:lnTo>
                  <a:lnTo>
                    <a:pt x="1" y="21"/>
                  </a:lnTo>
                  <a:lnTo>
                    <a:pt x="1" y="19"/>
                  </a:lnTo>
                  <a:close/>
                  <a:moveTo>
                    <a:pt x="1" y="16"/>
                  </a:moveTo>
                  <a:lnTo>
                    <a:pt x="1" y="16"/>
                  </a:lnTo>
                  <a:close/>
                  <a:moveTo>
                    <a:pt x="1" y="15"/>
                  </a:moveTo>
                  <a:lnTo>
                    <a:pt x="1" y="15"/>
                  </a:lnTo>
                  <a:close/>
                  <a:moveTo>
                    <a:pt x="1" y="13"/>
                  </a:moveTo>
                  <a:lnTo>
                    <a:pt x="1" y="13"/>
                  </a:lnTo>
                  <a:close/>
                  <a:moveTo>
                    <a:pt x="1" y="11"/>
                  </a:moveTo>
                  <a:lnTo>
                    <a:pt x="1" y="11"/>
                  </a:lnTo>
                  <a:close/>
                  <a:moveTo>
                    <a:pt x="1" y="9"/>
                  </a:moveTo>
                  <a:lnTo>
                    <a:pt x="1" y="9"/>
                  </a:lnTo>
                  <a:close/>
                  <a:moveTo>
                    <a:pt x="1" y="6"/>
                  </a:moveTo>
                  <a:lnTo>
                    <a:pt x="1" y="6"/>
                  </a:lnTo>
                  <a:close/>
                  <a:moveTo>
                    <a:pt x="1" y="5"/>
                  </a:moveTo>
                  <a:lnTo>
                    <a:pt x="1" y="5"/>
                  </a:lnTo>
                  <a:close/>
                  <a:moveTo>
                    <a:pt x="1" y="3"/>
                  </a:moveTo>
                  <a:lnTo>
                    <a:pt x="1" y="3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0"/>
            <p:cNvSpPr/>
            <p:nvPr/>
          </p:nvSpPr>
          <p:spPr>
            <a:xfrm>
              <a:off x="2575450" y="1114075"/>
              <a:ext cx="30650" cy="99575"/>
            </a:xfrm>
            <a:custGeom>
              <a:avLst/>
              <a:gdLst/>
              <a:ahLst/>
              <a:cxnLst/>
              <a:rect l="l" t="t" r="r" b="b"/>
              <a:pathLst>
                <a:path w="1226" h="3983" extrusionOk="0">
                  <a:moveTo>
                    <a:pt x="672" y="0"/>
                  </a:moveTo>
                  <a:lnTo>
                    <a:pt x="672" y="0"/>
                  </a:lnTo>
                  <a:cubicBezTo>
                    <a:pt x="794" y="382"/>
                    <a:pt x="866" y="828"/>
                    <a:pt x="866" y="1308"/>
                  </a:cubicBezTo>
                  <a:cubicBezTo>
                    <a:pt x="866" y="2393"/>
                    <a:pt x="504" y="3314"/>
                    <a:pt x="0" y="3657"/>
                  </a:cubicBezTo>
                  <a:cubicBezTo>
                    <a:pt x="131" y="3856"/>
                    <a:pt x="301" y="3982"/>
                    <a:pt x="491" y="3982"/>
                  </a:cubicBezTo>
                  <a:cubicBezTo>
                    <a:pt x="897" y="3982"/>
                    <a:pt x="1226" y="3418"/>
                    <a:pt x="1226" y="2721"/>
                  </a:cubicBezTo>
                  <a:lnTo>
                    <a:pt x="1226" y="2700"/>
                  </a:lnTo>
                  <a:lnTo>
                    <a:pt x="1226" y="2696"/>
                  </a:lnTo>
                  <a:lnTo>
                    <a:pt x="1226" y="2693"/>
                  </a:lnTo>
                  <a:lnTo>
                    <a:pt x="1226" y="2687"/>
                  </a:lnTo>
                  <a:lnTo>
                    <a:pt x="1226" y="2683"/>
                  </a:lnTo>
                  <a:cubicBezTo>
                    <a:pt x="1217" y="2065"/>
                    <a:pt x="984" y="483"/>
                    <a:pt x="672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0"/>
            <p:cNvSpPr/>
            <p:nvPr/>
          </p:nvSpPr>
          <p:spPr>
            <a:xfrm>
              <a:off x="2774600" y="1342825"/>
              <a:ext cx="5400" cy="43275"/>
            </a:xfrm>
            <a:custGeom>
              <a:avLst/>
              <a:gdLst/>
              <a:ahLst/>
              <a:cxnLst/>
              <a:rect l="l" t="t" r="r" b="b"/>
              <a:pathLst>
                <a:path w="216" h="1731" extrusionOk="0">
                  <a:moveTo>
                    <a:pt x="216" y="0"/>
                  </a:moveTo>
                  <a:lnTo>
                    <a:pt x="1" y="124"/>
                  </a:lnTo>
                  <a:lnTo>
                    <a:pt x="1" y="1639"/>
                  </a:lnTo>
                  <a:cubicBezTo>
                    <a:pt x="0" y="1693"/>
                    <a:pt x="44" y="1731"/>
                    <a:pt x="92" y="1731"/>
                  </a:cubicBezTo>
                  <a:cubicBezTo>
                    <a:pt x="107" y="1731"/>
                    <a:pt x="123" y="1727"/>
                    <a:pt x="137" y="1719"/>
                  </a:cubicBezTo>
                  <a:lnTo>
                    <a:pt x="216" y="167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0"/>
            <p:cNvSpPr/>
            <p:nvPr/>
          </p:nvSpPr>
          <p:spPr>
            <a:xfrm>
              <a:off x="2758425" y="1254975"/>
              <a:ext cx="36850" cy="103250"/>
            </a:xfrm>
            <a:custGeom>
              <a:avLst/>
              <a:gdLst/>
              <a:ahLst/>
              <a:cxnLst/>
              <a:rect l="l" t="t" r="r" b="b"/>
              <a:pathLst>
                <a:path w="1474" h="4130" extrusionOk="0">
                  <a:moveTo>
                    <a:pt x="737" y="1"/>
                  </a:moveTo>
                  <a:cubicBezTo>
                    <a:pt x="331" y="1"/>
                    <a:pt x="0" y="2170"/>
                    <a:pt x="0" y="2868"/>
                  </a:cubicBezTo>
                  <a:cubicBezTo>
                    <a:pt x="0" y="3564"/>
                    <a:pt x="331" y="4129"/>
                    <a:pt x="737" y="4129"/>
                  </a:cubicBezTo>
                  <a:cubicBezTo>
                    <a:pt x="1143" y="4129"/>
                    <a:pt x="1473" y="3564"/>
                    <a:pt x="1473" y="2868"/>
                  </a:cubicBezTo>
                  <a:cubicBezTo>
                    <a:pt x="1473" y="2170"/>
                    <a:pt x="1143" y="1"/>
                    <a:pt x="737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0"/>
            <p:cNvSpPr/>
            <p:nvPr/>
          </p:nvSpPr>
          <p:spPr>
            <a:xfrm>
              <a:off x="2795250" y="1325600"/>
              <a:ext cx="25" cy="1075"/>
            </a:xfrm>
            <a:custGeom>
              <a:avLst/>
              <a:gdLst/>
              <a:ahLst/>
              <a:cxnLst/>
              <a:rect l="l" t="t" r="r" b="b"/>
              <a:pathLst>
                <a:path w="1" h="43" extrusionOk="0">
                  <a:moveTo>
                    <a:pt x="0" y="40"/>
                  </a:moveTo>
                  <a:lnTo>
                    <a:pt x="0" y="43"/>
                  </a:lnTo>
                  <a:lnTo>
                    <a:pt x="0" y="43"/>
                  </a:lnTo>
                  <a:lnTo>
                    <a:pt x="0" y="40"/>
                  </a:lnTo>
                  <a:close/>
                  <a:moveTo>
                    <a:pt x="0" y="38"/>
                  </a:moveTo>
                  <a:lnTo>
                    <a:pt x="0" y="38"/>
                  </a:lnTo>
                  <a:close/>
                  <a:moveTo>
                    <a:pt x="0" y="37"/>
                  </a:moveTo>
                  <a:lnTo>
                    <a:pt x="0" y="37"/>
                  </a:lnTo>
                  <a:close/>
                  <a:moveTo>
                    <a:pt x="0" y="34"/>
                  </a:moveTo>
                  <a:lnTo>
                    <a:pt x="0" y="34"/>
                  </a:lnTo>
                  <a:close/>
                  <a:moveTo>
                    <a:pt x="0" y="32"/>
                  </a:moveTo>
                  <a:lnTo>
                    <a:pt x="0" y="32"/>
                  </a:lnTo>
                  <a:close/>
                  <a:moveTo>
                    <a:pt x="0" y="28"/>
                  </a:moveTo>
                  <a:lnTo>
                    <a:pt x="0" y="28"/>
                  </a:lnTo>
                  <a:close/>
                  <a:moveTo>
                    <a:pt x="0" y="25"/>
                  </a:moveTo>
                  <a:lnTo>
                    <a:pt x="0" y="25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  <a:moveTo>
                    <a:pt x="0" y="22"/>
                  </a:moveTo>
                  <a:lnTo>
                    <a:pt x="0" y="22"/>
                  </a:lnTo>
                  <a:close/>
                  <a:moveTo>
                    <a:pt x="0" y="16"/>
                  </a:moveTo>
                  <a:cubicBezTo>
                    <a:pt x="0" y="18"/>
                    <a:pt x="0" y="19"/>
                    <a:pt x="0" y="21"/>
                  </a:cubicBezTo>
                  <a:cubicBezTo>
                    <a:pt x="0" y="19"/>
                    <a:pt x="0" y="18"/>
                    <a:pt x="0" y="16"/>
                  </a:cubicBezTo>
                  <a:close/>
                  <a:moveTo>
                    <a:pt x="0" y="15"/>
                  </a:moveTo>
                  <a:lnTo>
                    <a:pt x="0" y="15"/>
                  </a:lnTo>
                  <a:close/>
                  <a:moveTo>
                    <a:pt x="0" y="14"/>
                  </a:moveTo>
                  <a:lnTo>
                    <a:pt x="0" y="14"/>
                  </a:lnTo>
                  <a:close/>
                  <a:moveTo>
                    <a:pt x="0" y="11"/>
                  </a:moveTo>
                  <a:lnTo>
                    <a:pt x="0" y="11"/>
                  </a:lnTo>
                  <a:close/>
                  <a:moveTo>
                    <a:pt x="0" y="5"/>
                  </a:moveTo>
                  <a:lnTo>
                    <a:pt x="0" y="5"/>
                  </a:lnTo>
                  <a:close/>
                  <a:moveTo>
                    <a:pt x="0" y="2"/>
                  </a:moveTo>
                  <a:lnTo>
                    <a:pt x="0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0"/>
            <p:cNvSpPr/>
            <p:nvPr/>
          </p:nvSpPr>
          <p:spPr>
            <a:xfrm>
              <a:off x="2764575" y="1258675"/>
              <a:ext cx="30650" cy="99550"/>
            </a:xfrm>
            <a:custGeom>
              <a:avLst/>
              <a:gdLst/>
              <a:ahLst/>
              <a:cxnLst/>
              <a:rect l="l" t="t" r="r" b="b"/>
              <a:pathLst>
                <a:path w="1226" h="3982" extrusionOk="0">
                  <a:moveTo>
                    <a:pt x="670" y="1"/>
                  </a:moveTo>
                  <a:cubicBezTo>
                    <a:pt x="794" y="381"/>
                    <a:pt x="865" y="827"/>
                    <a:pt x="865" y="1309"/>
                  </a:cubicBezTo>
                  <a:cubicBezTo>
                    <a:pt x="865" y="2393"/>
                    <a:pt x="504" y="3313"/>
                    <a:pt x="1" y="3656"/>
                  </a:cubicBezTo>
                  <a:cubicBezTo>
                    <a:pt x="131" y="3856"/>
                    <a:pt x="301" y="3981"/>
                    <a:pt x="491" y="3981"/>
                  </a:cubicBezTo>
                  <a:cubicBezTo>
                    <a:pt x="897" y="3981"/>
                    <a:pt x="1226" y="3417"/>
                    <a:pt x="1226" y="2720"/>
                  </a:cubicBezTo>
                  <a:lnTo>
                    <a:pt x="1226" y="2712"/>
                  </a:lnTo>
                  <a:lnTo>
                    <a:pt x="1226" y="2709"/>
                  </a:lnTo>
                  <a:lnTo>
                    <a:pt x="1226" y="2706"/>
                  </a:lnTo>
                  <a:lnTo>
                    <a:pt x="1226" y="2704"/>
                  </a:lnTo>
                  <a:lnTo>
                    <a:pt x="1226" y="2699"/>
                  </a:lnTo>
                  <a:cubicBezTo>
                    <a:pt x="1226" y="2698"/>
                    <a:pt x="1226" y="2696"/>
                    <a:pt x="1226" y="2695"/>
                  </a:cubicBezTo>
                  <a:lnTo>
                    <a:pt x="1226" y="2679"/>
                  </a:lnTo>
                  <a:cubicBezTo>
                    <a:pt x="1216" y="2058"/>
                    <a:pt x="984" y="482"/>
                    <a:pt x="672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0"/>
            <p:cNvSpPr/>
            <p:nvPr/>
          </p:nvSpPr>
          <p:spPr>
            <a:xfrm>
              <a:off x="2885550" y="599375"/>
              <a:ext cx="28000" cy="31525"/>
            </a:xfrm>
            <a:custGeom>
              <a:avLst/>
              <a:gdLst/>
              <a:ahLst/>
              <a:cxnLst/>
              <a:rect l="l" t="t" r="r" b="b"/>
              <a:pathLst>
                <a:path w="1120" h="1261" extrusionOk="0">
                  <a:moveTo>
                    <a:pt x="531" y="0"/>
                  </a:moveTo>
                  <a:cubicBezTo>
                    <a:pt x="530" y="1"/>
                    <a:pt x="529" y="1"/>
                    <a:pt x="529" y="2"/>
                  </a:cubicBezTo>
                  <a:lnTo>
                    <a:pt x="529" y="2"/>
                  </a:lnTo>
                  <a:lnTo>
                    <a:pt x="531" y="0"/>
                  </a:lnTo>
                  <a:close/>
                  <a:moveTo>
                    <a:pt x="1120" y="1020"/>
                  </a:moveTo>
                  <a:lnTo>
                    <a:pt x="1118" y="1021"/>
                  </a:lnTo>
                  <a:lnTo>
                    <a:pt x="1118" y="1021"/>
                  </a:lnTo>
                  <a:cubicBezTo>
                    <a:pt x="1118" y="1020"/>
                    <a:pt x="1119" y="1020"/>
                    <a:pt x="1120" y="1020"/>
                  </a:cubicBezTo>
                  <a:close/>
                  <a:moveTo>
                    <a:pt x="529" y="2"/>
                  </a:moveTo>
                  <a:lnTo>
                    <a:pt x="164" y="213"/>
                  </a:lnTo>
                  <a:cubicBezTo>
                    <a:pt x="2" y="308"/>
                    <a:pt x="0" y="611"/>
                    <a:pt x="163" y="892"/>
                  </a:cubicBezTo>
                  <a:cubicBezTo>
                    <a:pt x="244" y="1033"/>
                    <a:pt x="350" y="1141"/>
                    <a:pt x="457" y="1204"/>
                  </a:cubicBezTo>
                  <a:cubicBezTo>
                    <a:pt x="522" y="1240"/>
                    <a:pt x="586" y="1260"/>
                    <a:pt x="645" y="1260"/>
                  </a:cubicBezTo>
                  <a:cubicBezTo>
                    <a:pt x="684" y="1260"/>
                    <a:pt x="721" y="1251"/>
                    <a:pt x="753" y="1233"/>
                  </a:cubicBezTo>
                  <a:lnTo>
                    <a:pt x="1118" y="1021"/>
                  </a:lnTo>
                  <a:lnTo>
                    <a:pt x="1118" y="1021"/>
                  </a:lnTo>
                  <a:cubicBezTo>
                    <a:pt x="1086" y="1039"/>
                    <a:pt x="1050" y="1048"/>
                    <a:pt x="1012" y="1048"/>
                  </a:cubicBezTo>
                  <a:cubicBezTo>
                    <a:pt x="953" y="1048"/>
                    <a:pt x="889" y="1027"/>
                    <a:pt x="824" y="991"/>
                  </a:cubicBezTo>
                  <a:cubicBezTo>
                    <a:pt x="717" y="928"/>
                    <a:pt x="611" y="820"/>
                    <a:pt x="530" y="679"/>
                  </a:cubicBezTo>
                  <a:cubicBezTo>
                    <a:pt x="368" y="400"/>
                    <a:pt x="369" y="96"/>
                    <a:pt x="529" y="2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0"/>
            <p:cNvSpPr/>
            <p:nvPr/>
          </p:nvSpPr>
          <p:spPr>
            <a:xfrm>
              <a:off x="2922225" y="650300"/>
              <a:ext cx="9650" cy="7275"/>
            </a:xfrm>
            <a:custGeom>
              <a:avLst/>
              <a:gdLst/>
              <a:ahLst/>
              <a:cxnLst/>
              <a:rect l="l" t="t" r="r" b="b"/>
              <a:pathLst>
                <a:path w="386" h="291" extrusionOk="0">
                  <a:moveTo>
                    <a:pt x="368" y="1"/>
                  </a:moveTo>
                  <a:lnTo>
                    <a:pt x="1" y="214"/>
                  </a:lnTo>
                  <a:cubicBezTo>
                    <a:pt x="19" y="245"/>
                    <a:pt x="20" y="279"/>
                    <a:pt x="2" y="290"/>
                  </a:cubicBezTo>
                  <a:lnTo>
                    <a:pt x="2" y="290"/>
                  </a:lnTo>
                  <a:lnTo>
                    <a:pt x="368" y="77"/>
                  </a:lnTo>
                  <a:cubicBezTo>
                    <a:pt x="385" y="67"/>
                    <a:pt x="385" y="33"/>
                    <a:pt x="368" y="1"/>
                  </a:cubicBezTo>
                  <a:close/>
                  <a:moveTo>
                    <a:pt x="2" y="290"/>
                  </a:moveTo>
                  <a:lnTo>
                    <a:pt x="1" y="291"/>
                  </a:lnTo>
                  <a:cubicBezTo>
                    <a:pt x="1" y="290"/>
                    <a:pt x="2" y="290"/>
                    <a:pt x="2" y="290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0"/>
            <p:cNvSpPr/>
            <p:nvPr/>
          </p:nvSpPr>
          <p:spPr>
            <a:xfrm>
              <a:off x="2911275" y="631350"/>
              <a:ext cx="20150" cy="24300"/>
            </a:xfrm>
            <a:custGeom>
              <a:avLst/>
              <a:gdLst/>
              <a:ahLst/>
              <a:cxnLst/>
              <a:rect l="l" t="t" r="r" b="b"/>
              <a:pathLst>
                <a:path w="806" h="972" extrusionOk="0">
                  <a:moveTo>
                    <a:pt x="368" y="0"/>
                  </a:moveTo>
                  <a:lnTo>
                    <a:pt x="1" y="213"/>
                  </a:lnTo>
                  <a:lnTo>
                    <a:pt x="439" y="972"/>
                  </a:lnTo>
                  <a:lnTo>
                    <a:pt x="806" y="759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0"/>
            <p:cNvSpPr/>
            <p:nvPr/>
          </p:nvSpPr>
          <p:spPr>
            <a:xfrm>
              <a:off x="2884825" y="590025"/>
              <a:ext cx="40150" cy="46675"/>
            </a:xfrm>
            <a:custGeom>
              <a:avLst/>
              <a:gdLst/>
              <a:ahLst/>
              <a:cxnLst/>
              <a:rect l="l" t="t" r="r" b="b"/>
              <a:pathLst>
                <a:path w="1606" h="1867" extrusionOk="0">
                  <a:moveTo>
                    <a:pt x="1" y="259"/>
                  </a:moveTo>
                  <a:cubicBezTo>
                    <a:pt x="1" y="259"/>
                    <a:pt x="1" y="260"/>
                    <a:pt x="0" y="260"/>
                  </a:cubicBezTo>
                  <a:lnTo>
                    <a:pt x="1" y="259"/>
                  </a:lnTo>
                  <a:close/>
                  <a:moveTo>
                    <a:pt x="548" y="0"/>
                  </a:moveTo>
                  <a:cubicBezTo>
                    <a:pt x="484" y="0"/>
                    <a:pt x="423" y="15"/>
                    <a:pt x="369" y="47"/>
                  </a:cubicBezTo>
                  <a:lnTo>
                    <a:pt x="1" y="259"/>
                  </a:lnTo>
                  <a:lnTo>
                    <a:pt x="1" y="259"/>
                  </a:lnTo>
                  <a:cubicBezTo>
                    <a:pt x="55" y="228"/>
                    <a:pt x="116" y="214"/>
                    <a:pt x="181" y="214"/>
                  </a:cubicBezTo>
                  <a:cubicBezTo>
                    <a:pt x="279" y="214"/>
                    <a:pt x="385" y="247"/>
                    <a:pt x="491" y="308"/>
                  </a:cubicBezTo>
                  <a:cubicBezTo>
                    <a:pt x="667" y="409"/>
                    <a:pt x="843" y="589"/>
                    <a:pt x="976" y="819"/>
                  </a:cubicBezTo>
                  <a:cubicBezTo>
                    <a:pt x="1211" y="1225"/>
                    <a:pt x="1239" y="1662"/>
                    <a:pt x="1060" y="1866"/>
                  </a:cubicBezTo>
                  <a:lnTo>
                    <a:pt x="1426" y="1653"/>
                  </a:lnTo>
                  <a:cubicBezTo>
                    <a:pt x="1606" y="1449"/>
                    <a:pt x="1578" y="1014"/>
                    <a:pt x="1343" y="606"/>
                  </a:cubicBezTo>
                  <a:cubicBezTo>
                    <a:pt x="1210" y="376"/>
                    <a:pt x="1034" y="197"/>
                    <a:pt x="857" y="94"/>
                  </a:cubicBezTo>
                  <a:cubicBezTo>
                    <a:pt x="751" y="34"/>
                    <a:pt x="645" y="0"/>
                    <a:pt x="548" y="0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0"/>
            <p:cNvSpPr/>
            <p:nvPr/>
          </p:nvSpPr>
          <p:spPr>
            <a:xfrm>
              <a:off x="2878575" y="595325"/>
              <a:ext cx="44150" cy="64100"/>
            </a:xfrm>
            <a:custGeom>
              <a:avLst/>
              <a:gdLst/>
              <a:ahLst/>
              <a:cxnLst/>
              <a:rect l="l" t="t" r="r" b="b"/>
              <a:pathLst>
                <a:path w="1766" h="2564" extrusionOk="0">
                  <a:moveTo>
                    <a:pt x="552" y="348"/>
                  </a:moveTo>
                  <a:cubicBezTo>
                    <a:pt x="610" y="348"/>
                    <a:pt x="674" y="368"/>
                    <a:pt x="739" y="406"/>
                  </a:cubicBezTo>
                  <a:cubicBezTo>
                    <a:pt x="846" y="467"/>
                    <a:pt x="954" y="576"/>
                    <a:pt x="1035" y="716"/>
                  </a:cubicBezTo>
                  <a:cubicBezTo>
                    <a:pt x="1197" y="998"/>
                    <a:pt x="1196" y="1302"/>
                    <a:pt x="1032" y="1395"/>
                  </a:cubicBezTo>
                  <a:cubicBezTo>
                    <a:pt x="1000" y="1413"/>
                    <a:pt x="963" y="1422"/>
                    <a:pt x="924" y="1422"/>
                  </a:cubicBezTo>
                  <a:cubicBezTo>
                    <a:pt x="865" y="1422"/>
                    <a:pt x="801" y="1402"/>
                    <a:pt x="736" y="1364"/>
                  </a:cubicBezTo>
                  <a:cubicBezTo>
                    <a:pt x="630" y="1303"/>
                    <a:pt x="523" y="1195"/>
                    <a:pt x="442" y="1054"/>
                  </a:cubicBezTo>
                  <a:cubicBezTo>
                    <a:pt x="279" y="773"/>
                    <a:pt x="281" y="468"/>
                    <a:pt x="443" y="375"/>
                  </a:cubicBezTo>
                  <a:cubicBezTo>
                    <a:pt x="476" y="357"/>
                    <a:pt x="513" y="348"/>
                    <a:pt x="552" y="348"/>
                  </a:cubicBezTo>
                  <a:close/>
                  <a:moveTo>
                    <a:pt x="431" y="1"/>
                  </a:moveTo>
                  <a:cubicBezTo>
                    <a:pt x="345" y="1"/>
                    <a:pt x="266" y="27"/>
                    <a:pt x="201" y="83"/>
                  </a:cubicBezTo>
                  <a:cubicBezTo>
                    <a:pt x="1" y="255"/>
                    <a:pt x="2" y="677"/>
                    <a:pt x="205" y="1079"/>
                  </a:cubicBezTo>
                  <a:cubicBezTo>
                    <a:pt x="343" y="1351"/>
                    <a:pt x="539" y="1562"/>
                    <a:pt x="736" y="1675"/>
                  </a:cubicBezTo>
                  <a:cubicBezTo>
                    <a:pt x="843" y="1736"/>
                    <a:pt x="949" y="1770"/>
                    <a:pt x="1046" y="1770"/>
                  </a:cubicBezTo>
                  <a:cubicBezTo>
                    <a:pt x="1071" y="1770"/>
                    <a:pt x="1094" y="1768"/>
                    <a:pt x="1118" y="1763"/>
                  </a:cubicBezTo>
                  <a:lnTo>
                    <a:pt x="1557" y="2522"/>
                  </a:lnTo>
                  <a:cubicBezTo>
                    <a:pt x="1564" y="2536"/>
                    <a:pt x="1576" y="2548"/>
                    <a:pt x="1590" y="2556"/>
                  </a:cubicBezTo>
                  <a:cubicBezTo>
                    <a:pt x="1596" y="2561"/>
                    <a:pt x="1603" y="2563"/>
                    <a:pt x="1610" y="2563"/>
                  </a:cubicBezTo>
                  <a:cubicBezTo>
                    <a:pt x="1615" y="2563"/>
                    <a:pt x="1619" y="2562"/>
                    <a:pt x="1624" y="2561"/>
                  </a:cubicBezTo>
                  <a:lnTo>
                    <a:pt x="1747" y="2490"/>
                  </a:lnTo>
                  <a:cubicBezTo>
                    <a:pt x="1766" y="2479"/>
                    <a:pt x="1766" y="2445"/>
                    <a:pt x="1747" y="2413"/>
                  </a:cubicBezTo>
                  <a:lnTo>
                    <a:pt x="1309" y="1653"/>
                  </a:lnTo>
                  <a:cubicBezTo>
                    <a:pt x="1489" y="1450"/>
                    <a:pt x="1461" y="1013"/>
                    <a:pt x="1226" y="607"/>
                  </a:cubicBezTo>
                  <a:cubicBezTo>
                    <a:pt x="1093" y="375"/>
                    <a:pt x="917" y="197"/>
                    <a:pt x="741" y="96"/>
                  </a:cubicBezTo>
                  <a:cubicBezTo>
                    <a:pt x="634" y="34"/>
                    <a:pt x="528" y="1"/>
                    <a:pt x="431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0"/>
            <p:cNvSpPr/>
            <p:nvPr/>
          </p:nvSpPr>
          <p:spPr>
            <a:xfrm>
              <a:off x="3060575" y="798875"/>
              <a:ext cx="9200" cy="3900"/>
            </a:xfrm>
            <a:custGeom>
              <a:avLst/>
              <a:gdLst/>
              <a:ahLst/>
              <a:cxnLst/>
              <a:rect l="l" t="t" r="r" b="b"/>
              <a:pathLst>
                <a:path w="368" h="156" extrusionOk="0">
                  <a:moveTo>
                    <a:pt x="2" y="140"/>
                  </a:moveTo>
                  <a:cubicBezTo>
                    <a:pt x="1" y="140"/>
                    <a:pt x="1" y="140"/>
                    <a:pt x="0" y="141"/>
                  </a:cubicBezTo>
                  <a:lnTo>
                    <a:pt x="2" y="140"/>
                  </a:lnTo>
                  <a:close/>
                  <a:moveTo>
                    <a:pt x="272" y="1"/>
                  </a:moveTo>
                  <a:cubicBezTo>
                    <a:pt x="251" y="1"/>
                    <a:pt x="232" y="6"/>
                    <a:pt x="215" y="16"/>
                  </a:cubicBezTo>
                  <a:lnTo>
                    <a:pt x="2" y="140"/>
                  </a:lnTo>
                  <a:lnTo>
                    <a:pt x="2" y="140"/>
                  </a:lnTo>
                  <a:cubicBezTo>
                    <a:pt x="18" y="131"/>
                    <a:pt x="36" y="126"/>
                    <a:pt x="56" y="126"/>
                  </a:cubicBezTo>
                  <a:cubicBezTo>
                    <a:pt x="85" y="126"/>
                    <a:pt x="119" y="136"/>
                    <a:pt x="154" y="155"/>
                  </a:cubicBezTo>
                  <a:lnTo>
                    <a:pt x="367" y="30"/>
                  </a:lnTo>
                  <a:cubicBezTo>
                    <a:pt x="333" y="10"/>
                    <a:pt x="301" y="1"/>
                    <a:pt x="2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0"/>
            <p:cNvSpPr/>
            <p:nvPr/>
          </p:nvSpPr>
          <p:spPr>
            <a:xfrm>
              <a:off x="3117150" y="880900"/>
              <a:ext cx="5400" cy="18725"/>
            </a:xfrm>
            <a:custGeom>
              <a:avLst/>
              <a:gdLst/>
              <a:ahLst/>
              <a:cxnLst/>
              <a:rect l="l" t="t" r="r" b="b"/>
              <a:pathLst>
                <a:path w="216" h="749" extrusionOk="0">
                  <a:moveTo>
                    <a:pt x="216" y="1"/>
                  </a:moveTo>
                  <a:lnTo>
                    <a:pt x="2" y="125"/>
                  </a:lnTo>
                  <a:lnTo>
                    <a:pt x="1" y="749"/>
                  </a:lnTo>
                  <a:lnTo>
                    <a:pt x="214" y="625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0"/>
            <p:cNvSpPr/>
            <p:nvPr/>
          </p:nvSpPr>
          <p:spPr>
            <a:xfrm>
              <a:off x="3122900" y="878900"/>
              <a:ext cx="6925" cy="6600"/>
            </a:xfrm>
            <a:custGeom>
              <a:avLst/>
              <a:gdLst/>
              <a:ahLst/>
              <a:cxnLst/>
              <a:rect l="l" t="t" r="r" b="b"/>
              <a:pathLst>
                <a:path w="277" h="264" extrusionOk="0">
                  <a:moveTo>
                    <a:pt x="277" y="1"/>
                  </a:moveTo>
                  <a:lnTo>
                    <a:pt x="62" y="124"/>
                  </a:lnTo>
                  <a:cubicBezTo>
                    <a:pt x="62" y="192"/>
                    <a:pt x="39" y="240"/>
                    <a:pt x="0" y="263"/>
                  </a:cubicBezTo>
                  <a:lnTo>
                    <a:pt x="213" y="139"/>
                  </a:lnTo>
                  <a:cubicBezTo>
                    <a:pt x="252" y="115"/>
                    <a:pt x="277" y="67"/>
                    <a:pt x="2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0"/>
            <p:cNvSpPr/>
            <p:nvPr/>
          </p:nvSpPr>
          <p:spPr>
            <a:xfrm>
              <a:off x="3124450" y="840550"/>
              <a:ext cx="5500" cy="41475"/>
            </a:xfrm>
            <a:custGeom>
              <a:avLst/>
              <a:gdLst/>
              <a:ahLst/>
              <a:cxnLst/>
              <a:rect l="l" t="t" r="r" b="b"/>
              <a:pathLst>
                <a:path w="220" h="1659" extrusionOk="0">
                  <a:moveTo>
                    <a:pt x="219" y="1"/>
                  </a:moveTo>
                  <a:lnTo>
                    <a:pt x="5" y="125"/>
                  </a:lnTo>
                  <a:lnTo>
                    <a:pt x="0" y="1658"/>
                  </a:lnTo>
                  <a:lnTo>
                    <a:pt x="215" y="1535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0"/>
            <p:cNvSpPr/>
            <p:nvPr/>
          </p:nvSpPr>
          <p:spPr>
            <a:xfrm>
              <a:off x="3064425" y="799625"/>
              <a:ext cx="60150" cy="34800"/>
            </a:xfrm>
            <a:custGeom>
              <a:avLst/>
              <a:gdLst/>
              <a:ahLst/>
              <a:cxnLst/>
              <a:rect l="l" t="t" r="r" b="b"/>
              <a:pathLst>
                <a:path w="2406" h="1392" extrusionOk="0">
                  <a:moveTo>
                    <a:pt x="213" y="0"/>
                  </a:moveTo>
                  <a:lnTo>
                    <a:pt x="0" y="125"/>
                  </a:lnTo>
                  <a:lnTo>
                    <a:pt x="2191" y="1391"/>
                  </a:lnTo>
                  <a:lnTo>
                    <a:pt x="2406" y="1266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0"/>
            <p:cNvSpPr/>
            <p:nvPr/>
          </p:nvSpPr>
          <p:spPr>
            <a:xfrm>
              <a:off x="3119200" y="831275"/>
              <a:ext cx="10750" cy="12425"/>
            </a:xfrm>
            <a:custGeom>
              <a:avLst/>
              <a:gdLst/>
              <a:ahLst/>
              <a:cxnLst/>
              <a:rect l="l" t="t" r="r" b="b"/>
              <a:pathLst>
                <a:path w="430" h="497" extrusionOk="0">
                  <a:moveTo>
                    <a:pt x="215" y="0"/>
                  </a:moveTo>
                  <a:lnTo>
                    <a:pt x="0" y="125"/>
                  </a:lnTo>
                  <a:cubicBezTo>
                    <a:pt x="119" y="193"/>
                    <a:pt x="216" y="360"/>
                    <a:pt x="215" y="496"/>
                  </a:cubicBezTo>
                  <a:lnTo>
                    <a:pt x="429" y="372"/>
                  </a:lnTo>
                  <a:cubicBezTo>
                    <a:pt x="429" y="235"/>
                    <a:pt x="334" y="69"/>
                    <a:pt x="2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0"/>
            <p:cNvSpPr/>
            <p:nvPr/>
          </p:nvSpPr>
          <p:spPr>
            <a:xfrm>
              <a:off x="3058875" y="802000"/>
              <a:ext cx="65700" cy="97625"/>
            </a:xfrm>
            <a:custGeom>
              <a:avLst/>
              <a:gdLst/>
              <a:ahLst/>
              <a:cxnLst/>
              <a:rect l="l" t="t" r="r" b="b"/>
              <a:pathLst>
                <a:path w="2628" h="3905" extrusionOk="0">
                  <a:moveTo>
                    <a:pt x="126" y="1"/>
                  </a:moveTo>
                  <a:cubicBezTo>
                    <a:pt x="55" y="1"/>
                    <a:pt x="6" y="57"/>
                    <a:pt x="6" y="153"/>
                  </a:cubicBezTo>
                  <a:lnTo>
                    <a:pt x="2" y="1686"/>
                  </a:lnTo>
                  <a:cubicBezTo>
                    <a:pt x="0" y="1822"/>
                    <a:pt x="97" y="1989"/>
                    <a:pt x="216" y="2059"/>
                  </a:cubicBezTo>
                  <a:lnTo>
                    <a:pt x="1824" y="2987"/>
                  </a:lnTo>
                  <a:lnTo>
                    <a:pt x="2332" y="3905"/>
                  </a:lnTo>
                  <a:lnTo>
                    <a:pt x="2333" y="3281"/>
                  </a:lnTo>
                  <a:lnTo>
                    <a:pt x="2407" y="3323"/>
                  </a:lnTo>
                  <a:cubicBezTo>
                    <a:pt x="2442" y="3344"/>
                    <a:pt x="2475" y="3353"/>
                    <a:pt x="2505" y="3353"/>
                  </a:cubicBezTo>
                  <a:cubicBezTo>
                    <a:pt x="2575" y="3353"/>
                    <a:pt x="2623" y="3297"/>
                    <a:pt x="2623" y="3200"/>
                  </a:cubicBezTo>
                  <a:lnTo>
                    <a:pt x="2628" y="1667"/>
                  </a:lnTo>
                  <a:cubicBezTo>
                    <a:pt x="2628" y="1531"/>
                    <a:pt x="2532" y="1364"/>
                    <a:pt x="2413" y="1296"/>
                  </a:cubicBezTo>
                  <a:lnTo>
                    <a:pt x="222" y="30"/>
                  </a:lnTo>
                  <a:cubicBezTo>
                    <a:pt x="187" y="10"/>
                    <a:pt x="155" y="1"/>
                    <a:pt x="1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0"/>
            <p:cNvSpPr/>
            <p:nvPr/>
          </p:nvSpPr>
          <p:spPr>
            <a:xfrm>
              <a:off x="2570675" y="563450"/>
              <a:ext cx="6550" cy="31025"/>
            </a:xfrm>
            <a:custGeom>
              <a:avLst/>
              <a:gdLst/>
              <a:ahLst/>
              <a:cxnLst/>
              <a:rect l="l" t="t" r="r" b="b"/>
              <a:pathLst>
                <a:path w="262" h="1241" extrusionOk="0">
                  <a:moveTo>
                    <a:pt x="0" y="0"/>
                  </a:moveTo>
                  <a:lnTo>
                    <a:pt x="3" y="1091"/>
                  </a:lnTo>
                  <a:lnTo>
                    <a:pt x="261" y="1240"/>
                  </a:lnTo>
                  <a:lnTo>
                    <a:pt x="258" y="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0"/>
            <p:cNvSpPr/>
            <p:nvPr/>
          </p:nvSpPr>
          <p:spPr>
            <a:xfrm>
              <a:off x="2574725" y="553225"/>
              <a:ext cx="6650" cy="3875"/>
            </a:xfrm>
            <a:custGeom>
              <a:avLst/>
              <a:gdLst/>
              <a:ahLst/>
              <a:cxnLst/>
              <a:rect l="l" t="t" r="r" b="b"/>
              <a:pathLst>
                <a:path w="266" h="155" extrusionOk="0">
                  <a:moveTo>
                    <a:pt x="0" y="0"/>
                  </a:moveTo>
                  <a:lnTo>
                    <a:pt x="8" y="5"/>
                  </a:lnTo>
                  <a:lnTo>
                    <a:pt x="28" y="16"/>
                  </a:lnTo>
                  <a:lnTo>
                    <a:pt x="0" y="0"/>
                  </a:lnTo>
                  <a:close/>
                  <a:moveTo>
                    <a:pt x="28" y="16"/>
                  </a:moveTo>
                  <a:lnTo>
                    <a:pt x="259" y="151"/>
                  </a:lnTo>
                  <a:lnTo>
                    <a:pt x="266" y="154"/>
                  </a:lnTo>
                  <a:lnTo>
                    <a:pt x="28" y="16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0"/>
            <p:cNvSpPr/>
            <p:nvPr/>
          </p:nvSpPr>
          <p:spPr>
            <a:xfrm>
              <a:off x="2574550" y="553150"/>
              <a:ext cx="6650" cy="3875"/>
            </a:xfrm>
            <a:custGeom>
              <a:avLst/>
              <a:gdLst/>
              <a:ahLst/>
              <a:cxnLst/>
              <a:rect l="l" t="t" r="r" b="b"/>
              <a:pathLst>
                <a:path w="266" h="155" extrusionOk="0">
                  <a:moveTo>
                    <a:pt x="0" y="0"/>
                  </a:moveTo>
                  <a:lnTo>
                    <a:pt x="258" y="151"/>
                  </a:lnTo>
                  <a:lnTo>
                    <a:pt x="266" y="154"/>
                  </a:lnTo>
                  <a:lnTo>
                    <a:pt x="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0"/>
            <p:cNvSpPr/>
            <p:nvPr/>
          </p:nvSpPr>
          <p:spPr>
            <a:xfrm>
              <a:off x="2574350" y="553125"/>
              <a:ext cx="6675" cy="3825"/>
            </a:xfrm>
            <a:custGeom>
              <a:avLst/>
              <a:gdLst/>
              <a:ahLst/>
              <a:cxnLst/>
              <a:rect l="l" t="t" r="r" b="b"/>
              <a:pathLst>
                <a:path w="267" h="153" extrusionOk="0">
                  <a:moveTo>
                    <a:pt x="1" y="0"/>
                  </a:moveTo>
                  <a:lnTo>
                    <a:pt x="259" y="151"/>
                  </a:lnTo>
                  <a:lnTo>
                    <a:pt x="266" y="152"/>
                  </a:lnTo>
                  <a:lnTo>
                    <a:pt x="8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0"/>
            <p:cNvSpPr/>
            <p:nvPr/>
          </p:nvSpPr>
          <p:spPr>
            <a:xfrm>
              <a:off x="2574100" y="553125"/>
              <a:ext cx="6750" cy="3775"/>
            </a:xfrm>
            <a:custGeom>
              <a:avLst/>
              <a:gdLst/>
              <a:ahLst/>
              <a:cxnLst/>
              <a:rect l="l" t="t" r="r" b="b"/>
              <a:pathLst>
                <a:path w="270" h="151" extrusionOk="0">
                  <a:moveTo>
                    <a:pt x="1" y="0"/>
                  </a:moveTo>
                  <a:lnTo>
                    <a:pt x="259" y="149"/>
                  </a:lnTo>
                  <a:lnTo>
                    <a:pt x="269" y="151"/>
                  </a:lnTo>
                  <a:lnTo>
                    <a:pt x="269" y="151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0"/>
            <p:cNvSpPr/>
            <p:nvPr/>
          </p:nvSpPr>
          <p:spPr>
            <a:xfrm>
              <a:off x="2573925" y="553125"/>
              <a:ext cx="6650" cy="3750"/>
            </a:xfrm>
            <a:custGeom>
              <a:avLst/>
              <a:gdLst/>
              <a:ahLst/>
              <a:cxnLst/>
              <a:rect l="l" t="t" r="r" b="b"/>
              <a:pathLst>
                <a:path w="266" h="150" extrusionOk="0">
                  <a:moveTo>
                    <a:pt x="1" y="0"/>
                  </a:moveTo>
                  <a:lnTo>
                    <a:pt x="259" y="149"/>
                  </a:lnTo>
                  <a:lnTo>
                    <a:pt x="266" y="14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2573675" y="553125"/>
              <a:ext cx="6725" cy="3825"/>
            </a:xfrm>
            <a:custGeom>
              <a:avLst/>
              <a:gdLst/>
              <a:ahLst/>
              <a:cxnLst/>
              <a:rect l="l" t="t" r="r" b="b"/>
              <a:pathLst>
                <a:path w="269" h="153" extrusionOk="0">
                  <a:moveTo>
                    <a:pt x="11" y="0"/>
                  </a:moveTo>
                  <a:lnTo>
                    <a:pt x="0" y="3"/>
                  </a:lnTo>
                  <a:lnTo>
                    <a:pt x="259" y="152"/>
                  </a:lnTo>
                  <a:lnTo>
                    <a:pt x="269" y="14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0"/>
            <p:cNvSpPr/>
            <p:nvPr/>
          </p:nvSpPr>
          <p:spPr>
            <a:xfrm>
              <a:off x="2573450" y="553175"/>
              <a:ext cx="6700" cy="3850"/>
            </a:xfrm>
            <a:custGeom>
              <a:avLst/>
              <a:gdLst/>
              <a:ahLst/>
              <a:cxnLst/>
              <a:rect l="l" t="t" r="r" b="b"/>
              <a:pathLst>
                <a:path w="268" h="154" extrusionOk="0">
                  <a:moveTo>
                    <a:pt x="9" y="1"/>
                  </a:moveTo>
                  <a:lnTo>
                    <a:pt x="1" y="4"/>
                  </a:lnTo>
                  <a:lnTo>
                    <a:pt x="259" y="153"/>
                  </a:lnTo>
                  <a:lnTo>
                    <a:pt x="268" y="150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0"/>
            <p:cNvSpPr/>
            <p:nvPr/>
          </p:nvSpPr>
          <p:spPr>
            <a:xfrm>
              <a:off x="2573100" y="553250"/>
              <a:ext cx="6825" cy="3950"/>
            </a:xfrm>
            <a:custGeom>
              <a:avLst/>
              <a:gdLst/>
              <a:ahLst/>
              <a:cxnLst/>
              <a:rect l="l" t="t" r="r" b="b"/>
              <a:pathLst>
                <a:path w="273" h="158" extrusionOk="0">
                  <a:moveTo>
                    <a:pt x="15" y="1"/>
                  </a:moveTo>
                  <a:lnTo>
                    <a:pt x="0" y="8"/>
                  </a:lnTo>
                  <a:lnTo>
                    <a:pt x="258" y="157"/>
                  </a:lnTo>
                  <a:lnTo>
                    <a:pt x="273" y="150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0"/>
            <p:cNvSpPr/>
            <p:nvPr/>
          </p:nvSpPr>
          <p:spPr>
            <a:xfrm>
              <a:off x="2548400" y="563050"/>
              <a:ext cx="24200" cy="30300"/>
            </a:xfrm>
            <a:custGeom>
              <a:avLst/>
              <a:gdLst/>
              <a:ahLst/>
              <a:cxnLst/>
              <a:rect l="l" t="t" r="r" b="b"/>
              <a:pathLst>
                <a:path w="968" h="1212" extrusionOk="0">
                  <a:moveTo>
                    <a:pt x="710" y="0"/>
                  </a:moveTo>
                  <a:lnTo>
                    <a:pt x="1" y="1062"/>
                  </a:lnTo>
                  <a:lnTo>
                    <a:pt x="259" y="1211"/>
                  </a:lnTo>
                  <a:lnTo>
                    <a:pt x="968" y="150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0"/>
            <p:cNvSpPr/>
            <p:nvPr/>
          </p:nvSpPr>
          <p:spPr>
            <a:xfrm>
              <a:off x="2526150" y="590700"/>
              <a:ext cx="51075" cy="29550"/>
            </a:xfrm>
            <a:custGeom>
              <a:avLst/>
              <a:gdLst/>
              <a:ahLst/>
              <a:cxnLst/>
              <a:rect l="l" t="t" r="r" b="b"/>
              <a:pathLst>
                <a:path w="2043" h="1182" extrusionOk="0">
                  <a:moveTo>
                    <a:pt x="1784" y="1"/>
                  </a:moveTo>
                  <a:lnTo>
                    <a:pt x="0" y="1030"/>
                  </a:lnTo>
                  <a:lnTo>
                    <a:pt x="258" y="1181"/>
                  </a:lnTo>
                  <a:lnTo>
                    <a:pt x="2042" y="150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0"/>
            <p:cNvSpPr/>
            <p:nvPr/>
          </p:nvSpPr>
          <p:spPr>
            <a:xfrm>
              <a:off x="2521175" y="622075"/>
              <a:ext cx="7275" cy="5300"/>
            </a:xfrm>
            <a:custGeom>
              <a:avLst/>
              <a:gdLst/>
              <a:ahLst/>
              <a:cxnLst/>
              <a:rect l="l" t="t" r="r" b="b"/>
              <a:pathLst>
                <a:path w="291" h="212" extrusionOk="0">
                  <a:moveTo>
                    <a:pt x="4" y="0"/>
                  </a:moveTo>
                  <a:lnTo>
                    <a:pt x="4" y="0"/>
                  </a:lnTo>
                  <a:cubicBezTo>
                    <a:pt x="1" y="25"/>
                    <a:pt x="12" y="48"/>
                    <a:pt x="33" y="62"/>
                  </a:cubicBezTo>
                  <a:lnTo>
                    <a:pt x="291" y="212"/>
                  </a:lnTo>
                  <a:cubicBezTo>
                    <a:pt x="270" y="199"/>
                    <a:pt x="259" y="174"/>
                    <a:pt x="262" y="149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0"/>
            <p:cNvSpPr/>
            <p:nvPr/>
          </p:nvSpPr>
          <p:spPr>
            <a:xfrm>
              <a:off x="2530575" y="583575"/>
              <a:ext cx="24300" cy="9775"/>
            </a:xfrm>
            <a:custGeom>
              <a:avLst/>
              <a:gdLst/>
              <a:ahLst/>
              <a:cxnLst/>
              <a:rect l="l" t="t" r="r" b="b"/>
              <a:pathLst>
                <a:path w="972" h="391" extrusionOk="0">
                  <a:moveTo>
                    <a:pt x="0" y="0"/>
                  </a:moveTo>
                  <a:lnTo>
                    <a:pt x="258" y="151"/>
                  </a:lnTo>
                  <a:lnTo>
                    <a:pt x="972" y="390"/>
                  </a:lnTo>
                  <a:lnTo>
                    <a:pt x="714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0"/>
            <p:cNvSpPr/>
            <p:nvPr/>
          </p:nvSpPr>
          <p:spPr>
            <a:xfrm>
              <a:off x="2521175" y="586200"/>
              <a:ext cx="6550" cy="39625"/>
            </a:xfrm>
            <a:custGeom>
              <a:avLst/>
              <a:gdLst/>
              <a:ahLst/>
              <a:cxnLst/>
              <a:rect l="l" t="t" r="r" b="b"/>
              <a:pathLst>
                <a:path w="262" h="1585" extrusionOk="0">
                  <a:moveTo>
                    <a:pt x="1" y="1"/>
                  </a:moveTo>
                  <a:lnTo>
                    <a:pt x="4" y="1435"/>
                  </a:lnTo>
                  <a:lnTo>
                    <a:pt x="262" y="1584"/>
                  </a:lnTo>
                  <a:lnTo>
                    <a:pt x="259" y="1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0"/>
            <p:cNvSpPr/>
            <p:nvPr/>
          </p:nvSpPr>
          <p:spPr>
            <a:xfrm>
              <a:off x="2523475" y="553450"/>
              <a:ext cx="56100" cy="32375"/>
            </a:xfrm>
            <a:custGeom>
              <a:avLst/>
              <a:gdLst/>
              <a:ahLst/>
              <a:cxnLst/>
              <a:rect l="l" t="t" r="r" b="b"/>
              <a:pathLst>
                <a:path w="2244" h="1295" extrusionOk="0">
                  <a:moveTo>
                    <a:pt x="1985" y="0"/>
                  </a:moveTo>
                  <a:lnTo>
                    <a:pt x="0" y="1146"/>
                  </a:lnTo>
                  <a:lnTo>
                    <a:pt x="258" y="1295"/>
                  </a:lnTo>
                  <a:lnTo>
                    <a:pt x="2243" y="149"/>
                  </a:lnTo>
                  <a:lnTo>
                    <a:pt x="1985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0"/>
            <p:cNvSpPr/>
            <p:nvPr/>
          </p:nvSpPr>
          <p:spPr>
            <a:xfrm>
              <a:off x="2521175" y="585775"/>
              <a:ext cx="6525" cy="4200"/>
            </a:xfrm>
            <a:custGeom>
              <a:avLst/>
              <a:gdLst/>
              <a:ahLst/>
              <a:cxnLst/>
              <a:rect l="l" t="t" r="r" b="b"/>
              <a:pathLst>
                <a:path w="261" h="168" extrusionOk="0">
                  <a:moveTo>
                    <a:pt x="2" y="1"/>
                  </a:moveTo>
                  <a:lnTo>
                    <a:pt x="1" y="18"/>
                  </a:lnTo>
                  <a:lnTo>
                    <a:pt x="259" y="167"/>
                  </a:lnTo>
                  <a:lnTo>
                    <a:pt x="260" y="15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0"/>
            <p:cNvSpPr/>
            <p:nvPr/>
          </p:nvSpPr>
          <p:spPr>
            <a:xfrm>
              <a:off x="2523200" y="582075"/>
              <a:ext cx="6750" cy="3950"/>
            </a:xfrm>
            <a:custGeom>
              <a:avLst/>
              <a:gdLst/>
              <a:ahLst/>
              <a:cxnLst/>
              <a:rect l="l" t="t" r="r" b="b"/>
              <a:pathLst>
                <a:path w="270" h="158" extrusionOk="0">
                  <a:moveTo>
                    <a:pt x="11" y="1"/>
                  </a:moveTo>
                  <a:lnTo>
                    <a:pt x="1" y="8"/>
                  </a:lnTo>
                  <a:lnTo>
                    <a:pt x="259" y="157"/>
                  </a:lnTo>
                  <a:lnTo>
                    <a:pt x="269" y="150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0"/>
            <p:cNvSpPr/>
            <p:nvPr/>
          </p:nvSpPr>
          <p:spPr>
            <a:xfrm>
              <a:off x="2521225" y="585525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2" y="0"/>
                  </a:moveTo>
                  <a:lnTo>
                    <a:pt x="0" y="11"/>
                  </a:lnTo>
                  <a:lnTo>
                    <a:pt x="258" y="160"/>
                  </a:lnTo>
                  <a:lnTo>
                    <a:pt x="260" y="15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0"/>
            <p:cNvSpPr/>
            <p:nvPr/>
          </p:nvSpPr>
          <p:spPr>
            <a:xfrm>
              <a:off x="2523025" y="582250"/>
              <a:ext cx="6675" cy="3950"/>
            </a:xfrm>
            <a:custGeom>
              <a:avLst/>
              <a:gdLst/>
              <a:ahLst/>
              <a:cxnLst/>
              <a:rect l="l" t="t" r="r" b="b"/>
              <a:pathLst>
                <a:path w="267" h="158" extrusionOk="0">
                  <a:moveTo>
                    <a:pt x="8" y="1"/>
                  </a:moveTo>
                  <a:lnTo>
                    <a:pt x="1" y="8"/>
                  </a:lnTo>
                  <a:lnTo>
                    <a:pt x="259" y="157"/>
                  </a:lnTo>
                  <a:lnTo>
                    <a:pt x="266" y="150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0"/>
            <p:cNvSpPr/>
            <p:nvPr/>
          </p:nvSpPr>
          <p:spPr>
            <a:xfrm>
              <a:off x="2521250" y="585200"/>
              <a:ext cx="6550" cy="4075"/>
            </a:xfrm>
            <a:custGeom>
              <a:avLst/>
              <a:gdLst/>
              <a:ahLst/>
              <a:cxnLst/>
              <a:rect l="l" t="t" r="r" b="b"/>
              <a:pathLst>
                <a:path w="262" h="163" extrusionOk="0">
                  <a:moveTo>
                    <a:pt x="4" y="0"/>
                  </a:moveTo>
                  <a:lnTo>
                    <a:pt x="1" y="13"/>
                  </a:lnTo>
                  <a:lnTo>
                    <a:pt x="259" y="163"/>
                  </a:lnTo>
                  <a:lnTo>
                    <a:pt x="262" y="15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0"/>
            <p:cNvSpPr/>
            <p:nvPr/>
          </p:nvSpPr>
          <p:spPr>
            <a:xfrm>
              <a:off x="2522775" y="582450"/>
              <a:ext cx="6725" cy="4000"/>
            </a:xfrm>
            <a:custGeom>
              <a:avLst/>
              <a:gdLst/>
              <a:ahLst/>
              <a:cxnLst/>
              <a:rect l="l" t="t" r="r" b="b"/>
              <a:pathLst>
                <a:path w="269" h="160" extrusionOk="0">
                  <a:moveTo>
                    <a:pt x="11" y="0"/>
                  </a:moveTo>
                  <a:lnTo>
                    <a:pt x="1" y="10"/>
                  </a:lnTo>
                  <a:lnTo>
                    <a:pt x="257" y="160"/>
                  </a:lnTo>
                  <a:lnTo>
                    <a:pt x="269" y="14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0"/>
            <p:cNvSpPr/>
            <p:nvPr/>
          </p:nvSpPr>
          <p:spPr>
            <a:xfrm>
              <a:off x="2521325" y="584950"/>
              <a:ext cx="6550" cy="4000"/>
            </a:xfrm>
            <a:custGeom>
              <a:avLst/>
              <a:gdLst/>
              <a:ahLst/>
              <a:cxnLst/>
              <a:rect l="l" t="t" r="r" b="b"/>
              <a:pathLst>
                <a:path w="262" h="160" extrusionOk="0">
                  <a:moveTo>
                    <a:pt x="3" y="0"/>
                  </a:moveTo>
                  <a:lnTo>
                    <a:pt x="1" y="10"/>
                  </a:lnTo>
                  <a:lnTo>
                    <a:pt x="259" y="160"/>
                  </a:lnTo>
                  <a:lnTo>
                    <a:pt x="262" y="15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0"/>
            <p:cNvSpPr/>
            <p:nvPr/>
          </p:nvSpPr>
          <p:spPr>
            <a:xfrm>
              <a:off x="2522600" y="582700"/>
              <a:ext cx="6625" cy="3925"/>
            </a:xfrm>
            <a:custGeom>
              <a:avLst/>
              <a:gdLst/>
              <a:ahLst/>
              <a:cxnLst/>
              <a:rect l="l" t="t" r="r" b="b"/>
              <a:pathLst>
                <a:path w="265" h="157" extrusionOk="0">
                  <a:moveTo>
                    <a:pt x="8" y="0"/>
                  </a:moveTo>
                  <a:lnTo>
                    <a:pt x="0" y="8"/>
                  </a:lnTo>
                  <a:lnTo>
                    <a:pt x="258" y="157"/>
                  </a:lnTo>
                  <a:lnTo>
                    <a:pt x="264" y="15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0"/>
            <p:cNvSpPr/>
            <p:nvPr/>
          </p:nvSpPr>
          <p:spPr>
            <a:xfrm>
              <a:off x="2521400" y="584575"/>
              <a:ext cx="6575" cy="4125"/>
            </a:xfrm>
            <a:custGeom>
              <a:avLst/>
              <a:gdLst/>
              <a:ahLst/>
              <a:cxnLst/>
              <a:rect l="l" t="t" r="r" b="b"/>
              <a:pathLst>
                <a:path w="263" h="165" extrusionOk="0">
                  <a:moveTo>
                    <a:pt x="5" y="1"/>
                  </a:moveTo>
                  <a:lnTo>
                    <a:pt x="0" y="15"/>
                  </a:lnTo>
                  <a:lnTo>
                    <a:pt x="259" y="165"/>
                  </a:lnTo>
                  <a:lnTo>
                    <a:pt x="263" y="15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0"/>
            <p:cNvSpPr/>
            <p:nvPr/>
          </p:nvSpPr>
          <p:spPr>
            <a:xfrm>
              <a:off x="2522350" y="582875"/>
              <a:ext cx="6725" cy="4050"/>
            </a:xfrm>
            <a:custGeom>
              <a:avLst/>
              <a:gdLst/>
              <a:ahLst/>
              <a:cxnLst/>
              <a:rect l="l" t="t" r="r" b="b"/>
              <a:pathLst>
                <a:path w="269" h="162" extrusionOk="0">
                  <a:moveTo>
                    <a:pt x="10" y="1"/>
                  </a:moveTo>
                  <a:lnTo>
                    <a:pt x="0" y="12"/>
                  </a:lnTo>
                  <a:lnTo>
                    <a:pt x="258" y="161"/>
                  </a:lnTo>
                  <a:lnTo>
                    <a:pt x="268" y="150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0"/>
            <p:cNvSpPr/>
            <p:nvPr/>
          </p:nvSpPr>
          <p:spPr>
            <a:xfrm>
              <a:off x="2521500" y="584300"/>
              <a:ext cx="6625" cy="4075"/>
            </a:xfrm>
            <a:custGeom>
              <a:avLst/>
              <a:gdLst/>
              <a:ahLst/>
              <a:cxnLst/>
              <a:rect l="l" t="t" r="r" b="b"/>
              <a:pathLst>
                <a:path w="265" h="163" extrusionOk="0">
                  <a:moveTo>
                    <a:pt x="7" y="0"/>
                  </a:moveTo>
                  <a:lnTo>
                    <a:pt x="1" y="12"/>
                  </a:lnTo>
                  <a:lnTo>
                    <a:pt x="259" y="162"/>
                  </a:lnTo>
                  <a:lnTo>
                    <a:pt x="265" y="149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0"/>
            <p:cNvSpPr/>
            <p:nvPr/>
          </p:nvSpPr>
          <p:spPr>
            <a:xfrm>
              <a:off x="2522150" y="583175"/>
              <a:ext cx="6675" cy="4000"/>
            </a:xfrm>
            <a:custGeom>
              <a:avLst/>
              <a:gdLst/>
              <a:ahLst/>
              <a:cxnLst/>
              <a:rect l="l" t="t" r="r" b="b"/>
              <a:pathLst>
                <a:path w="267" h="160" extrusionOk="0">
                  <a:moveTo>
                    <a:pt x="8" y="0"/>
                  </a:moveTo>
                  <a:lnTo>
                    <a:pt x="1" y="9"/>
                  </a:lnTo>
                  <a:lnTo>
                    <a:pt x="259" y="160"/>
                  </a:lnTo>
                  <a:lnTo>
                    <a:pt x="266" y="14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0"/>
            <p:cNvSpPr/>
            <p:nvPr/>
          </p:nvSpPr>
          <p:spPr>
            <a:xfrm>
              <a:off x="2521875" y="583375"/>
              <a:ext cx="6750" cy="4200"/>
            </a:xfrm>
            <a:custGeom>
              <a:avLst/>
              <a:gdLst/>
              <a:ahLst/>
              <a:cxnLst/>
              <a:rect l="l" t="t" r="r" b="b"/>
              <a:pathLst>
                <a:path w="270" h="168" extrusionOk="0">
                  <a:moveTo>
                    <a:pt x="12" y="1"/>
                  </a:moveTo>
                  <a:lnTo>
                    <a:pt x="0" y="18"/>
                  </a:lnTo>
                  <a:lnTo>
                    <a:pt x="258" y="168"/>
                  </a:lnTo>
                  <a:lnTo>
                    <a:pt x="270" y="152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0"/>
            <p:cNvSpPr/>
            <p:nvPr/>
          </p:nvSpPr>
          <p:spPr>
            <a:xfrm>
              <a:off x="2521650" y="583825"/>
              <a:ext cx="6700" cy="4225"/>
            </a:xfrm>
            <a:custGeom>
              <a:avLst/>
              <a:gdLst/>
              <a:ahLst/>
              <a:cxnLst/>
              <a:rect l="l" t="t" r="r" b="b"/>
              <a:pathLst>
                <a:path w="268" h="169" extrusionOk="0">
                  <a:moveTo>
                    <a:pt x="9" y="0"/>
                  </a:moveTo>
                  <a:lnTo>
                    <a:pt x="1" y="19"/>
                  </a:lnTo>
                  <a:lnTo>
                    <a:pt x="259" y="168"/>
                  </a:lnTo>
                  <a:lnTo>
                    <a:pt x="267" y="15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0"/>
            <p:cNvSpPr/>
            <p:nvPr/>
          </p:nvSpPr>
          <p:spPr>
            <a:xfrm>
              <a:off x="2527625" y="556875"/>
              <a:ext cx="54475" cy="70650"/>
            </a:xfrm>
            <a:custGeom>
              <a:avLst/>
              <a:gdLst/>
              <a:ahLst/>
              <a:cxnLst/>
              <a:rect l="l" t="t" r="r" b="b"/>
              <a:pathLst>
                <a:path w="2179" h="2826" extrusionOk="0">
                  <a:moveTo>
                    <a:pt x="1799" y="397"/>
                  </a:moveTo>
                  <a:lnTo>
                    <a:pt x="1090" y="1458"/>
                  </a:lnTo>
                  <a:lnTo>
                    <a:pt x="376" y="1217"/>
                  </a:lnTo>
                  <a:lnTo>
                    <a:pt x="1799" y="397"/>
                  </a:lnTo>
                  <a:close/>
                  <a:moveTo>
                    <a:pt x="1980" y="413"/>
                  </a:moveTo>
                  <a:lnTo>
                    <a:pt x="1983" y="1503"/>
                  </a:lnTo>
                  <a:lnTo>
                    <a:pt x="199" y="2533"/>
                  </a:lnTo>
                  <a:lnTo>
                    <a:pt x="197" y="1442"/>
                  </a:lnTo>
                  <a:lnTo>
                    <a:pt x="197" y="1442"/>
                  </a:lnTo>
                  <a:lnTo>
                    <a:pt x="1030" y="1723"/>
                  </a:lnTo>
                  <a:cubicBezTo>
                    <a:pt x="1036" y="1725"/>
                    <a:pt x="1043" y="1726"/>
                    <a:pt x="1049" y="1726"/>
                  </a:cubicBezTo>
                  <a:cubicBezTo>
                    <a:pt x="1063" y="1726"/>
                    <a:pt x="1078" y="1721"/>
                    <a:pt x="1090" y="1713"/>
                  </a:cubicBezTo>
                  <a:cubicBezTo>
                    <a:pt x="1114" y="1697"/>
                    <a:pt x="1135" y="1679"/>
                    <a:pt x="1151" y="1654"/>
                  </a:cubicBezTo>
                  <a:lnTo>
                    <a:pt x="1980" y="413"/>
                  </a:lnTo>
                  <a:close/>
                  <a:moveTo>
                    <a:pt x="2111" y="1"/>
                  </a:moveTo>
                  <a:lnTo>
                    <a:pt x="2101" y="4"/>
                  </a:lnTo>
                  <a:lnTo>
                    <a:pt x="2092" y="5"/>
                  </a:lnTo>
                  <a:lnTo>
                    <a:pt x="2077" y="14"/>
                  </a:lnTo>
                  <a:lnTo>
                    <a:pt x="92" y="1158"/>
                  </a:lnTo>
                  <a:lnTo>
                    <a:pt x="82" y="1165"/>
                  </a:lnTo>
                  <a:lnTo>
                    <a:pt x="73" y="1172"/>
                  </a:lnTo>
                  <a:lnTo>
                    <a:pt x="63" y="1183"/>
                  </a:lnTo>
                  <a:lnTo>
                    <a:pt x="56" y="1190"/>
                  </a:lnTo>
                  <a:lnTo>
                    <a:pt x="47" y="1201"/>
                  </a:lnTo>
                  <a:lnTo>
                    <a:pt x="40" y="1212"/>
                  </a:lnTo>
                  <a:lnTo>
                    <a:pt x="28" y="1228"/>
                  </a:lnTo>
                  <a:lnTo>
                    <a:pt x="20" y="1245"/>
                  </a:lnTo>
                  <a:lnTo>
                    <a:pt x="14" y="1258"/>
                  </a:lnTo>
                  <a:lnTo>
                    <a:pt x="10" y="1271"/>
                  </a:lnTo>
                  <a:lnTo>
                    <a:pt x="7" y="1281"/>
                  </a:lnTo>
                  <a:lnTo>
                    <a:pt x="4" y="1296"/>
                  </a:lnTo>
                  <a:lnTo>
                    <a:pt x="2" y="1306"/>
                  </a:lnTo>
                  <a:lnTo>
                    <a:pt x="1" y="1322"/>
                  </a:lnTo>
                  <a:lnTo>
                    <a:pt x="4" y="2756"/>
                  </a:lnTo>
                  <a:cubicBezTo>
                    <a:pt x="2" y="2781"/>
                    <a:pt x="12" y="2805"/>
                    <a:pt x="33" y="2820"/>
                  </a:cubicBezTo>
                  <a:cubicBezTo>
                    <a:pt x="42" y="2824"/>
                    <a:pt x="52" y="2826"/>
                    <a:pt x="61" y="2826"/>
                  </a:cubicBezTo>
                  <a:cubicBezTo>
                    <a:pt x="76" y="2826"/>
                    <a:pt x="90" y="2821"/>
                    <a:pt x="102" y="2812"/>
                  </a:cubicBezTo>
                  <a:lnTo>
                    <a:pt x="2082" y="1670"/>
                  </a:lnTo>
                  <a:cubicBezTo>
                    <a:pt x="2138" y="1634"/>
                    <a:pt x="2174" y="1570"/>
                    <a:pt x="2179" y="1502"/>
                  </a:cubicBezTo>
                  <a:lnTo>
                    <a:pt x="2174" y="65"/>
                  </a:lnTo>
                  <a:lnTo>
                    <a:pt x="2173" y="53"/>
                  </a:lnTo>
                  <a:lnTo>
                    <a:pt x="2172" y="44"/>
                  </a:lnTo>
                  <a:lnTo>
                    <a:pt x="2167" y="34"/>
                  </a:lnTo>
                  <a:lnTo>
                    <a:pt x="2164" y="27"/>
                  </a:lnTo>
                  <a:lnTo>
                    <a:pt x="2160" y="20"/>
                  </a:lnTo>
                  <a:lnTo>
                    <a:pt x="2150" y="8"/>
                  </a:lnTo>
                  <a:lnTo>
                    <a:pt x="2143" y="5"/>
                  </a:lnTo>
                  <a:lnTo>
                    <a:pt x="2134" y="2"/>
                  </a:lnTo>
                  <a:lnTo>
                    <a:pt x="2128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0"/>
            <p:cNvSpPr/>
            <p:nvPr/>
          </p:nvSpPr>
          <p:spPr>
            <a:xfrm>
              <a:off x="2550325" y="617900"/>
              <a:ext cx="2625" cy="114275"/>
            </a:xfrm>
            <a:custGeom>
              <a:avLst/>
              <a:gdLst/>
              <a:ahLst/>
              <a:cxnLst/>
              <a:rect l="l" t="t" r="r" b="b"/>
              <a:pathLst>
                <a:path w="105" h="4571" extrusionOk="0">
                  <a:moveTo>
                    <a:pt x="53" y="0"/>
                  </a:moveTo>
                  <a:cubicBezTo>
                    <a:pt x="27" y="0"/>
                    <a:pt x="1" y="18"/>
                    <a:pt x="1" y="52"/>
                  </a:cubicBezTo>
                  <a:lnTo>
                    <a:pt x="1" y="313"/>
                  </a:lnTo>
                  <a:cubicBezTo>
                    <a:pt x="1" y="342"/>
                    <a:pt x="24" y="366"/>
                    <a:pt x="53" y="366"/>
                  </a:cubicBezTo>
                  <a:lnTo>
                    <a:pt x="53" y="369"/>
                  </a:lnTo>
                  <a:cubicBezTo>
                    <a:pt x="82" y="369"/>
                    <a:pt x="105" y="344"/>
                    <a:pt x="105" y="315"/>
                  </a:cubicBezTo>
                  <a:lnTo>
                    <a:pt x="105" y="52"/>
                  </a:lnTo>
                  <a:cubicBezTo>
                    <a:pt x="105" y="18"/>
                    <a:pt x="79" y="0"/>
                    <a:pt x="53" y="0"/>
                  </a:cubicBezTo>
                  <a:close/>
                  <a:moveTo>
                    <a:pt x="53" y="473"/>
                  </a:moveTo>
                  <a:cubicBezTo>
                    <a:pt x="27" y="473"/>
                    <a:pt x="1" y="490"/>
                    <a:pt x="1" y="525"/>
                  </a:cubicBezTo>
                  <a:lnTo>
                    <a:pt x="1" y="838"/>
                  </a:lnTo>
                  <a:cubicBezTo>
                    <a:pt x="1" y="869"/>
                    <a:pt x="24" y="892"/>
                    <a:pt x="53" y="892"/>
                  </a:cubicBezTo>
                  <a:lnTo>
                    <a:pt x="53" y="894"/>
                  </a:lnTo>
                  <a:cubicBezTo>
                    <a:pt x="82" y="894"/>
                    <a:pt x="105" y="870"/>
                    <a:pt x="105" y="841"/>
                  </a:cubicBezTo>
                  <a:lnTo>
                    <a:pt x="105" y="525"/>
                  </a:lnTo>
                  <a:cubicBezTo>
                    <a:pt x="105" y="490"/>
                    <a:pt x="79" y="473"/>
                    <a:pt x="53" y="473"/>
                  </a:cubicBezTo>
                  <a:close/>
                  <a:moveTo>
                    <a:pt x="53" y="998"/>
                  </a:moveTo>
                  <a:cubicBezTo>
                    <a:pt x="27" y="998"/>
                    <a:pt x="1" y="1016"/>
                    <a:pt x="1" y="1052"/>
                  </a:cubicBezTo>
                  <a:lnTo>
                    <a:pt x="1" y="1365"/>
                  </a:lnTo>
                  <a:cubicBezTo>
                    <a:pt x="1" y="1394"/>
                    <a:pt x="24" y="1417"/>
                    <a:pt x="53" y="1417"/>
                  </a:cubicBezTo>
                  <a:lnTo>
                    <a:pt x="53" y="1418"/>
                  </a:lnTo>
                  <a:cubicBezTo>
                    <a:pt x="82" y="1418"/>
                    <a:pt x="105" y="1395"/>
                    <a:pt x="105" y="1366"/>
                  </a:cubicBezTo>
                  <a:lnTo>
                    <a:pt x="105" y="1052"/>
                  </a:lnTo>
                  <a:cubicBezTo>
                    <a:pt x="105" y="1016"/>
                    <a:pt x="79" y="998"/>
                    <a:pt x="53" y="998"/>
                  </a:cubicBezTo>
                  <a:close/>
                  <a:moveTo>
                    <a:pt x="53" y="1524"/>
                  </a:moveTo>
                  <a:cubicBezTo>
                    <a:pt x="27" y="1524"/>
                    <a:pt x="1" y="1542"/>
                    <a:pt x="1" y="1576"/>
                  </a:cubicBezTo>
                  <a:lnTo>
                    <a:pt x="1" y="1890"/>
                  </a:lnTo>
                  <a:cubicBezTo>
                    <a:pt x="1" y="1920"/>
                    <a:pt x="24" y="1943"/>
                    <a:pt x="53" y="1943"/>
                  </a:cubicBezTo>
                  <a:lnTo>
                    <a:pt x="53" y="1945"/>
                  </a:lnTo>
                  <a:cubicBezTo>
                    <a:pt x="82" y="1945"/>
                    <a:pt x="105" y="1920"/>
                    <a:pt x="105" y="1891"/>
                  </a:cubicBezTo>
                  <a:lnTo>
                    <a:pt x="105" y="1576"/>
                  </a:lnTo>
                  <a:cubicBezTo>
                    <a:pt x="105" y="1542"/>
                    <a:pt x="79" y="1524"/>
                    <a:pt x="53" y="1524"/>
                  </a:cubicBezTo>
                  <a:close/>
                  <a:moveTo>
                    <a:pt x="53" y="2049"/>
                  </a:moveTo>
                  <a:cubicBezTo>
                    <a:pt x="27" y="2049"/>
                    <a:pt x="1" y="2067"/>
                    <a:pt x="1" y="2101"/>
                  </a:cubicBezTo>
                  <a:lnTo>
                    <a:pt x="1" y="2416"/>
                  </a:lnTo>
                  <a:cubicBezTo>
                    <a:pt x="1" y="2445"/>
                    <a:pt x="24" y="2468"/>
                    <a:pt x="53" y="2468"/>
                  </a:cubicBezTo>
                  <a:lnTo>
                    <a:pt x="53" y="2470"/>
                  </a:lnTo>
                  <a:cubicBezTo>
                    <a:pt x="82" y="2470"/>
                    <a:pt x="105" y="2447"/>
                    <a:pt x="105" y="2418"/>
                  </a:cubicBezTo>
                  <a:lnTo>
                    <a:pt x="105" y="2101"/>
                  </a:lnTo>
                  <a:cubicBezTo>
                    <a:pt x="105" y="2067"/>
                    <a:pt x="79" y="2049"/>
                    <a:pt x="53" y="2049"/>
                  </a:cubicBezTo>
                  <a:close/>
                  <a:moveTo>
                    <a:pt x="53" y="2575"/>
                  </a:moveTo>
                  <a:cubicBezTo>
                    <a:pt x="27" y="2575"/>
                    <a:pt x="1" y="2592"/>
                    <a:pt x="1" y="2628"/>
                  </a:cubicBezTo>
                  <a:lnTo>
                    <a:pt x="1" y="2942"/>
                  </a:lnTo>
                  <a:cubicBezTo>
                    <a:pt x="1" y="2971"/>
                    <a:pt x="24" y="2995"/>
                    <a:pt x="53" y="2995"/>
                  </a:cubicBezTo>
                  <a:cubicBezTo>
                    <a:pt x="82" y="2995"/>
                    <a:pt x="105" y="2971"/>
                    <a:pt x="105" y="2942"/>
                  </a:cubicBezTo>
                  <a:lnTo>
                    <a:pt x="105" y="2628"/>
                  </a:lnTo>
                  <a:cubicBezTo>
                    <a:pt x="105" y="2592"/>
                    <a:pt x="79" y="2575"/>
                    <a:pt x="53" y="2575"/>
                  </a:cubicBezTo>
                  <a:close/>
                  <a:moveTo>
                    <a:pt x="53" y="3101"/>
                  </a:moveTo>
                  <a:cubicBezTo>
                    <a:pt x="27" y="3101"/>
                    <a:pt x="1" y="3118"/>
                    <a:pt x="1" y="3153"/>
                  </a:cubicBezTo>
                  <a:lnTo>
                    <a:pt x="1" y="3467"/>
                  </a:lnTo>
                  <a:cubicBezTo>
                    <a:pt x="1" y="3496"/>
                    <a:pt x="24" y="3520"/>
                    <a:pt x="53" y="3520"/>
                  </a:cubicBezTo>
                  <a:lnTo>
                    <a:pt x="53" y="3521"/>
                  </a:lnTo>
                  <a:cubicBezTo>
                    <a:pt x="82" y="3521"/>
                    <a:pt x="105" y="3496"/>
                    <a:pt x="105" y="3467"/>
                  </a:cubicBezTo>
                  <a:lnTo>
                    <a:pt x="105" y="3153"/>
                  </a:lnTo>
                  <a:cubicBezTo>
                    <a:pt x="105" y="3118"/>
                    <a:pt x="79" y="3101"/>
                    <a:pt x="53" y="3101"/>
                  </a:cubicBezTo>
                  <a:close/>
                  <a:moveTo>
                    <a:pt x="53" y="3625"/>
                  </a:moveTo>
                  <a:cubicBezTo>
                    <a:pt x="27" y="3625"/>
                    <a:pt x="1" y="3643"/>
                    <a:pt x="1" y="3678"/>
                  </a:cubicBezTo>
                  <a:lnTo>
                    <a:pt x="1" y="3994"/>
                  </a:lnTo>
                  <a:cubicBezTo>
                    <a:pt x="1" y="4023"/>
                    <a:pt x="24" y="4046"/>
                    <a:pt x="53" y="4046"/>
                  </a:cubicBezTo>
                  <a:cubicBezTo>
                    <a:pt x="82" y="4046"/>
                    <a:pt x="105" y="4023"/>
                    <a:pt x="105" y="3994"/>
                  </a:cubicBezTo>
                  <a:lnTo>
                    <a:pt x="105" y="3678"/>
                  </a:lnTo>
                  <a:cubicBezTo>
                    <a:pt x="105" y="3643"/>
                    <a:pt x="79" y="3625"/>
                    <a:pt x="53" y="3625"/>
                  </a:cubicBezTo>
                  <a:close/>
                  <a:moveTo>
                    <a:pt x="53" y="4151"/>
                  </a:moveTo>
                  <a:cubicBezTo>
                    <a:pt x="27" y="4151"/>
                    <a:pt x="1" y="4168"/>
                    <a:pt x="1" y="4204"/>
                  </a:cubicBezTo>
                  <a:lnTo>
                    <a:pt x="1" y="4519"/>
                  </a:lnTo>
                  <a:cubicBezTo>
                    <a:pt x="1" y="4548"/>
                    <a:pt x="24" y="4571"/>
                    <a:pt x="53" y="4571"/>
                  </a:cubicBezTo>
                  <a:cubicBezTo>
                    <a:pt x="82" y="4571"/>
                    <a:pt x="105" y="4548"/>
                    <a:pt x="105" y="4519"/>
                  </a:cubicBezTo>
                  <a:lnTo>
                    <a:pt x="105" y="4204"/>
                  </a:lnTo>
                  <a:cubicBezTo>
                    <a:pt x="105" y="4168"/>
                    <a:pt x="79" y="4151"/>
                    <a:pt x="53" y="415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0"/>
            <p:cNvSpPr/>
            <p:nvPr/>
          </p:nvSpPr>
          <p:spPr>
            <a:xfrm>
              <a:off x="2901325" y="661225"/>
              <a:ext cx="2750" cy="168225"/>
            </a:xfrm>
            <a:custGeom>
              <a:avLst/>
              <a:gdLst/>
              <a:ahLst/>
              <a:cxnLst/>
              <a:rect l="l" t="t" r="r" b="b"/>
              <a:pathLst>
                <a:path w="110" h="6729" extrusionOk="0">
                  <a:moveTo>
                    <a:pt x="55" y="0"/>
                  </a:moveTo>
                  <a:cubicBezTo>
                    <a:pt x="28" y="0"/>
                    <a:pt x="1" y="19"/>
                    <a:pt x="3" y="57"/>
                  </a:cubicBezTo>
                  <a:lnTo>
                    <a:pt x="3" y="368"/>
                  </a:lnTo>
                  <a:cubicBezTo>
                    <a:pt x="3" y="397"/>
                    <a:pt x="26" y="421"/>
                    <a:pt x="55" y="421"/>
                  </a:cubicBezTo>
                  <a:lnTo>
                    <a:pt x="55" y="424"/>
                  </a:lnTo>
                  <a:cubicBezTo>
                    <a:pt x="84" y="424"/>
                    <a:pt x="109" y="400"/>
                    <a:pt x="107" y="371"/>
                  </a:cubicBezTo>
                  <a:lnTo>
                    <a:pt x="107" y="57"/>
                  </a:lnTo>
                  <a:cubicBezTo>
                    <a:pt x="110" y="19"/>
                    <a:pt x="82" y="0"/>
                    <a:pt x="55" y="0"/>
                  </a:cubicBezTo>
                  <a:close/>
                  <a:moveTo>
                    <a:pt x="56" y="529"/>
                  </a:moveTo>
                  <a:cubicBezTo>
                    <a:pt x="31" y="529"/>
                    <a:pt x="5" y="545"/>
                    <a:pt x="3" y="579"/>
                  </a:cubicBezTo>
                  <a:lnTo>
                    <a:pt x="3" y="893"/>
                  </a:lnTo>
                  <a:cubicBezTo>
                    <a:pt x="3" y="922"/>
                    <a:pt x="26" y="947"/>
                    <a:pt x="55" y="947"/>
                  </a:cubicBezTo>
                  <a:lnTo>
                    <a:pt x="55" y="950"/>
                  </a:lnTo>
                  <a:cubicBezTo>
                    <a:pt x="84" y="950"/>
                    <a:pt x="107" y="925"/>
                    <a:pt x="107" y="896"/>
                  </a:cubicBezTo>
                  <a:lnTo>
                    <a:pt x="107" y="579"/>
                  </a:lnTo>
                  <a:cubicBezTo>
                    <a:pt x="106" y="545"/>
                    <a:pt x="81" y="529"/>
                    <a:pt x="56" y="529"/>
                  </a:cubicBezTo>
                  <a:close/>
                  <a:moveTo>
                    <a:pt x="55" y="1051"/>
                  </a:moveTo>
                  <a:cubicBezTo>
                    <a:pt x="28" y="1051"/>
                    <a:pt x="1" y="1070"/>
                    <a:pt x="3" y="1107"/>
                  </a:cubicBezTo>
                  <a:lnTo>
                    <a:pt x="3" y="1420"/>
                  </a:lnTo>
                  <a:cubicBezTo>
                    <a:pt x="3" y="1449"/>
                    <a:pt x="26" y="1472"/>
                    <a:pt x="55" y="1472"/>
                  </a:cubicBezTo>
                  <a:lnTo>
                    <a:pt x="55" y="1475"/>
                  </a:lnTo>
                  <a:cubicBezTo>
                    <a:pt x="84" y="1475"/>
                    <a:pt x="107" y="1452"/>
                    <a:pt x="107" y="1423"/>
                  </a:cubicBezTo>
                  <a:lnTo>
                    <a:pt x="107" y="1107"/>
                  </a:lnTo>
                  <a:cubicBezTo>
                    <a:pt x="110" y="1070"/>
                    <a:pt x="82" y="1051"/>
                    <a:pt x="55" y="1051"/>
                  </a:cubicBezTo>
                  <a:close/>
                  <a:moveTo>
                    <a:pt x="55" y="1576"/>
                  </a:moveTo>
                  <a:cubicBezTo>
                    <a:pt x="28" y="1576"/>
                    <a:pt x="1" y="1595"/>
                    <a:pt x="3" y="1633"/>
                  </a:cubicBezTo>
                  <a:lnTo>
                    <a:pt x="3" y="1945"/>
                  </a:lnTo>
                  <a:cubicBezTo>
                    <a:pt x="3" y="1974"/>
                    <a:pt x="26" y="1998"/>
                    <a:pt x="55" y="1998"/>
                  </a:cubicBezTo>
                  <a:lnTo>
                    <a:pt x="55" y="2000"/>
                  </a:lnTo>
                  <a:cubicBezTo>
                    <a:pt x="84" y="2000"/>
                    <a:pt x="107" y="1977"/>
                    <a:pt x="107" y="1948"/>
                  </a:cubicBezTo>
                  <a:lnTo>
                    <a:pt x="107" y="1633"/>
                  </a:lnTo>
                  <a:cubicBezTo>
                    <a:pt x="110" y="1595"/>
                    <a:pt x="82" y="1576"/>
                    <a:pt x="55" y="1576"/>
                  </a:cubicBezTo>
                  <a:close/>
                  <a:moveTo>
                    <a:pt x="56" y="2106"/>
                  </a:moveTo>
                  <a:cubicBezTo>
                    <a:pt x="31" y="2106"/>
                    <a:pt x="5" y="2122"/>
                    <a:pt x="3" y="2155"/>
                  </a:cubicBezTo>
                  <a:lnTo>
                    <a:pt x="3" y="2471"/>
                  </a:lnTo>
                  <a:cubicBezTo>
                    <a:pt x="3" y="2500"/>
                    <a:pt x="26" y="2523"/>
                    <a:pt x="55" y="2523"/>
                  </a:cubicBezTo>
                  <a:lnTo>
                    <a:pt x="55" y="2526"/>
                  </a:lnTo>
                  <a:cubicBezTo>
                    <a:pt x="84" y="2526"/>
                    <a:pt x="107" y="2501"/>
                    <a:pt x="107" y="2474"/>
                  </a:cubicBezTo>
                  <a:lnTo>
                    <a:pt x="107" y="2155"/>
                  </a:lnTo>
                  <a:cubicBezTo>
                    <a:pt x="106" y="2122"/>
                    <a:pt x="81" y="2106"/>
                    <a:pt x="56" y="2106"/>
                  </a:cubicBezTo>
                  <a:close/>
                  <a:moveTo>
                    <a:pt x="55" y="2627"/>
                  </a:moveTo>
                  <a:cubicBezTo>
                    <a:pt x="28" y="2627"/>
                    <a:pt x="1" y="2646"/>
                    <a:pt x="3" y="2683"/>
                  </a:cubicBezTo>
                  <a:lnTo>
                    <a:pt x="3" y="2996"/>
                  </a:lnTo>
                  <a:cubicBezTo>
                    <a:pt x="3" y="3025"/>
                    <a:pt x="26" y="3050"/>
                    <a:pt x="55" y="3050"/>
                  </a:cubicBezTo>
                  <a:lnTo>
                    <a:pt x="55" y="3051"/>
                  </a:lnTo>
                  <a:cubicBezTo>
                    <a:pt x="84" y="3051"/>
                    <a:pt x="107" y="3028"/>
                    <a:pt x="107" y="2999"/>
                  </a:cubicBezTo>
                  <a:lnTo>
                    <a:pt x="107" y="2683"/>
                  </a:lnTo>
                  <a:cubicBezTo>
                    <a:pt x="110" y="2646"/>
                    <a:pt x="82" y="2627"/>
                    <a:pt x="55" y="2627"/>
                  </a:cubicBezTo>
                  <a:close/>
                  <a:moveTo>
                    <a:pt x="55" y="3153"/>
                  </a:moveTo>
                  <a:cubicBezTo>
                    <a:pt x="28" y="3153"/>
                    <a:pt x="1" y="3171"/>
                    <a:pt x="3" y="3209"/>
                  </a:cubicBezTo>
                  <a:lnTo>
                    <a:pt x="3" y="3522"/>
                  </a:lnTo>
                  <a:cubicBezTo>
                    <a:pt x="3" y="3551"/>
                    <a:pt x="26" y="3575"/>
                    <a:pt x="55" y="3575"/>
                  </a:cubicBezTo>
                  <a:lnTo>
                    <a:pt x="55" y="3576"/>
                  </a:lnTo>
                  <a:cubicBezTo>
                    <a:pt x="84" y="3576"/>
                    <a:pt x="107" y="3553"/>
                    <a:pt x="107" y="3525"/>
                  </a:cubicBezTo>
                  <a:lnTo>
                    <a:pt x="107" y="3209"/>
                  </a:lnTo>
                  <a:cubicBezTo>
                    <a:pt x="110" y="3171"/>
                    <a:pt x="82" y="3153"/>
                    <a:pt x="55" y="3153"/>
                  </a:cubicBezTo>
                  <a:close/>
                  <a:moveTo>
                    <a:pt x="55" y="3679"/>
                  </a:moveTo>
                  <a:cubicBezTo>
                    <a:pt x="28" y="3679"/>
                    <a:pt x="1" y="3697"/>
                    <a:pt x="3" y="3734"/>
                  </a:cubicBezTo>
                  <a:lnTo>
                    <a:pt x="3" y="4047"/>
                  </a:lnTo>
                  <a:cubicBezTo>
                    <a:pt x="3" y="4076"/>
                    <a:pt x="26" y="4101"/>
                    <a:pt x="55" y="4101"/>
                  </a:cubicBezTo>
                  <a:lnTo>
                    <a:pt x="55" y="4102"/>
                  </a:lnTo>
                  <a:cubicBezTo>
                    <a:pt x="84" y="4102"/>
                    <a:pt x="107" y="4078"/>
                    <a:pt x="107" y="4049"/>
                  </a:cubicBezTo>
                  <a:lnTo>
                    <a:pt x="107" y="3734"/>
                  </a:lnTo>
                  <a:cubicBezTo>
                    <a:pt x="110" y="3697"/>
                    <a:pt x="82" y="3679"/>
                    <a:pt x="55" y="3679"/>
                  </a:cubicBezTo>
                  <a:close/>
                  <a:moveTo>
                    <a:pt x="55" y="4203"/>
                  </a:moveTo>
                  <a:cubicBezTo>
                    <a:pt x="28" y="4203"/>
                    <a:pt x="1" y="4222"/>
                    <a:pt x="3" y="4259"/>
                  </a:cubicBezTo>
                  <a:lnTo>
                    <a:pt x="3" y="4574"/>
                  </a:lnTo>
                  <a:cubicBezTo>
                    <a:pt x="3" y="4603"/>
                    <a:pt x="26" y="4626"/>
                    <a:pt x="55" y="4626"/>
                  </a:cubicBezTo>
                  <a:lnTo>
                    <a:pt x="55" y="4627"/>
                  </a:lnTo>
                  <a:cubicBezTo>
                    <a:pt x="84" y="4627"/>
                    <a:pt x="107" y="4604"/>
                    <a:pt x="107" y="4574"/>
                  </a:cubicBezTo>
                  <a:lnTo>
                    <a:pt x="107" y="4259"/>
                  </a:lnTo>
                  <a:cubicBezTo>
                    <a:pt x="110" y="4222"/>
                    <a:pt x="82" y="4203"/>
                    <a:pt x="55" y="4203"/>
                  </a:cubicBezTo>
                  <a:close/>
                  <a:moveTo>
                    <a:pt x="55" y="4729"/>
                  </a:moveTo>
                  <a:cubicBezTo>
                    <a:pt x="28" y="4729"/>
                    <a:pt x="1" y="4748"/>
                    <a:pt x="3" y="4785"/>
                  </a:cubicBezTo>
                  <a:lnTo>
                    <a:pt x="3" y="5099"/>
                  </a:lnTo>
                  <a:cubicBezTo>
                    <a:pt x="3" y="5128"/>
                    <a:pt x="26" y="5152"/>
                    <a:pt x="55" y="5152"/>
                  </a:cubicBezTo>
                  <a:cubicBezTo>
                    <a:pt x="84" y="5152"/>
                    <a:pt x="107" y="5129"/>
                    <a:pt x="107" y="5100"/>
                  </a:cubicBezTo>
                  <a:lnTo>
                    <a:pt x="107" y="4785"/>
                  </a:lnTo>
                  <a:cubicBezTo>
                    <a:pt x="110" y="4748"/>
                    <a:pt x="82" y="4729"/>
                    <a:pt x="55" y="4729"/>
                  </a:cubicBezTo>
                  <a:close/>
                  <a:moveTo>
                    <a:pt x="55" y="5255"/>
                  </a:moveTo>
                  <a:cubicBezTo>
                    <a:pt x="28" y="5255"/>
                    <a:pt x="1" y="5273"/>
                    <a:pt x="3" y="5310"/>
                  </a:cubicBezTo>
                  <a:lnTo>
                    <a:pt x="3" y="5625"/>
                  </a:lnTo>
                  <a:cubicBezTo>
                    <a:pt x="3" y="5654"/>
                    <a:pt x="26" y="5677"/>
                    <a:pt x="55" y="5677"/>
                  </a:cubicBezTo>
                  <a:cubicBezTo>
                    <a:pt x="56" y="5677"/>
                    <a:pt x="57" y="5677"/>
                    <a:pt x="58" y="5677"/>
                  </a:cubicBezTo>
                  <a:cubicBezTo>
                    <a:pt x="86" y="5677"/>
                    <a:pt x="107" y="5653"/>
                    <a:pt x="107" y="5625"/>
                  </a:cubicBezTo>
                  <a:lnTo>
                    <a:pt x="107" y="5310"/>
                  </a:lnTo>
                  <a:cubicBezTo>
                    <a:pt x="110" y="5273"/>
                    <a:pt x="82" y="5255"/>
                    <a:pt x="55" y="5255"/>
                  </a:cubicBezTo>
                  <a:close/>
                  <a:moveTo>
                    <a:pt x="55" y="5780"/>
                  </a:moveTo>
                  <a:cubicBezTo>
                    <a:pt x="28" y="5780"/>
                    <a:pt x="1" y="5798"/>
                    <a:pt x="3" y="5835"/>
                  </a:cubicBezTo>
                  <a:lnTo>
                    <a:pt x="3" y="6150"/>
                  </a:lnTo>
                  <a:cubicBezTo>
                    <a:pt x="3" y="6179"/>
                    <a:pt x="26" y="6203"/>
                    <a:pt x="55" y="6203"/>
                  </a:cubicBezTo>
                  <a:cubicBezTo>
                    <a:pt x="84" y="6203"/>
                    <a:pt x="107" y="6180"/>
                    <a:pt x="107" y="6151"/>
                  </a:cubicBezTo>
                  <a:lnTo>
                    <a:pt x="107" y="5835"/>
                  </a:lnTo>
                  <a:cubicBezTo>
                    <a:pt x="110" y="5798"/>
                    <a:pt x="82" y="5780"/>
                    <a:pt x="55" y="5780"/>
                  </a:cubicBezTo>
                  <a:close/>
                  <a:moveTo>
                    <a:pt x="55" y="6305"/>
                  </a:moveTo>
                  <a:cubicBezTo>
                    <a:pt x="28" y="6305"/>
                    <a:pt x="1" y="6324"/>
                    <a:pt x="3" y="6362"/>
                  </a:cubicBezTo>
                  <a:lnTo>
                    <a:pt x="3" y="6676"/>
                  </a:lnTo>
                  <a:cubicBezTo>
                    <a:pt x="3" y="6705"/>
                    <a:pt x="26" y="6728"/>
                    <a:pt x="55" y="6728"/>
                  </a:cubicBezTo>
                  <a:cubicBezTo>
                    <a:pt x="84" y="6728"/>
                    <a:pt x="107" y="6705"/>
                    <a:pt x="107" y="6676"/>
                  </a:cubicBezTo>
                  <a:lnTo>
                    <a:pt x="107" y="6362"/>
                  </a:lnTo>
                  <a:cubicBezTo>
                    <a:pt x="110" y="6324"/>
                    <a:pt x="82" y="6305"/>
                    <a:pt x="55" y="6305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0"/>
            <p:cNvSpPr/>
            <p:nvPr/>
          </p:nvSpPr>
          <p:spPr>
            <a:xfrm>
              <a:off x="3088700" y="880875"/>
              <a:ext cx="2675" cy="102450"/>
            </a:xfrm>
            <a:custGeom>
              <a:avLst/>
              <a:gdLst/>
              <a:ahLst/>
              <a:cxnLst/>
              <a:rect l="l" t="t" r="r" b="b"/>
              <a:pathLst>
                <a:path w="107" h="4098" extrusionOk="0">
                  <a:moveTo>
                    <a:pt x="54" y="0"/>
                  </a:moveTo>
                  <a:cubicBezTo>
                    <a:pt x="27" y="0"/>
                    <a:pt x="1" y="17"/>
                    <a:pt x="1" y="52"/>
                  </a:cubicBezTo>
                  <a:lnTo>
                    <a:pt x="1" y="365"/>
                  </a:lnTo>
                  <a:cubicBezTo>
                    <a:pt x="1" y="394"/>
                    <a:pt x="24" y="419"/>
                    <a:pt x="54" y="419"/>
                  </a:cubicBezTo>
                  <a:lnTo>
                    <a:pt x="54" y="421"/>
                  </a:lnTo>
                  <a:cubicBezTo>
                    <a:pt x="83" y="421"/>
                    <a:pt x="106" y="396"/>
                    <a:pt x="106" y="367"/>
                  </a:cubicBezTo>
                  <a:lnTo>
                    <a:pt x="106" y="52"/>
                  </a:lnTo>
                  <a:cubicBezTo>
                    <a:pt x="106" y="17"/>
                    <a:pt x="80" y="0"/>
                    <a:pt x="54" y="0"/>
                  </a:cubicBezTo>
                  <a:close/>
                  <a:moveTo>
                    <a:pt x="54" y="525"/>
                  </a:moveTo>
                  <a:cubicBezTo>
                    <a:pt x="27" y="525"/>
                    <a:pt x="1" y="542"/>
                    <a:pt x="1" y="577"/>
                  </a:cubicBezTo>
                  <a:lnTo>
                    <a:pt x="1" y="892"/>
                  </a:lnTo>
                  <a:cubicBezTo>
                    <a:pt x="1" y="921"/>
                    <a:pt x="24" y="944"/>
                    <a:pt x="54" y="944"/>
                  </a:cubicBezTo>
                  <a:lnTo>
                    <a:pt x="54" y="946"/>
                  </a:lnTo>
                  <a:cubicBezTo>
                    <a:pt x="83" y="946"/>
                    <a:pt x="106" y="922"/>
                    <a:pt x="106" y="893"/>
                  </a:cubicBezTo>
                  <a:lnTo>
                    <a:pt x="106" y="577"/>
                  </a:lnTo>
                  <a:cubicBezTo>
                    <a:pt x="106" y="542"/>
                    <a:pt x="80" y="525"/>
                    <a:pt x="54" y="525"/>
                  </a:cubicBezTo>
                  <a:close/>
                  <a:moveTo>
                    <a:pt x="54" y="1050"/>
                  </a:moveTo>
                  <a:cubicBezTo>
                    <a:pt x="27" y="1050"/>
                    <a:pt x="1" y="1068"/>
                    <a:pt x="1" y="1104"/>
                  </a:cubicBezTo>
                  <a:lnTo>
                    <a:pt x="1" y="1417"/>
                  </a:lnTo>
                  <a:cubicBezTo>
                    <a:pt x="1" y="1446"/>
                    <a:pt x="24" y="1470"/>
                    <a:pt x="54" y="1470"/>
                  </a:cubicBezTo>
                  <a:cubicBezTo>
                    <a:pt x="83" y="1470"/>
                    <a:pt x="106" y="1447"/>
                    <a:pt x="106" y="1418"/>
                  </a:cubicBezTo>
                  <a:lnTo>
                    <a:pt x="106" y="1104"/>
                  </a:lnTo>
                  <a:cubicBezTo>
                    <a:pt x="106" y="1068"/>
                    <a:pt x="80" y="1050"/>
                    <a:pt x="54" y="1050"/>
                  </a:cubicBezTo>
                  <a:close/>
                  <a:moveTo>
                    <a:pt x="54" y="1576"/>
                  </a:moveTo>
                  <a:cubicBezTo>
                    <a:pt x="27" y="1576"/>
                    <a:pt x="1" y="1594"/>
                    <a:pt x="1" y="1628"/>
                  </a:cubicBezTo>
                  <a:lnTo>
                    <a:pt x="1" y="1943"/>
                  </a:lnTo>
                  <a:cubicBezTo>
                    <a:pt x="1" y="1972"/>
                    <a:pt x="24" y="1995"/>
                    <a:pt x="54" y="1995"/>
                  </a:cubicBezTo>
                  <a:lnTo>
                    <a:pt x="54" y="1997"/>
                  </a:lnTo>
                  <a:cubicBezTo>
                    <a:pt x="83" y="1997"/>
                    <a:pt x="106" y="1972"/>
                    <a:pt x="106" y="1943"/>
                  </a:cubicBezTo>
                  <a:lnTo>
                    <a:pt x="106" y="1628"/>
                  </a:lnTo>
                  <a:cubicBezTo>
                    <a:pt x="106" y="1594"/>
                    <a:pt x="80" y="1576"/>
                    <a:pt x="54" y="1576"/>
                  </a:cubicBezTo>
                  <a:close/>
                  <a:moveTo>
                    <a:pt x="54" y="2101"/>
                  </a:moveTo>
                  <a:cubicBezTo>
                    <a:pt x="27" y="2101"/>
                    <a:pt x="1" y="2119"/>
                    <a:pt x="1" y="2153"/>
                  </a:cubicBezTo>
                  <a:lnTo>
                    <a:pt x="1" y="2468"/>
                  </a:lnTo>
                  <a:cubicBezTo>
                    <a:pt x="1" y="2497"/>
                    <a:pt x="24" y="2522"/>
                    <a:pt x="54" y="2522"/>
                  </a:cubicBezTo>
                  <a:cubicBezTo>
                    <a:pt x="83" y="2522"/>
                    <a:pt x="106" y="2499"/>
                    <a:pt x="106" y="2470"/>
                  </a:cubicBezTo>
                  <a:lnTo>
                    <a:pt x="106" y="2153"/>
                  </a:lnTo>
                  <a:cubicBezTo>
                    <a:pt x="106" y="2119"/>
                    <a:pt x="80" y="2101"/>
                    <a:pt x="54" y="2101"/>
                  </a:cubicBezTo>
                  <a:close/>
                  <a:moveTo>
                    <a:pt x="54" y="2626"/>
                  </a:moveTo>
                  <a:cubicBezTo>
                    <a:pt x="27" y="2626"/>
                    <a:pt x="1" y="2644"/>
                    <a:pt x="1" y="2680"/>
                  </a:cubicBezTo>
                  <a:lnTo>
                    <a:pt x="1" y="2994"/>
                  </a:lnTo>
                  <a:cubicBezTo>
                    <a:pt x="1" y="3023"/>
                    <a:pt x="24" y="3047"/>
                    <a:pt x="54" y="3047"/>
                  </a:cubicBezTo>
                  <a:cubicBezTo>
                    <a:pt x="83" y="3047"/>
                    <a:pt x="106" y="3023"/>
                    <a:pt x="106" y="2994"/>
                  </a:cubicBezTo>
                  <a:lnTo>
                    <a:pt x="106" y="2680"/>
                  </a:lnTo>
                  <a:cubicBezTo>
                    <a:pt x="106" y="2644"/>
                    <a:pt x="80" y="2626"/>
                    <a:pt x="54" y="2626"/>
                  </a:cubicBezTo>
                  <a:close/>
                  <a:moveTo>
                    <a:pt x="54" y="3153"/>
                  </a:moveTo>
                  <a:cubicBezTo>
                    <a:pt x="27" y="3153"/>
                    <a:pt x="1" y="3170"/>
                    <a:pt x="1" y="3205"/>
                  </a:cubicBezTo>
                  <a:lnTo>
                    <a:pt x="1" y="3519"/>
                  </a:lnTo>
                  <a:cubicBezTo>
                    <a:pt x="1" y="3548"/>
                    <a:pt x="24" y="3573"/>
                    <a:pt x="54" y="3573"/>
                  </a:cubicBezTo>
                  <a:cubicBezTo>
                    <a:pt x="83" y="3573"/>
                    <a:pt x="106" y="3548"/>
                    <a:pt x="106" y="3519"/>
                  </a:cubicBezTo>
                  <a:lnTo>
                    <a:pt x="106" y="3205"/>
                  </a:lnTo>
                  <a:cubicBezTo>
                    <a:pt x="106" y="3170"/>
                    <a:pt x="80" y="3153"/>
                    <a:pt x="54" y="3153"/>
                  </a:cubicBezTo>
                  <a:close/>
                  <a:moveTo>
                    <a:pt x="54" y="3677"/>
                  </a:moveTo>
                  <a:cubicBezTo>
                    <a:pt x="27" y="3677"/>
                    <a:pt x="1" y="3695"/>
                    <a:pt x="1" y="3730"/>
                  </a:cubicBezTo>
                  <a:lnTo>
                    <a:pt x="1" y="4046"/>
                  </a:lnTo>
                  <a:cubicBezTo>
                    <a:pt x="1" y="4075"/>
                    <a:pt x="24" y="4098"/>
                    <a:pt x="54" y="4098"/>
                  </a:cubicBezTo>
                  <a:cubicBezTo>
                    <a:pt x="83" y="4098"/>
                    <a:pt x="106" y="4075"/>
                    <a:pt x="106" y="4046"/>
                  </a:cubicBezTo>
                  <a:lnTo>
                    <a:pt x="106" y="3730"/>
                  </a:lnTo>
                  <a:cubicBezTo>
                    <a:pt x="106" y="3695"/>
                    <a:pt x="80" y="3677"/>
                    <a:pt x="54" y="3677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0"/>
            <p:cNvSpPr/>
            <p:nvPr/>
          </p:nvSpPr>
          <p:spPr>
            <a:xfrm>
              <a:off x="2703875" y="641100"/>
              <a:ext cx="7350" cy="4725"/>
            </a:xfrm>
            <a:custGeom>
              <a:avLst/>
              <a:gdLst/>
              <a:ahLst/>
              <a:cxnLst/>
              <a:rect l="l" t="t" r="r" b="b"/>
              <a:pathLst>
                <a:path w="294" h="189" extrusionOk="0">
                  <a:moveTo>
                    <a:pt x="79" y="1"/>
                  </a:moveTo>
                  <a:cubicBezTo>
                    <a:pt x="31" y="1"/>
                    <a:pt x="0" y="76"/>
                    <a:pt x="59" y="103"/>
                  </a:cubicBezTo>
                  <a:lnTo>
                    <a:pt x="195" y="182"/>
                  </a:lnTo>
                  <a:cubicBezTo>
                    <a:pt x="203" y="186"/>
                    <a:pt x="213" y="189"/>
                    <a:pt x="222" y="189"/>
                  </a:cubicBezTo>
                  <a:cubicBezTo>
                    <a:pt x="275" y="189"/>
                    <a:pt x="294" y="118"/>
                    <a:pt x="248" y="90"/>
                  </a:cubicBezTo>
                  <a:lnTo>
                    <a:pt x="111" y="12"/>
                  </a:lnTo>
                  <a:cubicBezTo>
                    <a:pt x="100" y="4"/>
                    <a:pt x="89" y="1"/>
                    <a:pt x="79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0"/>
            <p:cNvSpPr/>
            <p:nvPr/>
          </p:nvSpPr>
          <p:spPr>
            <a:xfrm>
              <a:off x="2674250" y="624000"/>
              <a:ext cx="29625" cy="17600"/>
            </a:xfrm>
            <a:custGeom>
              <a:avLst/>
              <a:gdLst/>
              <a:ahLst/>
              <a:cxnLst/>
              <a:rect l="l" t="t" r="r" b="b"/>
              <a:pathLst>
                <a:path w="1185" h="704" extrusionOk="0">
                  <a:moveTo>
                    <a:pt x="78" y="1"/>
                  </a:moveTo>
                  <a:cubicBezTo>
                    <a:pt x="30" y="1"/>
                    <a:pt x="0" y="75"/>
                    <a:pt x="56" y="103"/>
                  </a:cubicBezTo>
                  <a:lnTo>
                    <a:pt x="294" y="239"/>
                  </a:lnTo>
                  <a:cubicBezTo>
                    <a:pt x="302" y="243"/>
                    <a:pt x="312" y="246"/>
                    <a:pt x="320" y="246"/>
                  </a:cubicBezTo>
                  <a:cubicBezTo>
                    <a:pt x="374" y="246"/>
                    <a:pt x="393" y="175"/>
                    <a:pt x="346" y="149"/>
                  </a:cubicBezTo>
                  <a:lnTo>
                    <a:pt x="109" y="11"/>
                  </a:lnTo>
                  <a:cubicBezTo>
                    <a:pt x="98" y="4"/>
                    <a:pt x="87" y="1"/>
                    <a:pt x="78" y="1"/>
                  </a:cubicBezTo>
                  <a:close/>
                  <a:moveTo>
                    <a:pt x="483" y="234"/>
                  </a:moveTo>
                  <a:cubicBezTo>
                    <a:pt x="437" y="234"/>
                    <a:pt x="409" y="298"/>
                    <a:pt x="454" y="330"/>
                  </a:cubicBezTo>
                  <a:lnTo>
                    <a:pt x="690" y="467"/>
                  </a:lnTo>
                  <a:cubicBezTo>
                    <a:pt x="697" y="471"/>
                    <a:pt x="706" y="474"/>
                    <a:pt x="716" y="474"/>
                  </a:cubicBezTo>
                  <a:cubicBezTo>
                    <a:pt x="770" y="474"/>
                    <a:pt x="789" y="403"/>
                    <a:pt x="742" y="377"/>
                  </a:cubicBezTo>
                  <a:lnTo>
                    <a:pt x="506" y="239"/>
                  </a:lnTo>
                  <a:cubicBezTo>
                    <a:pt x="498" y="236"/>
                    <a:pt x="490" y="234"/>
                    <a:pt x="483" y="234"/>
                  </a:cubicBezTo>
                  <a:close/>
                  <a:moveTo>
                    <a:pt x="869" y="457"/>
                  </a:moveTo>
                  <a:cubicBezTo>
                    <a:pt x="821" y="457"/>
                    <a:pt x="791" y="532"/>
                    <a:pt x="848" y="558"/>
                  </a:cubicBezTo>
                  <a:lnTo>
                    <a:pt x="1086" y="696"/>
                  </a:lnTo>
                  <a:cubicBezTo>
                    <a:pt x="1093" y="700"/>
                    <a:pt x="1102" y="702"/>
                    <a:pt x="1112" y="702"/>
                  </a:cubicBezTo>
                  <a:lnTo>
                    <a:pt x="1112" y="703"/>
                  </a:lnTo>
                  <a:cubicBezTo>
                    <a:pt x="1166" y="703"/>
                    <a:pt x="1185" y="632"/>
                    <a:pt x="1138" y="605"/>
                  </a:cubicBezTo>
                  <a:lnTo>
                    <a:pt x="900" y="468"/>
                  </a:lnTo>
                  <a:cubicBezTo>
                    <a:pt x="890" y="460"/>
                    <a:pt x="879" y="457"/>
                    <a:pt x="869" y="457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0"/>
            <p:cNvSpPr/>
            <p:nvPr/>
          </p:nvSpPr>
          <p:spPr>
            <a:xfrm>
              <a:off x="2663725" y="619625"/>
              <a:ext cx="10450" cy="4825"/>
            </a:xfrm>
            <a:custGeom>
              <a:avLst/>
              <a:gdLst/>
              <a:ahLst/>
              <a:cxnLst/>
              <a:rect l="l" t="t" r="r" b="b"/>
              <a:pathLst>
                <a:path w="418" h="193" extrusionOk="0">
                  <a:moveTo>
                    <a:pt x="209" y="1"/>
                  </a:moveTo>
                  <a:lnTo>
                    <a:pt x="47" y="95"/>
                  </a:lnTo>
                  <a:cubicBezTo>
                    <a:pt x="0" y="123"/>
                    <a:pt x="19" y="192"/>
                    <a:pt x="73" y="192"/>
                  </a:cubicBezTo>
                  <a:cubicBezTo>
                    <a:pt x="83" y="192"/>
                    <a:pt x="92" y="191"/>
                    <a:pt x="100" y="185"/>
                  </a:cubicBezTo>
                  <a:lnTo>
                    <a:pt x="211" y="121"/>
                  </a:lnTo>
                  <a:lnTo>
                    <a:pt x="321" y="185"/>
                  </a:lnTo>
                  <a:cubicBezTo>
                    <a:pt x="329" y="189"/>
                    <a:pt x="337" y="191"/>
                    <a:pt x="344" y="191"/>
                  </a:cubicBezTo>
                  <a:cubicBezTo>
                    <a:pt x="390" y="191"/>
                    <a:pt x="418" y="126"/>
                    <a:pt x="373" y="94"/>
                  </a:cubicBezTo>
                  <a:lnTo>
                    <a:pt x="209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0"/>
            <p:cNvSpPr/>
            <p:nvPr/>
          </p:nvSpPr>
          <p:spPr>
            <a:xfrm>
              <a:off x="2558625" y="624500"/>
              <a:ext cx="104300" cy="61425"/>
            </a:xfrm>
            <a:custGeom>
              <a:avLst/>
              <a:gdLst/>
              <a:ahLst/>
              <a:cxnLst/>
              <a:rect l="l" t="t" r="r" b="b"/>
              <a:pathLst>
                <a:path w="4172" h="2457" extrusionOk="0">
                  <a:moveTo>
                    <a:pt x="4095" y="0"/>
                  </a:moveTo>
                  <a:cubicBezTo>
                    <a:pt x="4085" y="0"/>
                    <a:pt x="4074" y="3"/>
                    <a:pt x="4064" y="10"/>
                  </a:cubicBezTo>
                  <a:lnTo>
                    <a:pt x="3782" y="173"/>
                  </a:lnTo>
                  <a:cubicBezTo>
                    <a:pt x="3736" y="200"/>
                    <a:pt x="3755" y="271"/>
                    <a:pt x="3810" y="271"/>
                  </a:cubicBezTo>
                  <a:cubicBezTo>
                    <a:pt x="3819" y="271"/>
                    <a:pt x="3827" y="268"/>
                    <a:pt x="3836" y="264"/>
                  </a:cubicBezTo>
                  <a:lnTo>
                    <a:pt x="4117" y="100"/>
                  </a:lnTo>
                  <a:cubicBezTo>
                    <a:pt x="4172" y="73"/>
                    <a:pt x="4142" y="0"/>
                    <a:pt x="4095" y="0"/>
                  </a:cubicBezTo>
                  <a:close/>
                  <a:moveTo>
                    <a:pt x="3620" y="276"/>
                  </a:moveTo>
                  <a:cubicBezTo>
                    <a:pt x="3612" y="276"/>
                    <a:pt x="3603" y="278"/>
                    <a:pt x="3594" y="283"/>
                  </a:cubicBezTo>
                  <a:lnTo>
                    <a:pt x="3313" y="445"/>
                  </a:lnTo>
                  <a:cubicBezTo>
                    <a:pt x="3288" y="460"/>
                    <a:pt x="3279" y="493"/>
                    <a:pt x="3295" y="518"/>
                  </a:cubicBezTo>
                  <a:cubicBezTo>
                    <a:pt x="3304" y="534"/>
                    <a:pt x="3321" y="544"/>
                    <a:pt x="3340" y="544"/>
                  </a:cubicBezTo>
                  <a:cubicBezTo>
                    <a:pt x="3349" y="544"/>
                    <a:pt x="3358" y="541"/>
                    <a:pt x="3366" y="537"/>
                  </a:cubicBezTo>
                  <a:lnTo>
                    <a:pt x="3648" y="373"/>
                  </a:lnTo>
                  <a:cubicBezTo>
                    <a:pt x="3696" y="342"/>
                    <a:pt x="3666" y="276"/>
                    <a:pt x="3620" y="276"/>
                  </a:cubicBezTo>
                  <a:close/>
                  <a:moveTo>
                    <a:pt x="3151" y="549"/>
                  </a:moveTo>
                  <a:cubicBezTo>
                    <a:pt x="3143" y="549"/>
                    <a:pt x="3134" y="551"/>
                    <a:pt x="3126" y="556"/>
                  </a:cubicBezTo>
                  <a:lnTo>
                    <a:pt x="2844" y="719"/>
                  </a:lnTo>
                  <a:cubicBezTo>
                    <a:pt x="2820" y="734"/>
                    <a:pt x="2811" y="766"/>
                    <a:pt x="2827" y="792"/>
                  </a:cubicBezTo>
                  <a:cubicBezTo>
                    <a:pt x="2836" y="808"/>
                    <a:pt x="2853" y="818"/>
                    <a:pt x="2872" y="818"/>
                  </a:cubicBezTo>
                  <a:lnTo>
                    <a:pt x="2872" y="817"/>
                  </a:lnTo>
                  <a:cubicBezTo>
                    <a:pt x="2880" y="817"/>
                    <a:pt x="2889" y="814"/>
                    <a:pt x="2898" y="809"/>
                  </a:cubicBezTo>
                  <a:lnTo>
                    <a:pt x="3179" y="647"/>
                  </a:lnTo>
                  <a:cubicBezTo>
                    <a:pt x="3225" y="615"/>
                    <a:pt x="3197" y="549"/>
                    <a:pt x="3151" y="549"/>
                  </a:cubicBezTo>
                  <a:close/>
                  <a:moveTo>
                    <a:pt x="2684" y="823"/>
                  </a:moveTo>
                  <a:cubicBezTo>
                    <a:pt x="2676" y="823"/>
                    <a:pt x="2667" y="825"/>
                    <a:pt x="2659" y="830"/>
                  </a:cubicBezTo>
                  <a:lnTo>
                    <a:pt x="2377" y="992"/>
                  </a:lnTo>
                  <a:cubicBezTo>
                    <a:pt x="2329" y="1020"/>
                    <a:pt x="2350" y="1091"/>
                    <a:pt x="2403" y="1091"/>
                  </a:cubicBezTo>
                  <a:cubicBezTo>
                    <a:pt x="2412" y="1091"/>
                    <a:pt x="2422" y="1088"/>
                    <a:pt x="2430" y="1083"/>
                  </a:cubicBezTo>
                  <a:lnTo>
                    <a:pt x="2711" y="920"/>
                  </a:lnTo>
                  <a:cubicBezTo>
                    <a:pt x="2758" y="889"/>
                    <a:pt x="2729" y="823"/>
                    <a:pt x="2684" y="823"/>
                  </a:cubicBezTo>
                  <a:close/>
                  <a:moveTo>
                    <a:pt x="2215" y="1096"/>
                  </a:moveTo>
                  <a:cubicBezTo>
                    <a:pt x="2207" y="1096"/>
                    <a:pt x="2199" y="1098"/>
                    <a:pt x="2190" y="1102"/>
                  </a:cubicBezTo>
                  <a:lnTo>
                    <a:pt x="1909" y="1266"/>
                  </a:lnTo>
                  <a:cubicBezTo>
                    <a:pt x="1863" y="1292"/>
                    <a:pt x="1881" y="1363"/>
                    <a:pt x="1935" y="1363"/>
                  </a:cubicBezTo>
                  <a:cubicBezTo>
                    <a:pt x="1944" y="1363"/>
                    <a:pt x="1954" y="1360"/>
                    <a:pt x="1961" y="1356"/>
                  </a:cubicBezTo>
                  <a:lnTo>
                    <a:pt x="2242" y="1194"/>
                  </a:lnTo>
                  <a:cubicBezTo>
                    <a:pt x="2289" y="1161"/>
                    <a:pt x="2261" y="1096"/>
                    <a:pt x="2215" y="1096"/>
                  </a:cubicBezTo>
                  <a:close/>
                  <a:moveTo>
                    <a:pt x="1747" y="1370"/>
                  </a:moveTo>
                  <a:cubicBezTo>
                    <a:pt x="1739" y="1370"/>
                    <a:pt x="1731" y="1372"/>
                    <a:pt x="1722" y="1376"/>
                  </a:cubicBezTo>
                  <a:lnTo>
                    <a:pt x="1441" y="1539"/>
                  </a:lnTo>
                  <a:cubicBezTo>
                    <a:pt x="1394" y="1566"/>
                    <a:pt x="1413" y="1636"/>
                    <a:pt x="1467" y="1637"/>
                  </a:cubicBezTo>
                  <a:lnTo>
                    <a:pt x="1467" y="1636"/>
                  </a:lnTo>
                  <a:cubicBezTo>
                    <a:pt x="1475" y="1636"/>
                    <a:pt x="1486" y="1634"/>
                    <a:pt x="1493" y="1630"/>
                  </a:cubicBezTo>
                  <a:lnTo>
                    <a:pt x="1774" y="1466"/>
                  </a:lnTo>
                  <a:cubicBezTo>
                    <a:pt x="1821" y="1435"/>
                    <a:pt x="1792" y="1370"/>
                    <a:pt x="1747" y="1370"/>
                  </a:cubicBezTo>
                  <a:close/>
                  <a:moveTo>
                    <a:pt x="1278" y="1642"/>
                  </a:moveTo>
                  <a:cubicBezTo>
                    <a:pt x="1271" y="1642"/>
                    <a:pt x="1262" y="1644"/>
                    <a:pt x="1254" y="1649"/>
                  </a:cubicBezTo>
                  <a:lnTo>
                    <a:pt x="972" y="1811"/>
                  </a:lnTo>
                  <a:cubicBezTo>
                    <a:pt x="924" y="1839"/>
                    <a:pt x="945" y="1910"/>
                    <a:pt x="998" y="1910"/>
                  </a:cubicBezTo>
                  <a:cubicBezTo>
                    <a:pt x="1007" y="1910"/>
                    <a:pt x="1017" y="1907"/>
                    <a:pt x="1024" y="1903"/>
                  </a:cubicBezTo>
                  <a:lnTo>
                    <a:pt x="1306" y="1739"/>
                  </a:lnTo>
                  <a:cubicBezTo>
                    <a:pt x="1353" y="1708"/>
                    <a:pt x="1324" y="1642"/>
                    <a:pt x="1278" y="1642"/>
                  </a:cubicBezTo>
                  <a:close/>
                  <a:moveTo>
                    <a:pt x="814" y="1912"/>
                  </a:moveTo>
                  <a:cubicBezTo>
                    <a:pt x="804" y="1912"/>
                    <a:pt x="794" y="1915"/>
                    <a:pt x="784" y="1922"/>
                  </a:cubicBezTo>
                  <a:lnTo>
                    <a:pt x="504" y="2085"/>
                  </a:lnTo>
                  <a:cubicBezTo>
                    <a:pt x="457" y="2111"/>
                    <a:pt x="476" y="2183"/>
                    <a:pt x="530" y="2183"/>
                  </a:cubicBezTo>
                  <a:cubicBezTo>
                    <a:pt x="539" y="2183"/>
                    <a:pt x="549" y="2180"/>
                    <a:pt x="556" y="2175"/>
                  </a:cubicBezTo>
                  <a:lnTo>
                    <a:pt x="837" y="2013"/>
                  </a:lnTo>
                  <a:cubicBezTo>
                    <a:pt x="893" y="1984"/>
                    <a:pt x="862" y="1912"/>
                    <a:pt x="814" y="1912"/>
                  </a:cubicBezTo>
                  <a:close/>
                  <a:moveTo>
                    <a:pt x="341" y="2188"/>
                  </a:moveTo>
                  <a:cubicBezTo>
                    <a:pt x="333" y="2188"/>
                    <a:pt x="324" y="2190"/>
                    <a:pt x="315" y="2194"/>
                  </a:cubicBezTo>
                  <a:lnTo>
                    <a:pt x="34" y="2358"/>
                  </a:lnTo>
                  <a:cubicBezTo>
                    <a:pt x="9" y="2372"/>
                    <a:pt x="1" y="2404"/>
                    <a:pt x="17" y="2430"/>
                  </a:cubicBezTo>
                  <a:cubicBezTo>
                    <a:pt x="25" y="2446"/>
                    <a:pt x="43" y="2457"/>
                    <a:pt x="62" y="2457"/>
                  </a:cubicBezTo>
                  <a:cubicBezTo>
                    <a:pt x="70" y="2455"/>
                    <a:pt x="79" y="2452"/>
                    <a:pt x="88" y="2448"/>
                  </a:cubicBezTo>
                  <a:lnTo>
                    <a:pt x="368" y="2285"/>
                  </a:lnTo>
                  <a:cubicBezTo>
                    <a:pt x="414" y="2253"/>
                    <a:pt x="387" y="2188"/>
                    <a:pt x="341" y="2188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0"/>
            <p:cNvSpPr/>
            <p:nvPr/>
          </p:nvSpPr>
          <p:spPr>
            <a:xfrm>
              <a:off x="2550225" y="685975"/>
              <a:ext cx="7125" cy="4625"/>
            </a:xfrm>
            <a:custGeom>
              <a:avLst/>
              <a:gdLst/>
              <a:ahLst/>
              <a:cxnLst/>
              <a:rect l="l" t="t" r="r" b="b"/>
              <a:pathLst>
                <a:path w="285" h="185" extrusionOk="0">
                  <a:moveTo>
                    <a:pt x="209" y="1"/>
                  </a:moveTo>
                  <a:cubicBezTo>
                    <a:pt x="201" y="1"/>
                    <a:pt x="192" y="3"/>
                    <a:pt x="183" y="8"/>
                  </a:cubicBezTo>
                  <a:lnTo>
                    <a:pt x="48" y="88"/>
                  </a:lnTo>
                  <a:cubicBezTo>
                    <a:pt x="1" y="113"/>
                    <a:pt x="20" y="185"/>
                    <a:pt x="73" y="185"/>
                  </a:cubicBezTo>
                  <a:cubicBezTo>
                    <a:pt x="73" y="185"/>
                    <a:pt x="74" y="185"/>
                    <a:pt x="74" y="185"/>
                  </a:cubicBezTo>
                  <a:cubicBezTo>
                    <a:pt x="83" y="185"/>
                    <a:pt x="92" y="183"/>
                    <a:pt x="100" y="177"/>
                  </a:cubicBezTo>
                  <a:lnTo>
                    <a:pt x="237" y="99"/>
                  </a:lnTo>
                  <a:cubicBezTo>
                    <a:pt x="285" y="68"/>
                    <a:pt x="255" y="1"/>
                    <a:pt x="209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0"/>
            <p:cNvSpPr/>
            <p:nvPr/>
          </p:nvSpPr>
          <p:spPr>
            <a:xfrm>
              <a:off x="2544200" y="725300"/>
              <a:ext cx="13050" cy="13050"/>
            </a:xfrm>
            <a:custGeom>
              <a:avLst/>
              <a:gdLst/>
              <a:ahLst/>
              <a:cxnLst/>
              <a:rect l="l" t="t" r="r" b="b"/>
              <a:pathLst>
                <a:path w="522" h="522" extrusionOk="0">
                  <a:moveTo>
                    <a:pt x="520" y="223"/>
                  </a:moveTo>
                  <a:cubicBezTo>
                    <a:pt x="521" y="421"/>
                    <a:pt x="280" y="521"/>
                    <a:pt x="141" y="381"/>
                  </a:cubicBezTo>
                  <a:cubicBezTo>
                    <a:pt x="1" y="240"/>
                    <a:pt x="99" y="1"/>
                    <a:pt x="298" y="1"/>
                  </a:cubicBezTo>
                  <a:cubicBezTo>
                    <a:pt x="420" y="1"/>
                    <a:pt x="520" y="99"/>
                    <a:pt x="520" y="223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0"/>
            <p:cNvSpPr/>
            <p:nvPr/>
          </p:nvSpPr>
          <p:spPr>
            <a:xfrm>
              <a:off x="3082575" y="976425"/>
              <a:ext cx="13050" cy="13050"/>
            </a:xfrm>
            <a:custGeom>
              <a:avLst/>
              <a:gdLst/>
              <a:ahLst/>
              <a:cxnLst/>
              <a:rect l="l" t="t" r="r" b="b"/>
              <a:pathLst>
                <a:path w="522" h="522" extrusionOk="0">
                  <a:moveTo>
                    <a:pt x="521" y="224"/>
                  </a:moveTo>
                  <a:cubicBezTo>
                    <a:pt x="521" y="421"/>
                    <a:pt x="282" y="521"/>
                    <a:pt x="141" y="380"/>
                  </a:cubicBezTo>
                  <a:cubicBezTo>
                    <a:pt x="1" y="241"/>
                    <a:pt x="101" y="0"/>
                    <a:pt x="299" y="0"/>
                  </a:cubicBezTo>
                  <a:cubicBezTo>
                    <a:pt x="421" y="0"/>
                    <a:pt x="521" y="100"/>
                    <a:pt x="521" y="224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0"/>
            <p:cNvSpPr/>
            <p:nvPr/>
          </p:nvSpPr>
          <p:spPr>
            <a:xfrm>
              <a:off x="2895275" y="822525"/>
              <a:ext cx="13000" cy="13050"/>
            </a:xfrm>
            <a:custGeom>
              <a:avLst/>
              <a:gdLst/>
              <a:ahLst/>
              <a:cxnLst/>
              <a:rect l="l" t="t" r="r" b="b"/>
              <a:pathLst>
                <a:path w="520" h="522" extrusionOk="0">
                  <a:moveTo>
                    <a:pt x="519" y="224"/>
                  </a:moveTo>
                  <a:cubicBezTo>
                    <a:pt x="519" y="423"/>
                    <a:pt x="280" y="521"/>
                    <a:pt x="141" y="381"/>
                  </a:cubicBezTo>
                  <a:cubicBezTo>
                    <a:pt x="0" y="242"/>
                    <a:pt x="99" y="1"/>
                    <a:pt x="297" y="2"/>
                  </a:cubicBezTo>
                  <a:cubicBezTo>
                    <a:pt x="421" y="1"/>
                    <a:pt x="519" y="101"/>
                    <a:pt x="519" y="224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2" name="Google Shape;962;p30"/>
          <p:cNvSpPr txBox="1">
            <a:spLocks noGrp="1"/>
          </p:cNvSpPr>
          <p:nvPr>
            <p:ph type="title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grpSp>
        <p:nvGrpSpPr>
          <p:cNvPr id="963" name="Google Shape;963;p30"/>
          <p:cNvGrpSpPr/>
          <p:nvPr/>
        </p:nvGrpSpPr>
        <p:grpSpPr>
          <a:xfrm rot="5400000">
            <a:off x="6639960" y="548073"/>
            <a:ext cx="855042" cy="2731396"/>
            <a:chOff x="4012203" y="-266011"/>
            <a:chExt cx="3527400" cy="4516197"/>
          </a:xfrm>
        </p:grpSpPr>
        <p:sp>
          <p:nvSpPr>
            <p:cNvPr id="964" name="Google Shape;964;p30"/>
            <p:cNvSpPr/>
            <p:nvPr/>
          </p:nvSpPr>
          <p:spPr>
            <a:xfrm>
              <a:off x="4012203" y="-266011"/>
              <a:ext cx="3527400" cy="3827100"/>
            </a:xfrm>
            <a:prstGeom prst="rect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0"/>
            <p:cNvSpPr/>
            <p:nvPr/>
          </p:nvSpPr>
          <p:spPr>
            <a:xfrm rot="-5400000" flipH="1">
              <a:off x="5832625" y="2904236"/>
              <a:ext cx="689100" cy="2002800"/>
            </a:xfrm>
            <a:prstGeom prst="rtTriangle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6" name="Google Shape;966;p30"/>
          <p:cNvSpPr/>
          <p:nvPr/>
        </p:nvSpPr>
        <p:spPr>
          <a:xfrm>
            <a:off x="699700" y="922825"/>
            <a:ext cx="945300" cy="68400"/>
          </a:xfrm>
          <a:prstGeom prst="rect">
            <a:avLst/>
          </a:prstGeom>
          <a:solidFill>
            <a:srgbClr val="F4AA9E">
              <a:alpha val="519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0"/>
          <p:cNvSpPr txBox="1">
            <a:spLocks noGrp="1"/>
          </p:cNvSpPr>
          <p:nvPr>
            <p:ph type="subTitle" idx="2"/>
          </p:nvPr>
        </p:nvSpPr>
        <p:spPr>
          <a:xfrm>
            <a:off x="6423750" y="1664475"/>
            <a:ext cx="1946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GBATTA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p29"/>
          <p:cNvGrpSpPr/>
          <p:nvPr/>
        </p:nvGrpSpPr>
        <p:grpSpPr>
          <a:xfrm>
            <a:off x="-1245327" y="922822"/>
            <a:ext cx="2500846" cy="3750376"/>
            <a:chOff x="1267275" y="726675"/>
            <a:chExt cx="420600" cy="630750"/>
          </a:xfrm>
        </p:grpSpPr>
        <p:sp>
          <p:nvSpPr>
            <p:cNvPr id="356" name="Google Shape;356;p29"/>
            <p:cNvSpPr/>
            <p:nvPr/>
          </p:nvSpPr>
          <p:spPr>
            <a:xfrm>
              <a:off x="1267275" y="847550"/>
              <a:ext cx="9125" cy="389000"/>
            </a:xfrm>
            <a:custGeom>
              <a:avLst/>
              <a:gdLst/>
              <a:ahLst/>
              <a:cxnLst/>
              <a:rect l="l" t="t" r="r" b="b"/>
              <a:pathLst>
                <a:path w="365" h="15560" extrusionOk="0">
                  <a:moveTo>
                    <a:pt x="0" y="0"/>
                  </a:moveTo>
                  <a:lnTo>
                    <a:pt x="0" y="15560"/>
                  </a:lnTo>
                  <a:lnTo>
                    <a:pt x="364" y="15355"/>
                  </a:lnTo>
                  <a:lnTo>
                    <a:pt x="364" y="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1267675" y="1231450"/>
              <a:ext cx="209925" cy="125975"/>
            </a:xfrm>
            <a:custGeom>
              <a:avLst/>
              <a:gdLst/>
              <a:ahLst/>
              <a:cxnLst/>
              <a:rect l="l" t="t" r="r" b="b"/>
              <a:pathLst>
                <a:path w="8397" h="5039" extrusionOk="0">
                  <a:moveTo>
                    <a:pt x="332" y="1"/>
                  </a:moveTo>
                  <a:lnTo>
                    <a:pt x="0" y="204"/>
                  </a:lnTo>
                  <a:lnTo>
                    <a:pt x="8396" y="5038"/>
                  </a:lnTo>
                  <a:lnTo>
                    <a:pt x="8396" y="4642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9"/>
            <p:cNvSpPr/>
            <p:nvPr/>
          </p:nvSpPr>
          <p:spPr>
            <a:xfrm>
              <a:off x="1275975" y="736575"/>
              <a:ext cx="201625" cy="494875"/>
            </a:xfrm>
            <a:custGeom>
              <a:avLst/>
              <a:gdLst/>
              <a:ahLst/>
              <a:cxnLst/>
              <a:rect l="l" t="t" r="r" b="b"/>
              <a:pathLst>
                <a:path w="8065" h="19795" extrusionOk="0">
                  <a:moveTo>
                    <a:pt x="8064" y="1"/>
                  </a:moveTo>
                  <a:lnTo>
                    <a:pt x="0" y="4642"/>
                  </a:lnTo>
                  <a:lnTo>
                    <a:pt x="0" y="19794"/>
                  </a:lnTo>
                  <a:lnTo>
                    <a:pt x="8064" y="15151"/>
                  </a:lnTo>
                  <a:lnTo>
                    <a:pt x="80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9"/>
            <p:cNvSpPr/>
            <p:nvPr/>
          </p:nvSpPr>
          <p:spPr>
            <a:xfrm>
              <a:off x="1267675" y="726675"/>
              <a:ext cx="419800" cy="125975"/>
            </a:xfrm>
            <a:custGeom>
              <a:avLst/>
              <a:gdLst/>
              <a:ahLst/>
              <a:cxnLst/>
              <a:rect l="l" t="t" r="r" b="b"/>
              <a:pathLst>
                <a:path w="16792" h="5039" extrusionOk="0">
                  <a:moveTo>
                    <a:pt x="8396" y="1"/>
                  </a:moveTo>
                  <a:lnTo>
                    <a:pt x="0" y="4835"/>
                  </a:lnTo>
                  <a:lnTo>
                    <a:pt x="332" y="5038"/>
                  </a:lnTo>
                  <a:lnTo>
                    <a:pt x="8396" y="397"/>
                  </a:lnTo>
                  <a:lnTo>
                    <a:pt x="16458" y="5038"/>
                  </a:lnTo>
                  <a:lnTo>
                    <a:pt x="16792" y="4835"/>
                  </a:lnTo>
                  <a:lnTo>
                    <a:pt x="8396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9"/>
            <p:cNvSpPr/>
            <p:nvPr/>
          </p:nvSpPr>
          <p:spPr>
            <a:xfrm>
              <a:off x="1311025" y="1033600"/>
              <a:ext cx="86525" cy="99275"/>
            </a:xfrm>
            <a:custGeom>
              <a:avLst/>
              <a:gdLst/>
              <a:ahLst/>
              <a:cxnLst/>
              <a:rect l="l" t="t" r="r" b="b"/>
              <a:pathLst>
                <a:path w="3461" h="3971" extrusionOk="0">
                  <a:moveTo>
                    <a:pt x="3460" y="0"/>
                  </a:moveTo>
                  <a:lnTo>
                    <a:pt x="0" y="1977"/>
                  </a:lnTo>
                  <a:lnTo>
                    <a:pt x="0" y="3970"/>
                  </a:lnTo>
                  <a:lnTo>
                    <a:pt x="3460" y="1994"/>
                  </a:lnTo>
                  <a:lnTo>
                    <a:pt x="346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9"/>
            <p:cNvSpPr/>
            <p:nvPr/>
          </p:nvSpPr>
          <p:spPr>
            <a:xfrm>
              <a:off x="1317800" y="1044725"/>
              <a:ext cx="72825" cy="77025"/>
            </a:xfrm>
            <a:custGeom>
              <a:avLst/>
              <a:gdLst/>
              <a:ahLst/>
              <a:cxnLst/>
              <a:rect l="l" t="t" r="r" b="b"/>
              <a:pathLst>
                <a:path w="2913" h="3081" extrusionOk="0">
                  <a:moveTo>
                    <a:pt x="2912" y="0"/>
                  </a:moveTo>
                  <a:lnTo>
                    <a:pt x="1" y="1681"/>
                  </a:lnTo>
                  <a:lnTo>
                    <a:pt x="1" y="3080"/>
                  </a:lnTo>
                  <a:lnTo>
                    <a:pt x="2912" y="1398"/>
                  </a:lnTo>
                  <a:lnTo>
                    <a:pt x="2912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9"/>
            <p:cNvSpPr/>
            <p:nvPr/>
          </p:nvSpPr>
          <p:spPr>
            <a:xfrm>
              <a:off x="1317400" y="1077175"/>
              <a:ext cx="73625" cy="44575"/>
            </a:xfrm>
            <a:custGeom>
              <a:avLst/>
              <a:gdLst/>
              <a:ahLst/>
              <a:cxnLst/>
              <a:rect l="l" t="t" r="r" b="b"/>
              <a:pathLst>
                <a:path w="2945" h="1783" extrusionOk="0">
                  <a:moveTo>
                    <a:pt x="1517" y="0"/>
                  </a:moveTo>
                  <a:lnTo>
                    <a:pt x="1" y="1782"/>
                  </a:lnTo>
                  <a:lnTo>
                    <a:pt x="1" y="1782"/>
                  </a:lnTo>
                  <a:lnTo>
                    <a:pt x="2944" y="100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9"/>
            <p:cNvSpPr/>
            <p:nvPr/>
          </p:nvSpPr>
          <p:spPr>
            <a:xfrm>
              <a:off x="1678750" y="847550"/>
              <a:ext cx="9125" cy="389000"/>
            </a:xfrm>
            <a:custGeom>
              <a:avLst/>
              <a:gdLst/>
              <a:ahLst/>
              <a:cxnLst/>
              <a:rect l="l" t="t" r="r" b="b"/>
              <a:pathLst>
                <a:path w="365" h="15560" extrusionOk="0">
                  <a:moveTo>
                    <a:pt x="365" y="0"/>
                  </a:moveTo>
                  <a:lnTo>
                    <a:pt x="1" y="203"/>
                  </a:lnTo>
                  <a:lnTo>
                    <a:pt x="1" y="15355"/>
                  </a:lnTo>
                  <a:lnTo>
                    <a:pt x="365" y="15560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9"/>
            <p:cNvSpPr/>
            <p:nvPr/>
          </p:nvSpPr>
          <p:spPr>
            <a:xfrm>
              <a:off x="1477575" y="1231450"/>
              <a:ext cx="209900" cy="125975"/>
            </a:xfrm>
            <a:custGeom>
              <a:avLst/>
              <a:gdLst/>
              <a:ahLst/>
              <a:cxnLst/>
              <a:rect l="l" t="t" r="r" b="b"/>
              <a:pathLst>
                <a:path w="8396" h="5039" extrusionOk="0">
                  <a:moveTo>
                    <a:pt x="8062" y="1"/>
                  </a:moveTo>
                  <a:lnTo>
                    <a:pt x="0" y="4642"/>
                  </a:lnTo>
                  <a:lnTo>
                    <a:pt x="0" y="5038"/>
                  </a:lnTo>
                  <a:lnTo>
                    <a:pt x="8396" y="204"/>
                  </a:lnTo>
                  <a:lnTo>
                    <a:pt x="8062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9"/>
            <p:cNvSpPr/>
            <p:nvPr/>
          </p:nvSpPr>
          <p:spPr>
            <a:xfrm>
              <a:off x="1275975" y="1115350"/>
              <a:ext cx="403175" cy="232175"/>
            </a:xfrm>
            <a:custGeom>
              <a:avLst/>
              <a:gdLst/>
              <a:ahLst/>
              <a:cxnLst/>
              <a:rect l="l" t="t" r="r" b="b"/>
              <a:pathLst>
                <a:path w="16127" h="9287" extrusionOk="0">
                  <a:moveTo>
                    <a:pt x="8064" y="0"/>
                  </a:moveTo>
                  <a:lnTo>
                    <a:pt x="0" y="4643"/>
                  </a:lnTo>
                  <a:lnTo>
                    <a:pt x="8064" y="9286"/>
                  </a:lnTo>
                  <a:lnTo>
                    <a:pt x="16126" y="4645"/>
                  </a:lnTo>
                  <a:lnTo>
                    <a:pt x="8064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9"/>
            <p:cNvSpPr/>
            <p:nvPr/>
          </p:nvSpPr>
          <p:spPr>
            <a:xfrm>
              <a:off x="1477575" y="736575"/>
              <a:ext cx="201575" cy="494875"/>
            </a:xfrm>
            <a:custGeom>
              <a:avLst/>
              <a:gdLst/>
              <a:ahLst/>
              <a:cxnLst/>
              <a:rect l="l" t="t" r="r" b="b"/>
              <a:pathLst>
                <a:path w="8063" h="19795" extrusionOk="0">
                  <a:moveTo>
                    <a:pt x="0" y="1"/>
                  </a:moveTo>
                  <a:lnTo>
                    <a:pt x="0" y="15151"/>
                  </a:lnTo>
                  <a:lnTo>
                    <a:pt x="8062" y="19794"/>
                  </a:lnTo>
                  <a:lnTo>
                    <a:pt x="8062" y="46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9"/>
            <p:cNvSpPr/>
            <p:nvPr/>
          </p:nvSpPr>
          <p:spPr>
            <a:xfrm>
              <a:off x="1354275" y="1157575"/>
              <a:ext cx="101175" cy="82925"/>
            </a:xfrm>
            <a:custGeom>
              <a:avLst/>
              <a:gdLst/>
              <a:ahLst/>
              <a:cxnLst/>
              <a:rect l="l" t="t" r="r" b="b"/>
              <a:pathLst>
                <a:path w="4047" h="3317" extrusionOk="0">
                  <a:moveTo>
                    <a:pt x="4046" y="0"/>
                  </a:moveTo>
                  <a:lnTo>
                    <a:pt x="0" y="2310"/>
                  </a:lnTo>
                  <a:lnTo>
                    <a:pt x="0" y="3317"/>
                  </a:lnTo>
                  <a:lnTo>
                    <a:pt x="4046" y="973"/>
                  </a:lnTo>
                  <a:lnTo>
                    <a:pt x="4046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9"/>
            <p:cNvSpPr/>
            <p:nvPr/>
          </p:nvSpPr>
          <p:spPr>
            <a:xfrm>
              <a:off x="1312975" y="1103050"/>
              <a:ext cx="108600" cy="121400"/>
            </a:xfrm>
            <a:custGeom>
              <a:avLst/>
              <a:gdLst/>
              <a:ahLst/>
              <a:cxnLst/>
              <a:rect l="l" t="t" r="r" b="b"/>
              <a:pathLst>
                <a:path w="4344" h="4856" extrusionOk="0">
                  <a:moveTo>
                    <a:pt x="4344" y="1"/>
                  </a:moveTo>
                  <a:lnTo>
                    <a:pt x="1" y="2524"/>
                  </a:lnTo>
                  <a:lnTo>
                    <a:pt x="1" y="4855"/>
                  </a:lnTo>
                  <a:lnTo>
                    <a:pt x="4344" y="2332"/>
                  </a:lnTo>
                  <a:lnTo>
                    <a:pt x="4344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9"/>
            <p:cNvSpPr/>
            <p:nvPr/>
          </p:nvSpPr>
          <p:spPr>
            <a:xfrm>
              <a:off x="1300700" y="1095575"/>
              <a:ext cx="120875" cy="70575"/>
            </a:xfrm>
            <a:custGeom>
              <a:avLst/>
              <a:gdLst/>
              <a:ahLst/>
              <a:cxnLst/>
              <a:rect l="l" t="t" r="r" b="b"/>
              <a:pathLst>
                <a:path w="4835" h="2823" extrusionOk="0">
                  <a:moveTo>
                    <a:pt x="4343" y="1"/>
                  </a:moveTo>
                  <a:lnTo>
                    <a:pt x="0" y="2524"/>
                  </a:lnTo>
                  <a:lnTo>
                    <a:pt x="492" y="2823"/>
                  </a:lnTo>
                  <a:lnTo>
                    <a:pt x="4835" y="300"/>
                  </a:lnTo>
                  <a:lnTo>
                    <a:pt x="4343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9"/>
            <p:cNvSpPr/>
            <p:nvPr/>
          </p:nvSpPr>
          <p:spPr>
            <a:xfrm>
              <a:off x="1300625" y="1158650"/>
              <a:ext cx="54350" cy="89950"/>
            </a:xfrm>
            <a:custGeom>
              <a:avLst/>
              <a:gdLst/>
              <a:ahLst/>
              <a:cxnLst/>
              <a:rect l="l" t="t" r="r" b="b"/>
              <a:pathLst>
                <a:path w="2174" h="3598" extrusionOk="0">
                  <a:moveTo>
                    <a:pt x="0" y="1"/>
                  </a:moveTo>
                  <a:lnTo>
                    <a:pt x="0" y="2333"/>
                  </a:lnTo>
                  <a:lnTo>
                    <a:pt x="2174" y="3597"/>
                  </a:lnTo>
                  <a:lnTo>
                    <a:pt x="2174" y="3597"/>
                  </a:lnTo>
                  <a:lnTo>
                    <a:pt x="2170" y="2267"/>
                  </a:lnTo>
                  <a:lnTo>
                    <a:pt x="527" y="1271"/>
                  </a:lnTo>
                  <a:lnTo>
                    <a:pt x="527" y="3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9"/>
            <p:cNvSpPr/>
            <p:nvPr/>
          </p:nvSpPr>
          <p:spPr>
            <a:xfrm>
              <a:off x="1319250" y="1136475"/>
              <a:ext cx="136200" cy="78875"/>
            </a:xfrm>
            <a:custGeom>
              <a:avLst/>
              <a:gdLst/>
              <a:ahLst/>
              <a:cxnLst/>
              <a:rect l="l" t="t" r="r" b="b"/>
              <a:pathLst>
                <a:path w="5448" h="3155" extrusionOk="0">
                  <a:moveTo>
                    <a:pt x="4065" y="0"/>
                  </a:moveTo>
                  <a:lnTo>
                    <a:pt x="1" y="2299"/>
                  </a:lnTo>
                  <a:lnTo>
                    <a:pt x="1401" y="3154"/>
                  </a:lnTo>
                  <a:lnTo>
                    <a:pt x="5447" y="844"/>
                  </a:lnTo>
                  <a:lnTo>
                    <a:pt x="4065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9"/>
            <p:cNvSpPr/>
            <p:nvPr/>
          </p:nvSpPr>
          <p:spPr>
            <a:xfrm>
              <a:off x="1313275" y="1183100"/>
              <a:ext cx="55025" cy="32250"/>
            </a:xfrm>
            <a:custGeom>
              <a:avLst/>
              <a:gdLst/>
              <a:ahLst/>
              <a:cxnLst/>
              <a:rect l="l" t="t" r="r" b="b"/>
              <a:pathLst>
                <a:path w="2201" h="1290" extrusionOk="0">
                  <a:moveTo>
                    <a:pt x="512" y="0"/>
                  </a:moveTo>
                  <a:lnTo>
                    <a:pt x="0" y="293"/>
                  </a:lnTo>
                  <a:lnTo>
                    <a:pt x="1640" y="1289"/>
                  </a:lnTo>
                  <a:lnTo>
                    <a:pt x="2200" y="970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9"/>
            <p:cNvSpPr/>
            <p:nvPr/>
          </p:nvSpPr>
          <p:spPr>
            <a:xfrm>
              <a:off x="1354275" y="1207350"/>
              <a:ext cx="14200" cy="41250"/>
            </a:xfrm>
            <a:custGeom>
              <a:avLst/>
              <a:gdLst/>
              <a:ahLst/>
              <a:cxnLst/>
              <a:rect l="l" t="t" r="r" b="b"/>
              <a:pathLst>
                <a:path w="568" h="1650" extrusionOk="0">
                  <a:moveTo>
                    <a:pt x="560" y="0"/>
                  </a:moveTo>
                  <a:lnTo>
                    <a:pt x="0" y="319"/>
                  </a:lnTo>
                  <a:lnTo>
                    <a:pt x="25" y="1649"/>
                  </a:lnTo>
                  <a:lnTo>
                    <a:pt x="567" y="1321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1354275" y="1207350"/>
              <a:ext cx="14200" cy="41250"/>
            </a:xfrm>
            <a:custGeom>
              <a:avLst/>
              <a:gdLst/>
              <a:ahLst/>
              <a:cxnLst/>
              <a:rect l="l" t="t" r="r" b="b"/>
              <a:pathLst>
                <a:path w="568" h="1650" extrusionOk="0">
                  <a:moveTo>
                    <a:pt x="560" y="0"/>
                  </a:moveTo>
                  <a:lnTo>
                    <a:pt x="0" y="319"/>
                  </a:lnTo>
                  <a:lnTo>
                    <a:pt x="25" y="1649"/>
                  </a:lnTo>
                  <a:lnTo>
                    <a:pt x="567" y="1321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1408350" y="1127850"/>
              <a:ext cx="55025" cy="32250"/>
            </a:xfrm>
            <a:custGeom>
              <a:avLst/>
              <a:gdLst/>
              <a:ahLst/>
              <a:cxnLst/>
              <a:rect l="l" t="t" r="r" b="b"/>
              <a:pathLst>
                <a:path w="2201" h="1290" extrusionOk="0">
                  <a:moveTo>
                    <a:pt x="513" y="0"/>
                  </a:moveTo>
                  <a:lnTo>
                    <a:pt x="1" y="292"/>
                  </a:lnTo>
                  <a:lnTo>
                    <a:pt x="1641" y="1289"/>
                  </a:lnTo>
                  <a:lnTo>
                    <a:pt x="2201" y="969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9"/>
            <p:cNvSpPr/>
            <p:nvPr/>
          </p:nvSpPr>
          <p:spPr>
            <a:xfrm>
              <a:off x="1449150" y="1152075"/>
              <a:ext cx="14400" cy="41225"/>
            </a:xfrm>
            <a:custGeom>
              <a:avLst/>
              <a:gdLst/>
              <a:ahLst/>
              <a:cxnLst/>
              <a:rect l="l" t="t" r="r" b="b"/>
              <a:pathLst>
                <a:path w="576" h="1649" extrusionOk="0">
                  <a:moveTo>
                    <a:pt x="569" y="0"/>
                  </a:moveTo>
                  <a:lnTo>
                    <a:pt x="9" y="320"/>
                  </a:lnTo>
                  <a:lnTo>
                    <a:pt x="0" y="1649"/>
                  </a:lnTo>
                  <a:lnTo>
                    <a:pt x="576" y="1321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9"/>
            <p:cNvSpPr/>
            <p:nvPr/>
          </p:nvSpPr>
          <p:spPr>
            <a:xfrm>
              <a:off x="1449150" y="1152075"/>
              <a:ext cx="14400" cy="41225"/>
            </a:xfrm>
            <a:custGeom>
              <a:avLst/>
              <a:gdLst/>
              <a:ahLst/>
              <a:cxnLst/>
              <a:rect l="l" t="t" r="r" b="b"/>
              <a:pathLst>
                <a:path w="576" h="1649" extrusionOk="0">
                  <a:moveTo>
                    <a:pt x="569" y="0"/>
                  </a:moveTo>
                  <a:lnTo>
                    <a:pt x="9" y="320"/>
                  </a:lnTo>
                  <a:lnTo>
                    <a:pt x="0" y="1649"/>
                  </a:lnTo>
                  <a:lnTo>
                    <a:pt x="576" y="1321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1407775" y="1135125"/>
              <a:ext cx="41400" cy="58175"/>
            </a:xfrm>
            <a:custGeom>
              <a:avLst/>
              <a:gdLst/>
              <a:ahLst/>
              <a:cxnLst/>
              <a:rect l="l" t="t" r="r" b="b"/>
              <a:pathLst>
                <a:path w="1656" h="2327" extrusionOk="0">
                  <a:moveTo>
                    <a:pt x="1" y="1"/>
                  </a:moveTo>
                  <a:lnTo>
                    <a:pt x="1" y="318"/>
                  </a:lnTo>
                  <a:lnTo>
                    <a:pt x="1367" y="1097"/>
                  </a:lnTo>
                  <a:lnTo>
                    <a:pt x="1378" y="2173"/>
                  </a:lnTo>
                  <a:lnTo>
                    <a:pt x="1651" y="2327"/>
                  </a:lnTo>
                  <a:lnTo>
                    <a:pt x="1655" y="9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1560475" y="1035475"/>
              <a:ext cx="80900" cy="129225"/>
            </a:xfrm>
            <a:custGeom>
              <a:avLst/>
              <a:gdLst/>
              <a:ahLst/>
              <a:cxnLst/>
              <a:rect l="l" t="t" r="r" b="b"/>
              <a:pathLst>
                <a:path w="3236" h="5169" extrusionOk="0">
                  <a:moveTo>
                    <a:pt x="0" y="1"/>
                  </a:moveTo>
                  <a:lnTo>
                    <a:pt x="0" y="3315"/>
                  </a:lnTo>
                  <a:lnTo>
                    <a:pt x="3235" y="5169"/>
                  </a:lnTo>
                  <a:lnTo>
                    <a:pt x="3235" y="185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1566525" y="1046650"/>
              <a:ext cx="67775" cy="106900"/>
            </a:xfrm>
            <a:custGeom>
              <a:avLst/>
              <a:gdLst/>
              <a:ahLst/>
              <a:cxnLst/>
              <a:rect l="l" t="t" r="r" b="b"/>
              <a:pathLst>
                <a:path w="2711" h="4276" extrusionOk="0">
                  <a:moveTo>
                    <a:pt x="0" y="0"/>
                  </a:moveTo>
                  <a:lnTo>
                    <a:pt x="0" y="2719"/>
                  </a:lnTo>
                  <a:lnTo>
                    <a:pt x="2711" y="4275"/>
                  </a:lnTo>
                  <a:lnTo>
                    <a:pt x="2711" y="15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1563550" y="1040400"/>
              <a:ext cx="10175" cy="74250"/>
            </a:xfrm>
            <a:custGeom>
              <a:avLst/>
              <a:gdLst/>
              <a:ahLst/>
              <a:cxnLst/>
              <a:rect l="l" t="t" r="r" b="b"/>
              <a:pathLst>
                <a:path w="407" h="2970" extrusionOk="0">
                  <a:moveTo>
                    <a:pt x="1" y="1"/>
                  </a:moveTo>
                  <a:lnTo>
                    <a:pt x="105" y="2969"/>
                  </a:lnTo>
                  <a:lnTo>
                    <a:pt x="407" y="2795"/>
                  </a:lnTo>
                  <a:lnTo>
                    <a:pt x="405" y="1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1566150" y="1110275"/>
              <a:ext cx="72675" cy="45325"/>
            </a:xfrm>
            <a:custGeom>
              <a:avLst/>
              <a:gdLst/>
              <a:ahLst/>
              <a:cxnLst/>
              <a:rect l="l" t="t" r="r" b="b"/>
              <a:pathLst>
                <a:path w="2907" h="1813" extrusionOk="0">
                  <a:moveTo>
                    <a:pt x="303" y="0"/>
                  </a:moveTo>
                  <a:lnTo>
                    <a:pt x="1" y="174"/>
                  </a:lnTo>
                  <a:lnTo>
                    <a:pt x="2782" y="1813"/>
                  </a:lnTo>
                  <a:lnTo>
                    <a:pt x="2907" y="1457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9"/>
            <p:cNvSpPr/>
            <p:nvPr/>
          </p:nvSpPr>
          <p:spPr>
            <a:xfrm>
              <a:off x="1555400" y="1027750"/>
              <a:ext cx="90000" cy="91275"/>
            </a:xfrm>
            <a:custGeom>
              <a:avLst/>
              <a:gdLst/>
              <a:ahLst/>
              <a:cxnLst/>
              <a:rect l="l" t="t" r="r" b="b"/>
              <a:pathLst>
                <a:path w="3600" h="3651" extrusionOk="0">
                  <a:moveTo>
                    <a:pt x="0" y="1"/>
                  </a:moveTo>
                  <a:lnTo>
                    <a:pt x="0" y="1577"/>
                  </a:lnTo>
                  <a:lnTo>
                    <a:pt x="3599" y="3651"/>
                  </a:lnTo>
                  <a:lnTo>
                    <a:pt x="3599" y="20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1555400" y="1027750"/>
              <a:ext cx="90000" cy="64600"/>
            </a:xfrm>
            <a:custGeom>
              <a:avLst/>
              <a:gdLst/>
              <a:ahLst/>
              <a:cxnLst/>
              <a:rect l="l" t="t" r="r" b="b"/>
              <a:pathLst>
                <a:path w="3600" h="2584" extrusionOk="0">
                  <a:moveTo>
                    <a:pt x="0" y="1"/>
                  </a:moveTo>
                  <a:lnTo>
                    <a:pt x="0" y="510"/>
                  </a:lnTo>
                  <a:lnTo>
                    <a:pt x="3599" y="2583"/>
                  </a:lnTo>
                  <a:lnTo>
                    <a:pt x="3599" y="20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1494850" y="1155150"/>
              <a:ext cx="53475" cy="56200"/>
            </a:xfrm>
            <a:custGeom>
              <a:avLst/>
              <a:gdLst/>
              <a:ahLst/>
              <a:cxnLst/>
              <a:rect l="l" t="t" r="r" b="b"/>
              <a:pathLst>
                <a:path w="2139" h="2248" extrusionOk="0">
                  <a:moveTo>
                    <a:pt x="1" y="0"/>
                  </a:moveTo>
                  <a:lnTo>
                    <a:pt x="1" y="973"/>
                  </a:lnTo>
                  <a:lnTo>
                    <a:pt x="2138" y="2248"/>
                  </a:lnTo>
                  <a:lnTo>
                    <a:pt x="2138" y="124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1528725" y="1100625"/>
              <a:ext cx="60850" cy="94700"/>
            </a:xfrm>
            <a:custGeom>
              <a:avLst/>
              <a:gdLst/>
              <a:ahLst/>
              <a:cxnLst/>
              <a:rect l="l" t="t" r="r" b="b"/>
              <a:pathLst>
                <a:path w="2434" h="3788" extrusionOk="0">
                  <a:moveTo>
                    <a:pt x="0" y="0"/>
                  </a:moveTo>
                  <a:lnTo>
                    <a:pt x="0" y="2332"/>
                  </a:lnTo>
                  <a:lnTo>
                    <a:pt x="2433" y="3788"/>
                  </a:lnTo>
                  <a:lnTo>
                    <a:pt x="2433" y="14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1528725" y="1093150"/>
              <a:ext cx="73125" cy="43900"/>
            </a:xfrm>
            <a:custGeom>
              <a:avLst/>
              <a:gdLst/>
              <a:ahLst/>
              <a:cxnLst/>
              <a:rect l="l" t="t" r="r" b="b"/>
              <a:pathLst>
                <a:path w="2925" h="1756" extrusionOk="0">
                  <a:moveTo>
                    <a:pt x="490" y="1"/>
                  </a:moveTo>
                  <a:lnTo>
                    <a:pt x="0" y="299"/>
                  </a:lnTo>
                  <a:lnTo>
                    <a:pt x="2433" y="1755"/>
                  </a:lnTo>
                  <a:lnTo>
                    <a:pt x="2925" y="1457"/>
                  </a:lnTo>
                  <a:lnTo>
                    <a:pt x="49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1547575" y="1129550"/>
              <a:ext cx="54350" cy="89925"/>
            </a:xfrm>
            <a:custGeom>
              <a:avLst/>
              <a:gdLst/>
              <a:ahLst/>
              <a:cxnLst/>
              <a:rect l="l" t="t" r="r" b="b"/>
              <a:pathLst>
                <a:path w="2174" h="3597" extrusionOk="0">
                  <a:moveTo>
                    <a:pt x="2174" y="1"/>
                  </a:moveTo>
                  <a:lnTo>
                    <a:pt x="1649" y="299"/>
                  </a:lnTo>
                  <a:lnTo>
                    <a:pt x="1649" y="1269"/>
                  </a:lnTo>
                  <a:lnTo>
                    <a:pt x="4" y="2267"/>
                  </a:lnTo>
                  <a:lnTo>
                    <a:pt x="0" y="3597"/>
                  </a:lnTo>
                  <a:lnTo>
                    <a:pt x="0" y="3597"/>
                  </a:lnTo>
                  <a:lnTo>
                    <a:pt x="2174" y="2332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9"/>
            <p:cNvSpPr/>
            <p:nvPr/>
          </p:nvSpPr>
          <p:spPr>
            <a:xfrm>
              <a:off x="1494850" y="1134050"/>
              <a:ext cx="88475" cy="52175"/>
            </a:xfrm>
            <a:custGeom>
              <a:avLst/>
              <a:gdLst/>
              <a:ahLst/>
              <a:cxnLst/>
              <a:rect l="l" t="t" r="r" b="b"/>
              <a:pathLst>
                <a:path w="3539" h="2087" extrusionOk="0">
                  <a:moveTo>
                    <a:pt x="1383" y="0"/>
                  </a:moveTo>
                  <a:lnTo>
                    <a:pt x="1" y="844"/>
                  </a:lnTo>
                  <a:lnTo>
                    <a:pt x="2138" y="2087"/>
                  </a:lnTo>
                  <a:lnTo>
                    <a:pt x="3539" y="1231"/>
                  </a:lnTo>
                  <a:lnTo>
                    <a:pt x="1383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1534250" y="1153975"/>
              <a:ext cx="55025" cy="32250"/>
            </a:xfrm>
            <a:custGeom>
              <a:avLst/>
              <a:gdLst/>
              <a:ahLst/>
              <a:cxnLst/>
              <a:rect l="l" t="t" r="r" b="b"/>
              <a:pathLst>
                <a:path w="2201" h="1290" extrusionOk="0">
                  <a:moveTo>
                    <a:pt x="1689" y="1"/>
                  </a:moveTo>
                  <a:lnTo>
                    <a:pt x="1" y="971"/>
                  </a:lnTo>
                  <a:lnTo>
                    <a:pt x="562" y="1290"/>
                  </a:lnTo>
                  <a:lnTo>
                    <a:pt x="2201" y="292"/>
                  </a:lnTo>
                  <a:lnTo>
                    <a:pt x="1689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1534075" y="1178225"/>
              <a:ext cx="14250" cy="41250"/>
            </a:xfrm>
            <a:custGeom>
              <a:avLst/>
              <a:gdLst/>
              <a:ahLst/>
              <a:cxnLst/>
              <a:rect l="l" t="t" r="r" b="b"/>
              <a:pathLst>
                <a:path w="570" h="1650" extrusionOk="0">
                  <a:moveTo>
                    <a:pt x="8" y="1"/>
                  </a:moveTo>
                  <a:lnTo>
                    <a:pt x="1" y="1321"/>
                  </a:lnTo>
                  <a:lnTo>
                    <a:pt x="544" y="1650"/>
                  </a:lnTo>
                  <a:lnTo>
                    <a:pt x="569" y="320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1534075" y="1178225"/>
              <a:ext cx="14250" cy="41250"/>
            </a:xfrm>
            <a:custGeom>
              <a:avLst/>
              <a:gdLst/>
              <a:ahLst/>
              <a:cxnLst/>
              <a:rect l="l" t="t" r="r" b="b"/>
              <a:pathLst>
                <a:path w="570" h="1650" extrusionOk="0">
                  <a:moveTo>
                    <a:pt x="8" y="1"/>
                  </a:moveTo>
                  <a:lnTo>
                    <a:pt x="1" y="1321"/>
                  </a:lnTo>
                  <a:lnTo>
                    <a:pt x="544" y="1650"/>
                  </a:lnTo>
                  <a:lnTo>
                    <a:pt x="569" y="320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1486925" y="1125425"/>
              <a:ext cx="55000" cy="32250"/>
            </a:xfrm>
            <a:custGeom>
              <a:avLst/>
              <a:gdLst/>
              <a:ahLst/>
              <a:cxnLst/>
              <a:rect l="l" t="t" r="r" b="b"/>
              <a:pathLst>
                <a:path w="2200" h="1290" extrusionOk="0">
                  <a:moveTo>
                    <a:pt x="1687" y="0"/>
                  </a:moveTo>
                  <a:lnTo>
                    <a:pt x="0" y="969"/>
                  </a:lnTo>
                  <a:lnTo>
                    <a:pt x="560" y="1289"/>
                  </a:lnTo>
                  <a:lnTo>
                    <a:pt x="2200" y="292"/>
                  </a:lnTo>
                  <a:lnTo>
                    <a:pt x="1687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1486700" y="1149625"/>
              <a:ext cx="14450" cy="41250"/>
            </a:xfrm>
            <a:custGeom>
              <a:avLst/>
              <a:gdLst/>
              <a:ahLst/>
              <a:cxnLst/>
              <a:rect l="l" t="t" r="r" b="b"/>
              <a:pathLst>
                <a:path w="578" h="1650" extrusionOk="0">
                  <a:moveTo>
                    <a:pt x="9" y="1"/>
                  </a:moveTo>
                  <a:lnTo>
                    <a:pt x="0" y="1322"/>
                  </a:lnTo>
                  <a:lnTo>
                    <a:pt x="578" y="1650"/>
                  </a:lnTo>
                  <a:lnTo>
                    <a:pt x="569" y="321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1486700" y="1149625"/>
              <a:ext cx="14450" cy="41250"/>
            </a:xfrm>
            <a:custGeom>
              <a:avLst/>
              <a:gdLst/>
              <a:ahLst/>
              <a:cxnLst/>
              <a:rect l="l" t="t" r="r" b="b"/>
              <a:pathLst>
                <a:path w="578" h="1650" extrusionOk="0">
                  <a:moveTo>
                    <a:pt x="9" y="1"/>
                  </a:moveTo>
                  <a:lnTo>
                    <a:pt x="0" y="1322"/>
                  </a:lnTo>
                  <a:lnTo>
                    <a:pt x="578" y="1650"/>
                  </a:lnTo>
                  <a:lnTo>
                    <a:pt x="569" y="321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1501025" y="1132700"/>
              <a:ext cx="41275" cy="58175"/>
            </a:xfrm>
            <a:custGeom>
              <a:avLst/>
              <a:gdLst/>
              <a:ahLst/>
              <a:cxnLst/>
              <a:rect l="l" t="t" r="r" b="b"/>
              <a:pathLst>
                <a:path w="1651" h="2327" extrusionOk="0">
                  <a:moveTo>
                    <a:pt x="1650" y="1"/>
                  </a:moveTo>
                  <a:lnTo>
                    <a:pt x="0" y="998"/>
                  </a:lnTo>
                  <a:lnTo>
                    <a:pt x="6" y="2327"/>
                  </a:lnTo>
                  <a:lnTo>
                    <a:pt x="279" y="2173"/>
                  </a:lnTo>
                  <a:lnTo>
                    <a:pt x="289" y="1097"/>
                  </a:lnTo>
                  <a:lnTo>
                    <a:pt x="1650" y="318"/>
                  </a:lnTo>
                  <a:lnTo>
                    <a:pt x="165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1275975" y="921250"/>
              <a:ext cx="403175" cy="232175"/>
            </a:xfrm>
            <a:custGeom>
              <a:avLst/>
              <a:gdLst/>
              <a:ahLst/>
              <a:cxnLst/>
              <a:rect l="l" t="t" r="r" b="b"/>
              <a:pathLst>
                <a:path w="16127" h="9287" extrusionOk="0">
                  <a:moveTo>
                    <a:pt x="8064" y="0"/>
                  </a:moveTo>
                  <a:lnTo>
                    <a:pt x="0" y="4642"/>
                  </a:lnTo>
                  <a:lnTo>
                    <a:pt x="8064" y="9287"/>
                  </a:lnTo>
                  <a:lnTo>
                    <a:pt x="16126" y="4644"/>
                  </a:lnTo>
                  <a:lnTo>
                    <a:pt x="8064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1267675" y="1037325"/>
              <a:ext cx="209925" cy="125975"/>
            </a:xfrm>
            <a:custGeom>
              <a:avLst/>
              <a:gdLst/>
              <a:ahLst/>
              <a:cxnLst/>
              <a:rect l="l" t="t" r="r" b="b"/>
              <a:pathLst>
                <a:path w="8397" h="5039" extrusionOk="0">
                  <a:moveTo>
                    <a:pt x="332" y="1"/>
                  </a:moveTo>
                  <a:lnTo>
                    <a:pt x="0" y="204"/>
                  </a:lnTo>
                  <a:lnTo>
                    <a:pt x="8396" y="5038"/>
                  </a:lnTo>
                  <a:lnTo>
                    <a:pt x="8396" y="4644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1477575" y="1037325"/>
              <a:ext cx="209900" cy="125975"/>
            </a:xfrm>
            <a:custGeom>
              <a:avLst/>
              <a:gdLst/>
              <a:ahLst/>
              <a:cxnLst/>
              <a:rect l="l" t="t" r="r" b="b"/>
              <a:pathLst>
                <a:path w="8396" h="5039" extrusionOk="0">
                  <a:moveTo>
                    <a:pt x="8062" y="1"/>
                  </a:moveTo>
                  <a:lnTo>
                    <a:pt x="0" y="4644"/>
                  </a:lnTo>
                  <a:lnTo>
                    <a:pt x="0" y="5038"/>
                  </a:lnTo>
                  <a:lnTo>
                    <a:pt x="8396" y="204"/>
                  </a:lnTo>
                  <a:lnTo>
                    <a:pt x="8062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9"/>
            <p:cNvSpPr/>
            <p:nvPr/>
          </p:nvSpPr>
          <p:spPr>
            <a:xfrm>
              <a:off x="1309675" y="959850"/>
              <a:ext cx="26600" cy="73700"/>
            </a:xfrm>
            <a:custGeom>
              <a:avLst/>
              <a:gdLst/>
              <a:ahLst/>
              <a:cxnLst/>
              <a:rect l="l" t="t" r="r" b="b"/>
              <a:pathLst>
                <a:path w="1064" h="2948" extrusionOk="0">
                  <a:moveTo>
                    <a:pt x="1" y="1"/>
                  </a:moveTo>
                  <a:lnTo>
                    <a:pt x="1" y="2332"/>
                  </a:lnTo>
                  <a:lnTo>
                    <a:pt x="1064" y="2947"/>
                  </a:lnTo>
                  <a:lnTo>
                    <a:pt x="1064" y="6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9"/>
            <p:cNvSpPr/>
            <p:nvPr/>
          </p:nvSpPr>
          <p:spPr>
            <a:xfrm>
              <a:off x="1336250" y="917475"/>
              <a:ext cx="101175" cy="116075"/>
            </a:xfrm>
            <a:custGeom>
              <a:avLst/>
              <a:gdLst/>
              <a:ahLst/>
              <a:cxnLst/>
              <a:rect l="l" t="t" r="r" b="b"/>
              <a:pathLst>
                <a:path w="4047" h="4643" extrusionOk="0">
                  <a:moveTo>
                    <a:pt x="4046" y="1"/>
                  </a:moveTo>
                  <a:lnTo>
                    <a:pt x="1" y="2312"/>
                  </a:lnTo>
                  <a:lnTo>
                    <a:pt x="1" y="4642"/>
                  </a:lnTo>
                  <a:lnTo>
                    <a:pt x="4046" y="2332"/>
                  </a:lnTo>
                  <a:lnTo>
                    <a:pt x="4046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9"/>
            <p:cNvSpPr/>
            <p:nvPr/>
          </p:nvSpPr>
          <p:spPr>
            <a:xfrm>
              <a:off x="1336250" y="941775"/>
              <a:ext cx="101175" cy="67525"/>
            </a:xfrm>
            <a:custGeom>
              <a:avLst/>
              <a:gdLst/>
              <a:ahLst/>
              <a:cxnLst/>
              <a:rect l="l" t="t" r="r" b="b"/>
              <a:pathLst>
                <a:path w="4047" h="2701" extrusionOk="0">
                  <a:moveTo>
                    <a:pt x="4046" y="0"/>
                  </a:moveTo>
                  <a:lnTo>
                    <a:pt x="1" y="2310"/>
                  </a:lnTo>
                  <a:lnTo>
                    <a:pt x="1" y="2700"/>
                  </a:lnTo>
                  <a:lnTo>
                    <a:pt x="4046" y="390"/>
                  </a:lnTo>
                  <a:lnTo>
                    <a:pt x="4046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9"/>
            <p:cNvSpPr/>
            <p:nvPr/>
          </p:nvSpPr>
          <p:spPr>
            <a:xfrm>
              <a:off x="1310150" y="902075"/>
              <a:ext cx="127275" cy="73225"/>
            </a:xfrm>
            <a:custGeom>
              <a:avLst/>
              <a:gdLst/>
              <a:ahLst/>
              <a:cxnLst/>
              <a:rect l="l" t="t" r="r" b="b"/>
              <a:pathLst>
                <a:path w="5091" h="2929" extrusionOk="0">
                  <a:moveTo>
                    <a:pt x="4046" y="0"/>
                  </a:moveTo>
                  <a:lnTo>
                    <a:pt x="1" y="2312"/>
                  </a:lnTo>
                  <a:lnTo>
                    <a:pt x="1045" y="2928"/>
                  </a:lnTo>
                  <a:lnTo>
                    <a:pt x="5090" y="617"/>
                  </a:lnTo>
                  <a:lnTo>
                    <a:pt x="4046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1319825" y="907700"/>
              <a:ext cx="107925" cy="61975"/>
            </a:xfrm>
            <a:custGeom>
              <a:avLst/>
              <a:gdLst/>
              <a:ahLst/>
              <a:cxnLst/>
              <a:rect l="l" t="t" r="r" b="b"/>
              <a:pathLst>
                <a:path w="4317" h="2479" extrusionOk="0">
                  <a:moveTo>
                    <a:pt x="3658" y="0"/>
                  </a:moveTo>
                  <a:lnTo>
                    <a:pt x="1" y="2090"/>
                  </a:lnTo>
                  <a:lnTo>
                    <a:pt x="659" y="2478"/>
                  </a:lnTo>
                  <a:lnTo>
                    <a:pt x="4316" y="389"/>
                  </a:lnTo>
                  <a:lnTo>
                    <a:pt x="3658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1330425" y="844150"/>
              <a:ext cx="61100" cy="78725"/>
            </a:xfrm>
            <a:custGeom>
              <a:avLst/>
              <a:gdLst/>
              <a:ahLst/>
              <a:cxnLst/>
              <a:rect l="l" t="t" r="r" b="b"/>
              <a:pathLst>
                <a:path w="2444" h="3149" extrusionOk="0">
                  <a:moveTo>
                    <a:pt x="1766" y="0"/>
                  </a:moveTo>
                  <a:cubicBezTo>
                    <a:pt x="1603" y="0"/>
                    <a:pt x="1419" y="53"/>
                    <a:pt x="1224" y="165"/>
                  </a:cubicBezTo>
                  <a:cubicBezTo>
                    <a:pt x="554" y="553"/>
                    <a:pt x="3" y="1504"/>
                    <a:pt x="2" y="2278"/>
                  </a:cubicBezTo>
                  <a:cubicBezTo>
                    <a:pt x="1" y="2829"/>
                    <a:pt x="278" y="3149"/>
                    <a:pt x="680" y="3149"/>
                  </a:cubicBezTo>
                  <a:cubicBezTo>
                    <a:pt x="843" y="3149"/>
                    <a:pt x="1027" y="3096"/>
                    <a:pt x="1221" y="2984"/>
                  </a:cubicBezTo>
                  <a:cubicBezTo>
                    <a:pt x="1893" y="2597"/>
                    <a:pt x="2442" y="1646"/>
                    <a:pt x="2444" y="870"/>
                  </a:cubicBezTo>
                  <a:cubicBezTo>
                    <a:pt x="2444" y="319"/>
                    <a:pt x="2167" y="0"/>
                    <a:pt x="17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9"/>
            <p:cNvSpPr/>
            <p:nvPr/>
          </p:nvSpPr>
          <p:spPr>
            <a:xfrm>
              <a:off x="1335300" y="849025"/>
              <a:ext cx="51375" cy="69700"/>
            </a:xfrm>
            <a:custGeom>
              <a:avLst/>
              <a:gdLst/>
              <a:ahLst/>
              <a:cxnLst/>
              <a:rect l="l" t="t" r="r" b="b"/>
              <a:pathLst>
                <a:path w="2055" h="2788" extrusionOk="0">
                  <a:moveTo>
                    <a:pt x="1571" y="1"/>
                  </a:moveTo>
                  <a:cubicBezTo>
                    <a:pt x="1439" y="1"/>
                    <a:pt x="1284" y="52"/>
                    <a:pt x="1128" y="142"/>
                  </a:cubicBezTo>
                  <a:cubicBezTo>
                    <a:pt x="517" y="494"/>
                    <a:pt x="1" y="1387"/>
                    <a:pt x="1" y="2090"/>
                  </a:cubicBezTo>
                  <a:cubicBezTo>
                    <a:pt x="1" y="2334"/>
                    <a:pt x="65" y="2539"/>
                    <a:pt x="179" y="2653"/>
                  </a:cubicBezTo>
                  <a:cubicBezTo>
                    <a:pt x="259" y="2737"/>
                    <a:pt x="369" y="2786"/>
                    <a:pt x="485" y="2788"/>
                  </a:cubicBezTo>
                  <a:cubicBezTo>
                    <a:pt x="617" y="2788"/>
                    <a:pt x="771" y="2726"/>
                    <a:pt x="929" y="2634"/>
                  </a:cubicBezTo>
                  <a:cubicBezTo>
                    <a:pt x="1538" y="2285"/>
                    <a:pt x="2054" y="1380"/>
                    <a:pt x="2054" y="675"/>
                  </a:cubicBezTo>
                  <a:cubicBezTo>
                    <a:pt x="2054" y="455"/>
                    <a:pt x="2005" y="275"/>
                    <a:pt x="1909" y="156"/>
                  </a:cubicBezTo>
                  <a:cubicBezTo>
                    <a:pt x="1827" y="52"/>
                    <a:pt x="1713" y="1"/>
                    <a:pt x="15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9"/>
            <p:cNvSpPr/>
            <p:nvPr/>
          </p:nvSpPr>
          <p:spPr>
            <a:xfrm>
              <a:off x="1335300" y="849000"/>
              <a:ext cx="45450" cy="55275"/>
            </a:xfrm>
            <a:custGeom>
              <a:avLst/>
              <a:gdLst/>
              <a:ahLst/>
              <a:cxnLst/>
              <a:rect l="l" t="t" r="r" b="b"/>
              <a:pathLst>
                <a:path w="1818" h="2211" extrusionOk="0">
                  <a:moveTo>
                    <a:pt x="1579" y="0"/>
                  </a:moveTo>
                  <a:cubicBezTo>
                    <a:pt x="1576" y="0"/>
                    <a:pt x="1574" y="0"/>
                    <a:pt x="1571" y="0"/>
                  </a:cubicBezTo>
                  <a:cubicBezTo>
                    <a:pt x="1438" y="0"/>
                    <a:pt x="1284" y="50"/>
                    <a:pt x="1126" y="141"/>
                  </a:cubicBezTo>
                  <a:cubicBezTo>
                    <a:pt x="517" y="492"/>
                    <a:pt x="2" y="1385"/>
                    <a:pt x="1" y="2087"/>
                  </a:cubicBezTo>
                  <a:cubicBezTo>
                    <a:pt x="1" y="2131"/>
                    <a:pt x="2" y="2171"/>
                    <a:pt x="7" y="2210"/>
                  </a:cubicBezTo>
                  <a:cubicBezTo>
                    <a:pt x="320" y="1295"/>
                    <a:pt x="967" y="531"/>
                    <a:pt x="1818" y="72"/>
                  </a:cubicBezTo>
                  <a:cubicBezTo>
                    <a:pt x="1747" y="25"/>
                    <a:pt x="1663" y="0"/>
                    <a:pt x="1579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9"/>
            <p:cNvSpPr/>
            <p:nvPr/>
          </p:nvSpPr>
          <p:spPr>
            <a:xfrm>
              <a:off x="1355325" y="858275"/>
              <a:ext cx="31375" cy="58075"/>
            </a:xfrm>
            <a:custGeom>
              <a:avLst/>
              <a:gdLst/>
              <a:ahLst/>
              <a:cxnLst/>
              <a:rect l="l" t="t" r="r" b="b"/>
              <a:pathLst>
                <a:path w="1255" h="2323" extrusionOk="0">
                  <a:moveTo>
                    <a:pt x="1214" y="1"/>
                  </a:moveTo>
                  <a:cubicBezTo>
                    <a:pt x="1081" y="888"/>
                    <a:pt x="653" y="1706"/>
                    <a:pt x="0" y="2322"/>
                  </a:cubicBezTo>
                  <a:cubicBezTo>
                    <a:pt x="42" y="2303"/>
                    <a:pt x="86" y="2282"/>
                    <a:pt x="128" y="2257"/>
                  </a:cubicBezTo>
                  <a:cubicBezTo>
                    <a:pt x="737" y="1906"/>
                    <a:pt x="1252" y="1010"/>
                    <a:pt x="1253" y="305"/>
                  </a:cubicBezTo>
                  <a:cubicBezTo>
                    <a:pt x="1255" y="202"/>
                    <a:pt x="1242" y="99"/>
                    <a:pt x="1214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9"/>
            <p:cNvSpPr/>
            <p:nvPr/>
          </p:nvSpPr>
          <p:spPr>
            <a:xfrm>
              <a:off x="1560475" y="817900"/>
              <a:ext cx="80900" cy="129225"/>
            </a:xfrm>
            <a:custGeom>
              <a:avLst/>
              <a:gdLst/>
              <a:ahLst/>
              <a:cxnLst/>
              <a:rect l="l" t="t" r="r" b="b"/>
              <a:pathLst>
                <a:path w="3236" h="5169" extrusionOk="0">
                  <a:moveTo>
                    <a:pt x="0" y="0"/>
                  </a:moveTo>
                  <a:lnTo>
                    <a:pt x="0" y="3317"/>
                  </a:lnTo>
                  <a:lnTo>
                    <a:pt x="3235" y="5168"/>
                  </a:lnTo>
                  <a:lnTo>
                    <a:pt x="3235" y="18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9"/>
            <p:cNvSpPr/>
            <p:nvPr/>
          </p:nvSpPr>
          <p:spPr>
            <a:xfrm>
              <a:off x="1566525" y="829050"/>
              <a:ext cx="67775" cy="106950"/>
            </a:xfrm>
            <a:custGeom>
              <a:avLst/>
              <a:gdLst/>
              <a:ahLst/>
              <a:cxnLst/>
              <a:rect l="l" t="t" r="r" b="b"/>
              <a:pathLst>
                <a:path w="2711" h="4278" extrusionOk="0">
                  <a:moveTo>
                    <a:pt x="0" y="1"/>
                  </a:moveTo>
                  <a:lnTo>
                    <a:pt x="0" y="2720"/>
                  </a:lnTo>
                  <a:lnTo>
                    <a:pt x="2711" y="4277"/>
                  </a:lnTo>
                  <a:lnTo>
                    <a:pt x="2711" y="155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9"/>
            <p:cNvSpPr/>
            <p:nvPr/>
          </p:nvSpPr>
          <p:spPr>
            <a:xfrm>
              <a:off x="1563550" y="822850"/>
              <a:ext cx="10175" cy="74200"/>
            </a:xfrm>
            <a:custGeom>
              <a:avLst/>
              <a:gdLst/>
              <a:ahLst/>
              <a:cxnLst/>
              <a:rect l="l" t="t" r="r" b="b"/>
              <a:pathLst>
                <a:path w="407" h="2968" extrusionOk="0">
                  <a:moveTo>
                    <a:pt x="1" y="1"/>
                  </a:moveTo>
                  <a:lnTo>
                    <a:pt x="105" y="2968"/>
                  </a:lnTo>
                  <a:lnTo>
                    <a:pt x="407" y="2794"/>
                  </a:lnTo>
                  <a:lnTo>
                    <a:pt x="405" y="18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9"/>
            <p:cNvSpPr/>
            <p:nvPr/>
          </p:nvSpPr>
          <p:spPr>
            <a:xfrm>
              <a:off x="1566150" y="892675"/>
              <a:ext cx="72675" cy="45350"/>
            </a:xfrm>
            <a:custGeom>
              <a:avLst/>
              <a:gdLst/>
              <a:ahLst/>
              <a:cxnLst/>
              <a:rect l="l" t="t" r="r" b="b"/>
              <a:pathLst>
                <a:path w="2907" h="1814" extrusionOk="0">
                  <a:moveTo>
                    <a:pt x="303" y="1"/>
                  </a:moveTo>
                  <a:lnTo>
                    <a:pt x="1" y="175"/>
                  </a:lnTo>
                  <a:lnTo>
                    <a:pt x="2782" y="1813"/>
                  </a:lnTo>
                  <a:lnTo>
                    <a:pt x="2907" y="145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9"/>
            <p:cNvSpPr/>
            <p:nvPr/>
          </p:nvSpPr>
          <p:spPr>
            <a:xfrm>
              <a:off x="1555400" y="810175"/>
              <a:ext cx="90000" cy="91300"/>
            </a:xfrm>
            <a:custGeom>
              <a:avLst/>
              <a:gdLst/>
              <a:ahLst/>
              <a:cxnLst/>
              <a:rect l="l" t="t" r="r" b="b"/>
              <a:pathLst>
                <a:path w="3600" h="3652" extrusionOk="0">
                  <a:moveTo>
                    <a:pt x="0" y="0"/>
                  </a:moveTo>
                  <a:lnTo>
                    <a:pt x="0" y="1577"/>
                  </a:lnTo>
                  <a:lnTo>
                    <a:pt x="3599" y="3652"/>
                  </a:lnTo>
                  <a:lnTo>
                    <a:pt x="3599" y="2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9"/>
            <p:cNvSpPr/>
            <p:nvPr/>
          </p:nvSpPr>
          <p:spPr>
            <a:xfrm>
              <a:off x="1555400" y="810175"/>
              <a:ext cx="90000" cy="64625"/>
            </a:xfrm>
            <a:custGeom>
              <a:avLst/>
              <a:gdLst/>
              <a:ahLst/>
              <a:cxnLst/>
              <a:rect l="l" t="t" r="r" b="b"/>
              <a:pathLst>
                <a:path w="3600" h="2585" extrusionOk="0">
                  <a:moveTo>
                    <a:pt x="0" y="0"/>
                  </a:moveTo>
                  <a:lnTo>
                    <a:pt x="0" y="509"/>
                  </a:lnTo>
                  <a:lnTo>
                    <a:pt x="3599" y="2584"/>
                  </a:lnTo>
                  <a:lnTo>
                    <a:pt x="3599" y="2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9"/>
            <p:cNvSpPr/>
            <p:nvPr/>
          </p:nvSpPr>
          <p:spPr>
            <a:xfrm>
              <a:off x="1356700" y="1028200"/>
              <a:ext cx="170625" cy="97975"/>
            </a:xfrm>
            <a:custGeom>
              <a:avLst/>
              <a:gdLst/>
              <a:ahLst/>
              <a:cxnLst/>
              <a:rect l="l" t="t" r="r" b="b"/>
              <a:pathLst>
                <a:path w="6825" h="3919" extrusionOk="0">
                  <a:moveTo>
                    <a:pt x="1042" y="0"/>
                  </a:moveTo>
                  <a:lnTo>
                    <a:pt x="0" y="615"/>
                  </a:lnTo>
                  <a:lnTo>
                    <a:pt x="5783" y="3918"/>
                  </a:lnTo>
                  <a:lnTo>
                    <a:pt x="6825" y="3303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9"/>
            <p:cNvSpPr/>
            <p:nvPr/>
          </p:nvSpPr>
          <p:spPr>
            <a:xfrm>
              <a:off x="1639600" y="961450"/>
              <a:ext cx="8550" cy="63750"/>
            </a:xfrm>
            <a:custGeom>
              <a:avLst/>
              <a:gdLst/>
              <a:ahLst/>
              <a:cxnLst/>
              <a:rect l="l" t="t" r="r" b="b"/>
              <a:pathLst>
                <a:path w="342" h="2550" extrusionOk="0">
                  <a:moveTo>
                    <a:pt x="342" y="1"/>
                  </a:moveTo>
                  <a:lnTo>
                    <a:pt x="1" y="218"/>
                  </a:lnTo>
                  <a:lnTo>
                    <a:pt x="1" y="2550"/>
                  </a:lnTo>
                  <a:lnTo>
                    <a:pt x="342" y="2332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9"/>
            <p:cNvSpPr/>
            <p:nvPr/>
          </p:nvSpPr>
          <p:spPr>
            <a:xfrm>
              <a:off x="1538475" y="909150"/>
              <a:ext cx="101150" cy="116050"/>
            </a:xfrm>
            <a:custGeom>
              <a:avLst/>
              <a:gdLst/>
              <a:ahLst/>
              <a:cxnLst/>
              <a:rect l="l" t="t" r="r" b="b"/>
              <a:pathLst>
                <a:path w="4046" h="4642" extrusionOk="0">
                  <a:moveTo>
                    <a:pt x="0" y="0"/>
                  </a:moveTo>
                  <a:lnTo>
                    <a:pt x="0" y="2332"/>
                  </a:lnTo>
                  <a:lnTo>
                    <a:pt x="4046" y="4642"/>
                  </a:lnTo>
                  <a:lnTo>
                    <a:pt x="4046" y="23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9"/>
            <p:cNvSpPr/>
            <p:nvPr/>
          </p:nvSpPr>
          <p:spPr>
            <a:xfrm>
              <a:off x="1538475" y="903700"/>
              <a:ext cx="109200" cy="63225"/>
            </a:xfrm>
            <a:custGeom>
              <a:avLst/>
              <a:gdLst/>
              <a:ahLst/>
              <a:cxnLst/>
              <a:rect l="l" t="t" r="r" b="b"/>
              <a:pathLst>
                <a:path w="4368" h="2529" extrusionOk="0">
                  <a:moveTo>
                    <a:pt x="322" y="1"/>
                  </a:moveTo>
                  <a:lnTo>
                    <a:pt x="0" y="218"/>
                  </a:lnTo>
                  <a:lnTo>
                    <a:pt x="4046" y="2528"/>
                  </a:lnTo>
                  <a:lnTo>
                    <a:pt x="4368" y="2311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9"/>
            <p:cNvSpPr/>
            <p:nvPr/>
          </p:nvSpPr>
          <p:spPr>
            <a:xfrm>
              <a:off x="1531725" y="991175"/>
              <a:ext cx="107900" cy="96275"/>
            </a:xfrm>
            <a:custGeom>
              <a:avLst/>
              <a:gdLst/>
              <a:ahLst/>
              <a:cxnLst/>
              <a:rect l="l" t="t" r="r" b="b"/>
              <a:pathLst>
                <a:path w="4316" h="3851" extrusionOk="0">
                  <a:moveTo>
                    <a:pt x="4316" y="1"/>
                  </a:moveTo>
                  <a:lnTo>
                    <a:pt x="0" y="2522"/>
                  </a:lnTo>
                  <a:lnTo>
                    <a:pt x="0" y="3851"/>
                  </a:lnTo>
                  <a:lnTo>
                    <a:pt x="4316" y="1361"/>
                  </a:lnTo>
                  <a:lnTo>
                    <a:pt x="43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9"/>
            <p:cNvSpPr/>
            <p:nvPr/>
          </p:nvSpPr>
          <p:spPr>
            <a:xfrm>
              <a:off x="1430575" y="996475"/>
              <a:ext cx="101175" cy="90975"/>
            </a:xfrm>
            <a:custGeom>
              <a:avLst/>
              <a:gdLst/>
              <a:ahLst/>
              <a:cxnLst/>
              <a:rect l="l" t="t" r="r" b="b"/>
              <a:pathLst>
                <a:path w="4047" h="3639" extrusionOk="0">
                  <a:moveTo>
                    <a:pt x="1" y="0"/>
                  </a:moveTo>
                  <a:lnTo>
                    <a:pt x="1" y="1360"/>
                  </a:lnTo>
                  <a:lnTo>
                    <a:pt x="4046" y="3639"/>
                  </a:lnTo>
                  <a:lnTo>
                    <a:pt x="4046" y="23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1430575" y="933400"/>
              <a:ext cx="208575" cy="120850"/>
            </a:xfrm>
            <a:custGeom>
              <a:avLst/>
              <a:gdLst/>
              <a:ahLst/>
              <a:cxnLst/>
              <a:rect l="l" t="t" r="r" b="b"/>
              <a:pathLst>
                <a:path w="8343" h="4834" extrusionOk="0">
                  <a:moveTo>
                    <a:pt x="4297" y="0"/>
                  </a:moveTo>
                  <a:lnTo>
                    <a:pt x="1" y="2523"/>
                  </a:lnTo>
                  <a:lnTo>
                    <a:pt x="4046" y="4833"/>
                  </a:lnTo>
                  <a:lnTo>
                    <a:pt x="8343" y="2312"/>
                  </a:lnTo>
                  <a:lnTo>
                    <a:pt x="4297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1523675" y="1044725"/>
              <a:ext cx="8550" cy="47575"/>
            </a:xfrm>
            <a:custGeom>
              <a:avLst/>
              <a:gdLst/>
              <a:ahLst/>
              <a:cxnLst/>
              <a:rect l="l" t="t" r="r" b="b"/>
              <a:pathLst>
                <a:path w="342" h="1903" extrusionOk="0">
                  <a:moveTo>
                    <a:pt x="341" y="0"/>
                  </a:moveTo>
                  <a:lnTo>
                    <a:pt x="1" y="218"/>
                  </a:lnTo>
                  <a:lnTo>
                    <a:pt x="1" y="1903"/>
                  </a:lnTo>
                  <a:lnTo>
                    <a:pt x="341" y="1697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9"/>
            <p:cNvSpPr/>
            <p:nvPr/>
          </p:nvSpPr>
          <p:spPr>
            <a:xfrm>
              <a:off x="1422575" y="992400"/>
              <a:ext cx="101125" cy="99900"/>
            </a:xfrm>
            <a:custGeom>
              <a:avLst/>
              <a:gdLst/>
              <a:ahLst/>
              <a:cxnLst/>
              <a:rect l="l" t="t" r="r" b="b"/>
              <a:pathLst>
                <a:path w="4045" h="3996" extrusionOk="0">
                  <a:moveTo>
                    <a:pt x="0" y="1"/>
                  </a:moveTo>
                  <a:lnTo>
                    <a:pt x="0" y="1684"/>
                  </a:lnTo>
                  <a:lnTo>
                    <a:pt x="4045" y="3996"/>
                  </a:lnTo>
                  <a:lnTo>
                    <a:pt x="4045" y="23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1422575" y="986975"/>
              <a:ext cx="109175" cy="63200"/>
            </a:xfrm>
            <a:custGeom>
              <a:avLst/>
              <a:gdLst/>
              <a:ahLst/>
              <a:cxnLst/>
              <a:rect l="l" t="t" r="r" b="b"/>
              <a:pathLst>
                <a:path w="4367" h="2528" extrusionOk="0">
                  <a:moveTo>
                    <a:pt x="321" y="0"/>
                  </a:moveTo>
                  <a:lnTo>
                    <a:pt x="0" y="218"/>
                  </a:lnTo>
                  <a:lnTo>
                    <a:pt x="4045" y="2528"/>
                  </a:lnTo>
                  <a:lnTo>
                    <a:pt x="4366" y="2310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9"/>
            <p:cNvSpPr/>
            <p:nvPr/>
          </p:nvSpPr>
          <p:spPr>
            <a:xfrm>
              <a:off x="1532275" y="991175"/>
              <a:ext cx="107075" cy="73900"/>
            </a:xfrm>
            <a:custGeom>
              <a:avLst/>
              <a:gdLst/>
              <a:ahLst/>
              <a:cxnLst/>
              <a:rect l="l" t="t" r="r" b="b"/>
              <a:pathLst>
                <a:path w="4283" h="2956" extrusionOk="0">
                  <a:moveTo>
                    <a:pt x="4282" y="1"/>
                  </a:moveTo>
                  <a:lnTo>
                    <a:pt x="0" y="2515"/>
                  </a:lnTo>
                  <a:lnTo>
                    <a:pt x="0" y="2956"/>
                  </a:lnTo>
                  <a:lnTo>
                    <a:pt x="4282" y="450"/>
                  </a:lnTo>
                  <a:lnTo>
                    <a:pt x="4282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9"/>
            <p:cNvSpPr/>
            <p:nvPr/>
          </p:nvSpPr>
          <p:spPr>
            <a:xfrm>
              <a:off x="1519625" y="929500"/>
              <a:ext cx="119725" cy="70675"/>
            </a:xfrm>
            <a:custGeom>
              <a:avLst/>
              <a:gdLst/>
              <a:ahLst/>
              <a:cxnLst/>
              <a:rect l="l" t="t" r="r" b="b"/>
              <a:pathLst>
                <a:path w="4789" h="2827" extrusionOk="0">
                  <a:moveTo>
                    <a:pt x="286" y="1"/>
                  </a:moveTo>
                  <a:cubicBezTo>
                    <a:pt x="272" y="1"/>
                    <a:pt x="257" y="5"/>
                    <a:pt x="245" y="13"/>
                  </a:cubicBezTo>
                  <a:cubicBezTo>
                    <a:pt x="94" y="105"/>
                    <a:pt x="2" y="269"/>
                    <a:pt x="0" y="446"/>
                  </a:cubicBezTo>
                  <a:lnTo>
                    <a:pt x="0" y="581"/>
                  </a:lnTo>
                  <a:cubicBezTo>
                    <a:pt x="0" y="610"/>
                    <a:pt x="16" y="636"/>
                    <a:pt x="41" y="651"/>
                  </a:cubicBezTo>
                  <a:lnTo>
                    <a:pt x="3702" y="2739"/>
                  </a:lnTo>
                  <a:cubicBezTo>
                    <a:pt x="3805" y="2797"/>
                    <a:pt x="3920" y="2827"/>
                    <a:pt x="4035" y="2827"/>
                  </a:cubicBezTo>
                  <a:cubicBezTo>
                    <a:pt x="4153" y="2827"/>
                    <a:pt x="4271" y="2796"/>
                    <a:pt x="4376" y="2733"/>
                  </a:cubicBezTo>
                  <a:lnTo>
                    <a:pt x="4749" y="2510"/>
                  </a:lnTo>
                  <a:cubicBezTo>
                    <a:pt x="4774" y="2494"/>
                    <a:pt x="4788" y="2468"/>
                    <a:pt x="4788" y="2440"/>
                  </a:cubicBezTo>
                  <a:lnTo>
                    <a:pt x="4788" y="2125"/>
                  </a:lnTo>
                  <a:cubicBezTo>
                    <a:pt x="4788" y="2079"/>
                    <a:pt x="4751" y="2045"/>
                    <a:pt x="4709" y="2045"/>
                  </a:cubicBezTo>
                  <a:cubicBezTo>
                    <a:pt x="4702" y="2045"/>
                    <a:pt x="4695" y="2045"/>
                    <a:pt x="4688" y="2047"/>
                  </a:cubicBezTo>
                  <a:lnTo>
                    <a:pt x="4044" y="2212"/>
                  </a:lnTo>
                  <a:lnTo>
                    <a:pt x="4044" y="2237"/>
                  </a:lnTo>
                  <a:lnTo>
                    <a:pt x="326" y="13"/>
                  </a:lnTo>
                  <a:cubicBezTo>
                    <a:pt x="314" y="5"/>
                    <a:pt x="300" y="1"/>
                    <a:pt x="286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9"/>
            <p:cNvSpPr/>
            <p:nvPr/>
          </p:nvSpPr>
          <p:spPr>
            <a:xfrm>
              <a:off x="1620975" y="980000"/>
              <a:ext cx="18375" cy="20125"/>
            </a:xfrm>
            <a:custGeom>
              <a:avLst/>
              <a:gdLst/>
              <a:ahLst/>
              <a:cxnLst/>
              <a:rect l="l" t="t" r="r" b="b"/>
              <a:pathLst>
                <a:path w="735" h="805" extrusionOk="0">
                  <a:moveTo>
                    <a:pt x="734" y="1"/>
                  </a:moveTo>
                  <a:lnTo>
                    <a:pt x="0" y="190"/>
                  </a:lnTo>
                  <a:lnTo>
                    <a:pt x="0" y="804"/>
                  </a:lnTo>
                  <a:cubicBezTo>
                    <a:pt x="114" y="801"/>
                    <a:pt x="224" y="770"/>
                    <a:pt x="321" y="712"/>
                  </a:cubicBezTo>
                  <a:lnTo>
                    <a:pt x="695" y="490"/>
                  </a:lnTo>
                  <a:cubicBezTo>
                    <a:pt x="720" y="474"/>
                    <a:pt x="734" y="448"/>
                    <a:pt x="734" y="420"/>
                  </a:cubicBezTo>
                  <a:lnTo>
                    <a:pt x="73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9"/>
            <p:cNvSpPr/>
            <p:nvPr/>
          </p:nvSpPr>
          <p:spPr>
            <a:xfrm>
              <a:off x="1522400" y="922275"/>
              <a:ext cx="116750" cy="67375"/>
            </a:xfrm>
            <a:custGeom>
              <a:avLst/>
              <a:gdLst/>
              <a:ahLst/>
              <a:cxnLst/>
              <a:rect l="l" t="t" r="r" b="b"/>
              <a:pathLst>
                <a:path w="4670" h="2695" extrusionOk="0">
                  <a:moveTo>
                    <a:pt x="624" y="0"/>
                  </a:moveTo>
                  <a:lnTo>
                    <a:pt x="83" y="336"/>
                  </a:lnTo>
                  <a:cubicBezTo>
                    <a:pt x="1" y="387"/>
                    <a:pt x="4" y="509"/>
                    <a:pt x="88" y="557"/>
                  </a:cubicBezTo>
                  <a:lnTo>
                    <a:pt x="3749" y="2645"/>
                  </a:lnTo>
                  <a:cubicBezTo>
                    <a:pt x="3806" y="2678"/>
                    <a:pt x="3870" y="2694"/>
                    <a:pt x="3934" y="2694"/>
                  </a:cubicBezTo>
                  <a:cubicBezTo>
                    <a:pt x="4001" y="2694"/>
                    <a:pt x="4069" y="2676"/>
                    <a:pt x="4129" y="2639"/>
                  </a:cubicBezTo>
                  <a:lnTo>
                    <a:pt x="4670" y="2310"/>
                  </a:lnTo>
                  <a:lnTo>
                    <a:pt x="624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1449725" y="969975"/>
              <a:ext cx="127775" cy="72875"/>
            </a:xfrm>
            <a:custGeom>
              <a:avLst/>
              <a:gdLst/>
              <a:ahLst/>
              <a:cxnLst/>
              <a:rect l="l" t="t" r="r" b="b"/>
              <a:pathLst>
                <a:path w="5111" h="2915" extrusionOk="0">
                  <a:moveTo>
                    <a:pt x="1042" y="0"/>
                  </a:moveTo>
                  <a:lnTo>
                    <a:pt x="0" y="615"/>
                  </a:lnTo>
                  <a:lnTo>
                    <a:pt x="4068" y="2915"/>
                  </a:lnTo>
                  <a:lnTo>
                    <a:pt x="5110" y="2300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9"/>
            <p:cNvSpPr/>
            <p:nvPr/>
          </p:nvSpPr>
          <p:spPr>
            <a:xfrm>
              <a:off x="1551375" y="1027475"/>
              <a:ext cx="26300" cy="26725"/>
            </a:xfrm>
            <a:custGeom>
              <a:avLst/>
              <a:gdLst/>
              <a:ahLst/>
              <a:cxnLst/>
              <a:rect l="l" t="t" r="r" b="b"/>
              <a:pathLst>
                <a:path w="1052" h="1069" extrusionOk="0">
                  <a:moveTo>
                    <a:pt x="1052" y="0"/>
                  </a:moveTo>
                  <a:lnTo>
                    <a:pt x="0" y="615"/>
                  </a:lnTo>
                  <a:lnTo>
                    <a:pt x="0" y="1069"/>
                  </a:lnTo>
                  <a:lnTo>
                    <a:pt x="1052" y="445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9"/>
            <p:cNvSpPr/>
            <p:nvPr/>
          </p:nvSpPr>
          <p:spPr>
            <a:xfrm>
              <a:off x="1451325" y="884375"/>
              <a:ext cx="49875" cy="69825"/>
            </a:xfrm>
            <a:custGeom>
              <a:avLst/>
              <a:gdLst/>
              <a:ahLst/>
              <a:cxnLst/>
              <a:rect l="l" t="t" r="r" b="b"/>
              <a:pathLst>
                <a:path w="1995" h="2793" extrusionOk="0">
                  <a:moveTo>
                    <a:pt x="0" y="1"/>
                  </a:moveTo>
                  <a:lnTo>
                    <a:pt x="0" y="2299"/>
                  </a:lnTo>
                  <a:cubicBezTo>
                    <a:pt x="0" y="2572"/>
                    <a:pt x="453" y="2792"/>
                    <a:pt x="996" y="2792"/>
                  </a:cubicBezTo>
                  <a:cubicBezTo>
                    <a:pt x="1542" y="2792"/>
                    <a:pt x="1994" y="2572"/>
                    <a:pt x="1994" y="2299"/>
                  </a:cubicBezTo>
                  <a:cubicBezTo>
                    <a:pt x="1994" y="2286"/>
                    <a:pt x="1985" y="4"/>
                    <a:pt x="1985" y="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1465425" y="884375"/>
              <a:ext cx="35775" cy="69825"/>
            </a:xfrm>
            <a:custGeom>
              <a:avLst/>
              <a:gdLst/>
              <a:ahLst/>
              <a:cxnLst/>
              <a:rect l="l" t="t" r="r" b="b"/>
              <a:pathLst>
                <a:path w="1431" h="2793" extrusionOk="0">
                  <a:moveTo>
                    <a:pt x="0" y="1"/>
                  </a:moveTo>
                  <a:lnTo>
                    <a:pt x="0" y="2746"/>
                  </a:lnTo>
                  <a:cubicBezTo>
                    <a:pt x="134" y="2776"/>
                    <a:pt x="270" y="2792"/>
                    <a:pt x="406" y="2792"/>
                  </a:cubicBezTo>
                  <a:cubicBezTo>
                    <a:pt x="412" y="2792"/>
                    <a:pt x="418" y="2792"/>
                    <a:pt x="424" y="2792"/>
                  </a:cubicBezTo>
                  <a:cubicBezTo>
                    <a:pt x="969" y="2792"/>
                    <a:pt x="1430" y="2572"/>
                    <a:pt x="1430" y="2299"/>
                  </a:cubicBezTo>
                  <a:cubicBezTo>
                    <a:pt x="1430" y="2286"/>
                    <a:pt x="1411" y="4"/>
                    <a:pt x="1411" y="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1477575" y="884425"/>
              <a:ext cx="23625" cy="69775"/>
            </a:xfrm>
            <a:custGeom>
              <a:avLst/>
              <a:gdLst/>
              <a:ahLst/>
              <a:cxnLst/>
              <a:rect l="l" t="t" r="r" b="b"/>
              <a:pathLst>
                <a:path w="945" h="2791" extrusionOk="0">
                  <a:moveTo>
                    <a:pt x="0" y="0"/>
                  </a:moveTo>
                  <a:lnTo>
                    <a:pt x="0" y="2790"/>
                  </a:lnTo>
                  <a:cubicBezTo>
                    <a:pt x="518" y="2774"/>
                    <a:pt x="944" y="2560"/>
                    <a:pt x="944" y="2297"/>
                  </a:cubicBezTo>
                  <a:cubicBezTo>
                    <a:pt x="944" y="2284"/>
                    <a:pt x="925" y="2"/>
                    <a:pt x="925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1490500" y="884450"/>
              <a:ext cx="10700" cy="67450"/>
            </a:xfrm>
            <a:custGeom>
              <a:avLst/>
              <a:gdLst/>
              <a:ahLst/>
              <a:cxnLst/>
              <a:rect l="l" t="t" r="r" b="b"/>
              <a:pathLst>
                <a:path w="428" h="2698" extrusionOk="0">
                  <a:moveTo>
                    <a:pt x="1" y="1"/>
                  </a:moveTo>
                  <a:lnTo>
                    <a:pt x="1" y="2698"/>
                  </a:lnTo>
                  <a:cubicBezTo>
                    <a:pt x="256" y="2608"/>
                    <a:pt x="427" y="2463"/>
                    <a:pt x="427" y="2296"/>
                  </a:cubicBezTo>
                  <a:cubicBezTo>
                    <a:pt x="427" y="2283"/>
                    <a:pt x="408" y="1"/>
                    <a:pt x="408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9"/>
            <p:cNvSpPr/>
            <p:nvPr/>
          </p:nvSpPr>
          <p:spPr>
            <a:xfrm>
              <a:off x="1450850" y="871800"/>
              <a:ext cx="49875" cy="25050"/>
            </a:xfrm>
            <a:custGeom>
              <a:avLst/>
              <a:gdLst/>
              <a:ahLst/>
              <a:cxnLst/>
              <a:rect l="l" t="t" r="r" b="b"/>
              <a:pathLst>
                <a:path w="1995" h="1002" extrusionOk="0">
                  <a:moveTo>
                    <a:pt x="1994" y="501"/>
                  </a:moveTo>
                  <a:cubicBezTo>
                    <a:pt x="1994" y="776"/>
                    <a:pt x="1549" y="1001"/>
                    <a:pt x="998" y="1001"/>
                  </a:cubicBezTo>
                  <a:cubicBezTo>
                    <a:pt x="447" y="1001"/>
                    <a:pt x="0" y="776"/>
                    <a:pt x="0" y="501"/>
                  </a:cubicBezTo>
                  <a:cubicBezTo>
                    <a:pt x="0" y="224"/>
                    <a:pt x="447" y="1"/>
                    <a:pt x="998" y="1"/>
                  </a:cubicBezTo>
                  <a:cubicBezTo>
                    <a:pt x="1549" y="1"/>
                    <a:pt x="1994" y="224"/>
                    <a:pt x="1994" y="50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9"/>
            <p:cNvSpPr/>
            <p:nvPr/>
          </p:nvSpPr>
          <p:spPr>
            <a:xfrm>
              <a:off x="1462600" y="874400"/>
              <a:ext cx="26450" cy="13350"/>
            </a:xfrm>
            <a:custGeom>
              <a:avLst/>
              <a:gdLst/>
              <a:ahLst/>
              <a:cxnLst/>
              <a:rect l="l" t="t" r="r" b="b"/>
              <a:pathLst>
                <a:path w="1058" h="534" extrusionOk="0">
                  <a:moveTo>
                    <a:pt x="1057" y="266"/>
                  </a:moveTo>
                  <a:cubicBezTo>
                    <a:pt x="1057" y="414"/>
                    <a:pt x="821" y="533"/>
                    <a:pt x="528" y="533"/>
                  </a:cubicBezTo>
                  <a:cubicBezTo>
                    <a:pt x="236" y="533"/>
                    <a:pt x="0" y="414"/>
                    <a:pt x="0" y="266"/>
                  </a:cubicBezTo>
                  <a:cubicBezTo>
                    <a:pt x="0" y="120"/>
                    <a:pt x="236" y="1"/>
                    <a:pt x="528" y="1"/>
                  </a:cubicBezTo>
                  <a:cubicBezTo>
                    <a:pt x="821" y="1"/>
                    <a:pt x="1057" y="120"/>
                    <a:pt x="1057" y="266"/>
                  </a:cubicBezTo>
                  <a:close/>
                </a:path>
              </a:pathLst>
            </a:custGeom>
            <a:solidFill>
              <a:srgbClr val="F0C0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1472475" y="864650"/>
              <a:ext cx="6125" cy="16575"/>
            </a:xfrm>
            <a:custGeom>
              <a:avLst/>
              <a:gdLst/>
              <a:ahLst/>
              <a:cxnLst/>
              <a:rect l="l" t="t" r="r" b="b"/>
              <a:pathLst>
                <a:path w="245" h="663" extrusionOk="0">
                  <a:moveTo>
                    <a:pt x="1" y="1"/>
                  </a:moveTo>
                  <a:lnTo>
                    <a:pt x="1" y="600"/>
                  </a:lnTo>
                  <a:cubicBezTo>
                    <a:pt x="1" y="635"/>
                    <a:pt x="55" y="662"/>
                    <a:pt x="123" y="662"/>
                  </a:cubicBezTo>
                  <a:cubicBezTo>
                    <a:pt x="191" y="662"/>
                    <a:pt x="245" y="635"/>
                    <a:pt x="245" y="600"/>
                  </a:cubicBezTo>
                  <a:lnTo>
                    <a:pt x="245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1457375" y="835375"/>
              <a:ext cx="36850" cy="31950"/>
            </a:xfrm>
            <a:custGeom>
              <a:avLst/>
              <a:gdLst/>
              <a:ahLst/>
              <a:cxnLst/>
              <a:rect l="l" t="t" r="r" b="b"/>
              <a:pathLst>
                <a:path w="1474" h="1278" extrusionOk="0">
                  <a:moveTo>
                    <a:pt x="383" y="0"/>
                  </a:moveTo>
                  <a:cubicBezTo>
                    <a:pt x="196" y="358"/>
                    <a:pt x="0" y="912"/>
                    <a:pt x="0" y="921"/>
                  </a:cubicBezTo>
                  <a:cubicBezTo>
                    <a:pt x="0" y="1118"/>
                    <a:pt x="334" y="1278"/>
                    <a:pt x="737" y="1278"/>
                  </a:cubicBezTo>
                  <a:cubicBezTo>
                    <a:pt x="1142" y="1278"/>
                    <a:pt x="1474" y="1118"/>
                    <a:pt x="1474" y="921"/>
                  </a:cubicBezTo>
                  <a:cubicBezTo>
                    <a:pt x="1474" y="917"/>
                    <a:pt x="1266" y="360"/>
                    <a:pt x="10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1466975" y="832000"/>
              <a:ext cx="17075" cy="7550"/>
            </a:xfrm>
            <a:custGeom>
              <a:avLst/>
              <a:gdLst/>
              <a:ahLst/>
              <a:cxnLst/>
              <a:rect l="l" t="t" r="r" b="b"/>
              <a:pathLst>
                <a:path w="683" h="302" extrusionOk="0">
                  <a:moveTo>
                    <a:pt x="341" y="0"/>
                  </a:moveTo>
                  <a:cubicBezTo>
                    <a:pt x="154" y="0"/>
                    <a:pt x="1" y="69"/>
                    <a:pt x="1" y="151"/>
                  </a:cubicBezTo>
                  <a:cubicBezTo>
                    <a:pt x="1" y="234"/>
                    <a:pt x="154" y="302"/>
                    <a:pt x="341" y="302"/>
                  </a:cubicBezTo>
                  <a:cubicBezTo>
                    <a:pt x="530" y="302"/>
                    <a:pt x="682" y="234"/>
                    <a:pt x="682" y="151"/>
                  </a:cubicBezTo>
                  <a:cubicBezTo>
                    <a:pt x="682" y="69"/>
                    <a:pt x="530" y="0"/>
                    <a:pt x="341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9"/>
            <p:cNvSpPr/>
            <p:nvPr/>
          </p:nvSpPr>
          <p:spPr>
            <a:xfrm>
              <a:off x="1366425" y="1191575"/>
              <a:ext cx="171425" cy="98825"/>
            </a:xfrm>
            <a:custGeom>
              <a:avLst/>
              <a:gdLst/>
              <a:ahLst/>
              <a:cxnLst/>
              <a:rect l="l" t="t" r="r" b="b"/>
              <a:pathLst>
                <a:path w="6857" h="3953" extrusionOk="0">
                  <a:moveTo>
                    <a:pt x="4437" y="1"/>
                  </a:moveTo>
                  <a:lnTo>
                    <a:pt x="0" y="2557"/>
                  </a:lnTo>
                  <a:lnTo>
                    <a:pt x="2419" y="3952"/>
                  </a:lnTo>
                  <a:lnTo>
                    <a:pt x="6856" y="1396"/>
                  </a:lnTo>
                  <a:lnTo>
                    <a:pt x="4437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9"/>
            <p:cNvSpPr/>
            <p:nvPr/>
          </p:nvSpPr>
          <p:spPr>
            <a:xfrm>
              <a:off x="1397050" y="1234025"/>
              <a:ext cx="26600" cy="38125"/>
            </a:xfrm>
            <a:custGeom>
              <a:avLst/>
              <a:gdLst/>
              <a:ahLst/>
              <a:cxnLst/>
              <a:rect l="l" t="t" r="r" b="b"/>
              <a:pathLst>
                <a:path w="1064" h="1525" extrusionOk="0">
                  <a:moveTo>
                    <a:pt x="0" y="1"/>
                  </a:moveTo>
                  <a:lnTo>
                    <a:pt x="0" y="908"/>
                  </a:lnTo>
                  <a:lnTo>
                    <a:pt x="1063" y="1525"/>
                  </a:lnTo>
                  <a:lnTo>
                    <a:pt x="1063" y="6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9"/>
            <p:cNvSpPr/>
            <p:nvPr/>
          </p:nvSpPr>
          <p:spPr>
            <a:xfrm>
              <a:off x="1423625" y="1201375"/>
              <a:ext cx="81725" cy="70775"/>
            </a:xfrm>
            <a:custGeom>
              <a:avLst/>
              <a:gdLst/>
              <a:ahLst/>
              <a:cxnLst/>
              <a:rect l="l" t="t" r="r" b="b"/>
              <a:pathLst>
                <a:path w="3269" h="2831" extrusionOk="0">
                  <a:moveTo>
                    <a:pt x="3269" y="0"/>
                  </a:moveTo>
                  <a:lnTo>
                    <a:pt x="0" y="1923"/>
                  </a:lnTo>
                  <a:lnTo>
                    <a:pt x="0" y="2831"/>
                  </a:lnTo>
                  <a:lnTo>
                    <a:pt x="3269" y="909"/>
                  </a:lnTo>
                  <a:lnTo>
                    <a:pt x="3269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9"/>
            <p:cNvSpPr/>
            <p:nvPr/>
          </p:nvSpPr>
          <p:spPr>
            <a:xfrm>
              <a:off x="1397525" y="1186000"/>
              <a:ext cx="107825" cy="63450"/>
            </a:xfrm>
            <a:custGeom>
              <a:avLst/>
              <a:gdLst/>
              <a:ahLst/>
              <a:cxnLst/>
              <a:rect l="l" t="t" r="r" b="b"/>
              <a:pathLst>
                <a:path w="4313" h="2538" extrusionOk="0">
                  <a:moveTo>
                    <a:pt x="3269" y="0"/>
                  </a:moveTo>
                  <a:lnTo>
                    <a:pt x="0" y="1922"/>
                  </a:lnTo>
                  <a:lnTo>
                    <a:pt x="1044" y="2538"/>
                  </a:lnTo>
                  <a:lnTo>
                    <a:pt x="4313" y="615"/>
                  </a:lnTo>
                  <a:lnTo>
                    <a:pt x="3269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1407200" y="1191575"/>
              <a:ext cx="88475" cy="52275"/>
            </a:xfrm>
            <a:custGeom>
              <a:avLst/>
              <a:gdLst/>
              <a:ahLst/>
              <a:cxnLst/>
              <a:rect l="l" t="t" r="r" b="b"/>
              <a:pathLst>
                <a:path w="3539" h="2091" extrusionOk="0">
                  <a:moveTo>
                    <a:pt x="2880" y="1"/>
                  </a:moveTo>
                  <a:lnTo>
                    <a:pt x="0" y="1702"/>
                  </a:lnTo>
                  <a:lnTo>
                    <a:pt x="657" y="2090"/>
                  </a:lnTo>
                  <a:lnTo>
                    <a:pt x="3539" y="391"/>
                  </a:lnTo>
                  <a:lnTo>
                    <a:pt x="28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9"/>
            <p:cNvSpPr/>
            <p:nvPr/>
          </p:nvSpPr>
          <p:spPr>
            <a:xfrm>
              <a:off x="1329875" y="950500"/>
              <a:ext cx="9950" cy="14300"/>
            </a:xfrm>
            <a:custGeom>
              <a:avLst/>
              <a:gdLst/>
              <a:ahLst/>
              <a:cxnLst/>
              <a:rect l="l" t="t" r="r" b="b"/>
              <a:pathLst>
                <a:path w="398" h="572" extrusionOk="0">
                  <a:moveTo>
                    <a:pt x="0" y="1"/>
                  </a:moveTo>
                  <a:lnTo>
                    <a:pt x="0" y="341"/>
                  </a:lnTo>
                  <a:lnTo>
                    <a:pt x="398" y="572"/>
                  </a:lnTo>
                  <a:lnTo>
                    <a:pt x="398" y="23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9"/>
            <p:cNvSpPr/>
            <p:nvPr/>
          </p:nvSpPr>
          <p:spPr>
            <a:xfrm>
              <a:off x="1339800" y="946725"/>
              <a:ext cx="16225" cy="18075"/>
            </a:xfrm>
            <a:custGeom>
              <a:avLst/>
              <a:gdLst/>
              <a:ahLst/>
              <a:cxnLst/>
              <a:rect l="l" t="t" r="r" b="b"/>
              <a:pathLst>
                <a:path w="649" h="723" extrusionOk="0">
                  <a:moveTo>
                    <a:pt x="649" y="1"/>
                  </a:moveTo>
                  <a:lnTo>
                    <a:pt x="1" y="382"/>
                  </a:lnTo>
                  <a:lnTo>
                    <a:pt x="1" y="723"/>
                  </a:lnTo>
                  <a:lnTo>
                    <a:pt x="649" y="340"/>
                  </a:lnTo>
                  <a:lnTo>
                    <a:pt x="649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1330050" y="940975"/>
              <a:ext cx="25975" cy="15325"/>
            </a:xfrm>
            <a:custGeom>
              <a:avLst/>
              <a:gdLst/>
              <a:ahLst/>
              <a:cxnLst/>
              <a:rect l="l" t="t" r="r" b="b"/>
              <a:pathLst>
                <a:path w="1039" h="613" extrusionOk="0">
                  <a:moveTo>
                    <a:pt x="647" y="0"/>
                  </a:moveTo>
                  <a:lnTo>
                    <a:pt x="1" y="382"/>
                  </a:lnTo>
                  <a:lnTo>
                    <a:pt x="391" y="612"/>
                  </a:lnTo>
                  <a:lnTo>
                    <a:pt x="1039" y="231"/>
                  </a:lnTo>
                  <a:lnTo>
                    <a:pt x="647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1582700" y="1221200"/>
              <a:ext cx="40725" cy="13350"/>
            </a:xfrm>
            <a:custGeom>
              <a:avLst/>
              <a:gdLst/>
              <a:ahLst/>
              <a:cxnLst/>
              <a:rect l="l" t="t" r="r" b="b"/>
              <a:pathLst>
                <a:path w="1629" h="534" extrusionOk="0">
                  <a:moveTo>
                    <a:pt x="0" y="0"/>
                  </a:moveTo>
                  <a:lnTo>
                    <a:pt x="0" y="134"/>
                  </a:lnTo>
                  <a:cubicBezTo>
                    <a:pt x="0" y="354"/>
                    <a:pt x="371" y="534"/>
                    <a:pt x="815" y="534"/>
                  </a:cubicBezTo>
                  <a:cubicBezTo>
                    <a:pt x="1257" y="534"/>
                    <a:pt x="1629" y="354"/>
                    <a:pt x="1629" y="134"/>
                  </a:cubicBezTo>
                  <a:cubicBezTo>
                    <a:pt x="1629" y="122"/>
                    <a:pt x="1617" y="3"/>
                    <a:pt x="1617" y="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9"/>
            <p:cNvSpPr/>
            <p:nvPr/>
          </p:nvSpPr>
          <p:spPr>
            <a:xfrm>
              <a:off x="1582575" y="1210975"/>
              <a:ext cx="40500" cy="20350"/>
            </a:xfrm>
            <a:custGeom>
              <a:avLst/>
              <a:gdLst/>
              <a:ahLst/>
              <a:cxnLst/>
              <a:rect l="l" t="t" r="r" b="b"/>
              <a:pathLst>
                <a:path w="1620" h="814" extrusionOk="0">
                  <a:moveTo>
                    <a:pt x="1619" y="408"/>
                  </a:moveTo>
                  <a:cubicBezTo>
                    <a:pt x="1619" y="631"/>
                    <a:pt x="1257" y="814"/>
                    <a:pt x="810" y="814"/>
                  </a:cubicBezTo>
                  <a:cubicBezTo>
                    <a:pt x="363" y="814"/>
                    <a:pt x="1" y="633"/>
                    <a:pt x="1" y="408"/>
                  </a:cubicBezTo>
                  <a:cubicBezTo>
                    <a:pt x="1" y="182"/>
                    <a:pt x="363" y="0"/>
                    <a:pt x="810" y="0"/>
                  </a:cubicBezTo>
                  <a:cubicBezTo>
                    <a:pt x="1257" y="0"/>
                    <a:pt x="1619" y="183"/>
                    <a:pt x="1619" y="408"/>
                  </a:cubicBezTo>
                  <a:close/>
                </a:path>
              </a:pathLst>
            </a:custGeom>
            <a:solidFill>
              <a:srgbClr val="C6B3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9"/>
            <p:cNvSpPr/>
            <p:nvPr/>
          </p:nvSpPr>
          <p:spPr>
            <a:xfrm>
              <a:off x="1597875" y="1197275"/>
              <a:ext cx="9125" cy="25275"/>
            </a:xfrm>
            <a:custGeom>
              <a:avLst/>
              <a:gdLst/>
              <a:ahLst/>
              <a:cxnLst/>
              <a:rect l="l" t="t" r="r" b="b"/>
              <a:pathLst>
                <a:path w="365" h="1011" extrusionOk="0">
                  <a:moveTo>
                    <a:pt x="1" y="0"/>
                  </a:moveTo>
                  <a:lnTo>
                    <a:pt x="1" y="915"/>
                  </a:lnTo>
                  <a:cubicBezTo>
                    <a:pt x="1" y="967"/>
                    <a:pt x="79" y="1011"/>
                    <a:pt x="184" y="1011"/>
                  </a:cubicBezTo>
                  <a:cubicBezTo>
                    <a:pt x="288" y="1011"/>
                    <a:pt x="365" y="967"/>
                    <a:pt x="365" y="915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9"/>
            <p:cNvSpPr/>
            <p:nvPr/>
          </p:nvSpPr>
          <p:spPr>
            <a:xfrm>
              <a:off x="1577650" y="1192525"/>
              <a:ext cx="50525" cy="19700"/>
            </a:xfrm>
            <a:custGeom>
              <a:avLst/>
              <a:gdLst/>
              <a:ahLst/>
              <a:cxnLst/>
              <a:rect l="l" t="t" r="r" b="b"/>
              <a:pathLst>
                <a:path w="2021" h="788" extrusionOk="0">
                  <a:moveTo>
                    <a:pt x="1" y="0"/>
                  </a:moveTo>
                  <a:lnTo>
                    <a:pt x="1" y="293"/>
                  </a:lnTo>
                  <a:cubicBezTo>
                    <a:pt x="1" y="566"/>
                    <a:pt x="465" y="788"/>
                    <a:pt x="1010" y="788"/>
                  </a:cubicBezTo>
                  <a:cubicBezTo>
                    <a:pt x="1555" y="788"/>
                    <a:pt x="2021" y="566"/>
                    <a:pt x="2021" y="293"/>
                  </a:cubicBezTo>
                  <a:cubicBezTo>
                    <a:pt x="2021" y="280"/>
                    <a:pt x="1997" y="3"/>
                    <a:pt x="1997" y="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1577825" y="1179950"/>
              <a:ext cx="49875" cy="25075"/>
            </a:xfrm>
            <a:custGeom>
              <a:avLst/>
              <a:gdLst/>
              <a:ahLst/>
              <a:cxnLst/>
              <a:rect l="l" t="t" r="r" b="b"/>
              <a:pathLst>
                <a:path w="1995" h="1003" extrusionOk="0">
                  <a:moveTo>
                    <a:pt x="1995" y="500"/>
                  </a:moveTo>
                  <a:cubicBezTo>
                    <a:pt x="1995" y="777"/>
                    <a:pt x="1548" y="1002"/>
                    <a:pt x="999" y="1002"/>
                  </a:cubicBezTo>
                  <a:cubicBezTo>
                    <a:pt x="448" y="1002"/>
                    <a:pt x="1" y="777"/>
                    <a:pt x="1" y="500"/>
                  </a:cubicBezTo>
                  <a:cubicBezTo>
                    <a:pt x="1" y="225"/>
                    <a:pt x="448" y="0"/>
                    <a:pt x="999" y="0"/>
                  </a:cubicBezTo>
                  <a:cubicBezTo>
                    <a:pt x="1548" y="0"/>
                    <a:pt x="1995" y="225"/>
                    <a:pt x="1995" y="500"/>
                  </a:cubicBezTo>
                  <a:close/>
                </a:path>
              </a:pathLst>
            </a:custGeom>
            <a:solidFill>
              <a:srgbClr val="C6B3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1596025" y="1168300"/>
              <a:ext cx="9925" cy="4375"/>
            </a:xfrm>
            <a:custGeom>
              <a:avLst/>
              <a:gdLst/>
              <a:ahLst/>
              <a:cxnLst/>
              <a:rect l="l" t="t" r="r" b="b"/>
              <a:pathLst>
                <a:path w="397" h="175" extrusionOk="0">
                  <a:moveTo>
                    <a:pt x="198" y="1"/>
                  </a:moveTo>
                  <a:cubicBezTo>
                    <a:pt x="89" y="1"/>
                    <a:pt x="1" y="40"/>
                    <a:pt x="1" y="88"/>
                  </a:cubicBezTo>
                  <a:cubicBezTo>
                    <a:pt x="1" y="136"/>
                    <a:pt x="89" y="175"/>
                    <a:pt x="198" y="175"/>
                  </a:cubicBezTo>
                  <a:cubicBezTo>
                    <a:pt x="308" y="175"/>
                    <a:pt x="397" y="136"/>
                    <a:pt x="397" y="88"/>
                  </a:cubicBezTo>
                  <a:cubicBezTo>
                    <a:pt x="397" y="40"/>
                    <a:pt x="308" y="1"/>
                    <a:pt x="198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1577475" y="1142275"/>
              <a:ext cx="25625" cy="34325"/>
            </a:xfrm>
            <a:custGeom>
              <a:avLst/>
              <a:gdLst/>
              <a:ahLst/>
              <a:cxnLst/>
              <a:rect l="l" t="t" r="r" b="b"/>
              <a:pathLst>
                <a:path w="1025" h="1373" extrusionOk="0">
                  <a:moveTo>
                    <a:pt x="1024" y="1372"/>
                  </a:moveTo>
                  <a:cubicBezTo>
                    <a:pt x="1024" y="1372"/>
                    <a:pt x="865" y="3"/>
                    <a:pt x="0" y="1"/>
                  </a:cubicBezTo>
                  <a:cubicBezTo>
                    <a:pt x="0" y="1"/>
                    <a:pt x="622" y="657"/>
                    <a:pt x="1024" y="1372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1589325" y="1124700"/>
              <a:ext cx="24450" cy="51850"/>
            </a:xfrm>
            <a:custGeom>
              <a:avLst/>
              <a:gdLst/>
              <a:ahLst/>
              <a:cxnLst/>
              <a:rect l="l" t="t" r="r" b="b"/>
              <a:pathLst>
                <a:path w="978" h="2074" extrusionOk="0">
                  <a:moveTo>
                    <a:pt x="463" y="2074"/>
                  </a:moveTo>
                  <a:cubicBezTo>
                    <a:pt x="463" y="2074"/>
                    <a:pt x="978" y="442"/>
                    <a:pt x="1" y="0"/>
                  </a:cubicBezTo>
                  <a:cubicBezTo>
                    <a:pt x="1" y="0"/>
                    <a:pt x="372" y="1060"/>
                    <a:pt x="463" y="2074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1595500" y="1137025"/>
              <a:ext cx="20900" cy="39650"/>
            </a:xfrm>
            <a:custGeom>
              <a:avLst/>
              <a:gdLst/>
              <a:ahLst/>
              <a:cxnLst/>
              <a:rect l="l" t="t" r="r" b="b"/>
              <a:pathLst>
                <a:path w="836" h="1586" extrusionOk="0">
                  <a:moveTo>
                    <a:pt x="190" y="1585"/>
                  </a:moveTo>
                  <a:cubicBezTo>
                    <a:pt x="190" y="1585"/>
                    <a:pt x="0" y="221"/>
                    <a:pt x="835" y="0"/>
                  </a:cubicBezTo>
                  <a:cubicBezTo>
                    <a:pt x="835" y="0"/>
                    <a:pt x="735" y="860"/>
                    <a:pt x="190" y="1585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1590850" y="1170125"/>
              <a:ext cx="20800" cy="27750"/>
            </a:xfrm>
            <a:custGeom>
              <a:avLst/>
              <a:gdLst/>
              <a:ahLst/>
              <a:cxnLst/>
              <a:rect l="l" t="t" r="r" b="b"/>
              <a:pathLst>
                <a:path w="832" h="1110" extrusionOk="0">
                  <a:moveTo>
                    <a:pt x="217" y="0"/>
                  </a:moveTo>
                  <a:cubicBezTo>
                    <a:pt x="111" y="334"/>
                    <a:pt x="0" y="851"/>
                    <a:pt x="0" y="859"/>
                  </a:cubicBezTo>
                  <a:cubicBezTo>
                    <a:pt x="0" y="1043"/>
                    <a:pt x="189" y="1109"/>
                    <a:pt x="417" y="1109"/>
                  </a:cubicBezTo>
                  <a:cubicBezTo>
                    <a:pt x="644" y="1109"/>
                    <a:pt x="831" y="1043"/>
                    <a:pt x="831" y="859"/>
                  </a:cubicBezTo>
                  <a:cubicBezTo>
                    <a:pt x="831" y="854"/>
                    <a:pt x="715" y="335"/>
                    <a:pt x="604" y="0"/>
                  </a:cubicBezTo>
                  <a:cubicBezTo>
                    <a:pt x="604" y="0"/>
                    <a:pt x="556" y="102"/>
                    <a:pt x="405" y="102"/>
                  </a:cubicBezTo>
                  <a:cubicBezTo>
                    <a:pt x="256" y="102"/>
                    <a:pt x="217" y="0"/>
                    <a:pt x="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1401800" y="891700"/>
              <a:ext cx="10350" cy="2350"/>
            </a:xfrm>
            <a:custGeom>
              <a:avLst/>
              <a:gdLst/>
              <a:ahLst/>
              <a:cxnLst/>
              <a:rect l="l" t="t" r="r" b="b"/>
              <a:pathLst>
                <a:path w="414" h="94" extrusionOk="0">
                  <a:moveTo>
                    <a:pt x="208" y="1"/>
                  </a:moveTo>
                  <a:cubicBezTo>
                    <a:pt x="93" y="1"/>
                    <a:pt x="0" y="21"/>
                    <a:pt x="0" y="47"/>
                  </a:cubicBezTo>
                  <a:cubicBezTo>
                    <a:pt x="0" y="72"/>
                    <a:pt x="93" y="93"/>
                    <a:pt x="208" y="93"/>
                  </a:cubicBezTo>
                  <a:cubicBezTo>
                    <a:pt x="322" y="93"/>
                    <a:pt x="414" y="72"/>
                    <a:pt x="414" y="47"/>
                  </a:cubicBezTo>
                  <a:cubicBezTo>
                    <a:pt x="414" y="21"/>
                    <a:pt x="322" y="1"/>
                    <a:pt x="208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1382550" y="859125"/>
              <a:ext cx="24700" cy="39025"/>
            </a:xfrm>
            <a:custGeom>
              <a:avLst/>
              <a:gdLst/>
              <a:ahLst/>
              <a:cxnLst/>
              <a:rect l="l" t="t" r="r" b="b"/>
              <a:pathLst>
                <a:path w="988" h="1561" extrusionOk="0">
                  <a:moveTo>
                    <a:pt x="988" y="1560"/>
                  </a:moveTo>
                  <a:cubicBezTo>
                    <a:pt x="988" y="1560"/>
                    <a:pt x="611" y="297"/>
                    <a:pt x="0" y="145"/>
                  </a:cubicBezTo>
                  <a:cubicBezTo>
                    <a:pt x="2" y="145"/>
                    <a:pt x="817" y="0"/>
                    <a:pt x="988" y="1560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1404875" y="858925"/>
              <a:ext cx="20725" cy="39225"/>
            </a:xfrm>
            <a:custGeom>
              <a:avLst/>
              <a:gdLst/>
              <a:ahLst/>
              <a:cxnLst/>
              <a:rect l="l" t="t" r="r" b="b"/>
              <a:pathLst>
                <a:path w="829" h="1569" extrusionOk="0">
                  <a:moveTo>
                    <a:pt x="95" y="1568"/>
                  </a:moveTo>
                  <a:cubicBezTo>
                    <a:pt x="95" y="1568"/>
                    <a:pt x="254" y="260"/>
                    <a:pt x="829" y="5"/>
                  </a:cubicBezTo>
                  <a:cubicBezTo>
                    <a:pt x="829" y="5"/>
                    <a:pt x="1" y="1"/>
                    <a:pt x="95" y="1568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1393100" y="846100"/>
              <a:ext cx="16725" cy="52050"/>
            </a:xfrm>
            <a:custGeom>
              <a:avLst/>
              <a:gdLst/>
              <a:ahLst/>
              <a:cxnLst/>
              <a:rect l="l" t="t" r="r" b="b"/>
              <a:pathLst>
                <a:path w="669" h="2082" extrusionOk="0">
                  <a:moveTo>
                    <a:pt x="576" y="2013"/>
                  </a:moveTo>
                  <a:cubicBezTo>
                    <a:pt x="576" y="2013"/>
                    <a:pt x="569" y="683"/>
                    <a:pt x="0" y="0"/>
                  </a:cubicBezTo>
                  <a:cubicBezTo>
                    <a:pt x="0" y="0"/>
                    <a:pt x="447" y="259"/>
                    <a:pt x="557" y="914"/>
                  </a:cubicBezTo>
                  <a:cubicBezTo>
                    <a:pt x="669" y="1568"/>
                    <a:pt x="566" y="2081"/>
                    <a:pt x="566" y="2081"/>
                  </a:cubicBezTo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1401825" y="892975"/>
              <a:ext cx="10375" cy="28725"/>
            </a:xfrm>
            <a:custGeom>
              <a:avLst/>
              <a:gdLst/>
              <a:ahLst/>
              <a:cxnLst/>
              <a:rect l="l" t="t" r="r" b="b"/>
              <a:pathLst>
                <a:path w="415" h="1149" extrusionOk="0">
                  <a:moveTo>
                    <a:pt x="4" y="0"/>
                  </a:moveTo>
                  <a:cubicBezTo>
                    <a:pt x="4" y="3"/>
                    <a:pt x="2" y="6"/>
                    <a:pt x="1" y="9"/>
                  </a:cubicBezTo>
                  <a:lnTo>
                    <a:pt x="1" y="1085"/>
                  </a:lnTo>
                  <a:cubicBezTo>
                    <a:pt x="46" y="1127"/>
                    <a:pt x="146" y="1149"/>
                    <a:pt x="228" y="1149"/>
                  </a:cubicBezTo>
                  <a:cubicBezTo>
                    <a:pt x="294" y="1149"/>
                    <a:pt x="414" y="1111"/>
                    <a:pt x="414" y="1059"/>
                  </a:cubicBezTo>
                  <a:lnTo>
                    <a:pt x="414" y="3"/>
                  </a:lnTo>
                  <a:cubicBezTo>
                    <a:pt x="372" y="28"/>
                    <a:pt x="321" y="42"/>
                    <a:pt x="217" y="42"/>
                  </a:cubicBezTo>
                  <a:cubicBezTo>
                    <a:pt x="49" y="42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29"/>
          <p:cNvGrpSpPr/>
          <p:nvPr/>
        </p:nvGrpSpPr>
        <p:grpSpPr>
          <a:xfrm>
            <a:off x="7889770" y="922822"/>
            <a:ext cx="2500846" cy="3750376"/>
            <a:chOff x="1766175" y="726675"/>
            <a:chExt cx="420600" cy="630750"/>
          </a:xfrm>
        </p:grpSpPr>
        <p:sp>
          <p:nvSpPr>
            <p:cNvPr id="464" name="Google Shape;464;p29"/>
            <p:cNvSpPr/>
            <p:nvPr/>
          </p:nvSpPr>
          <p:spPr>
            <a:xfrm>
              <a:off x="2083850" y="1108150"/>
              <a:ext cx="25075" cy="14000"/>
            </a:xfrm>
            <a:custGeom>
              <a:avLst/>
              <a:gdLst/>
              <a:ahLst/>
              <a:cxnLst/>
              <a:rect l="l" t="t" r="r" b="b"/>
              <a:pathLst>
                <a:path w="1003" h="560" extrusionOk="0">
                  <a:moveTo>
                    <a:pt x="502" y="1"/>
                  </a:moveTo>
                  <a:cubicBezTo>
                    <a:pt x="225" y="1"/>
                    <a:pt x="0" y="126"/>
                    <a:pt x="0" y="281"/>
                  </a:cubicBezTo>
                  <a:cubicBezTo>
                    <a:pt x="0" y="435"/>
                    <a:pt x="225" y="559"/>
                    <a:pt x="502" y="559"/>
                  </a:cubicBezTo>
                  <a:cubicBezTo>
                    <a:pt x="779" y="559"/>
                    <a:pt x="1002" y="435"/>
                    <a:pt x="1002" y="281"/>
                  </a:cubicBezTo>
                  <a:cubicBezTo>
                    <a:pt x="1002" y="126"/>
                    <a:pt x="779" y="1"/>
                    <a:pt x="5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9"/>
            <p:cNvSpPr/>
            <p:nvPr/>
          </p:nvSpPr>
          <p:spPr>
            <a:xfrm>
              <a:off x="2083850" y="1107625"/>
              <a:ext cx="25075" cy="13975"/>
            </a:xfrm>
            <a:custGeom>
              <a:avLst/>
              <a:gdLst/>
              <a:ahLst/>
              <a:cxnLst/>
              <a:rect l="l" t="t" r="r" b="b"/>
              <a:pathLst>
                <a:path w="1003" h="559" extrusionOk="0">
                  <a:moveTo>
                    <a:pt x="502" y="0"/>
                  </a:moveTo>
                  <a:cubicBezTo>
                    <a:pt x="225" y="0"/>
                    <a:pt x="0" y="125"/>
                    <a:pt x="0" y="279"/>
                  </a:cubicBezTo>
                  <a:cubicBezTo>
                    <a:pt x="0" y="434"/>
                    <a:pt x="225" y="559"/>
                    <a:pt x="502" y="559"/>
                  </a:cubicBezTo>
                  <a:cubicBezTo>
                    <a:pt x="779" y="559"/>
                    <a:pt x="1002" y="434"/>
                    <a:pt x="1002" y="279"/>
                  </a:cubicBezTo>
                  <a:cubicBezTo>
                    <a:pt x="1002" y="125"/>
                    <a:pt x="779" y="0"/>
                    <a:pt x="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9"/>
            <p:cNvSpPr/>
            <p:nvPr/>
          </p:nvSpPr>
          <p:spPr>
            <a:xfrm>
              <a:off x="2095450" y="1039925"/>
              <a:ext cx="1900" cy="75125"/>
            </a:xfrm>
            <a:custGeom>
              <a:avLst/>
              <a:gdLst/>
              <a:ahLst/>
              <a:cxnLst/>
              <a:rect l="l" t="t" r="r" b="b"/>
              <a:pathLst>
                <a:path w="76" h="3005" extrusionOk="0">
                  <a:moveTo>
                    <a:pt x="13" y="1"/>
                  </a:moveTo>
                  <a:cubicBezTo>
                    <a:pt x="6" y="1"/>
                    <a:pt x="0" y="7"/>
                    <a:pt x="0" y="14"/>
                  </a:cubicBezTo>
                  <a:lnTo>
                    <a:pt x="0" y="2991"/>
                  </a:lnTo>
                  <a:cubicBezTo>
                    <a:pt x="0" y="2998"/>
                    <a:pt x="6" y="3004"/>
                    <a:pt x="13" y="3004"/>
                  </a:cubicBezTo>
                  <a:lnTo>
                    <a:pt x="62" y="3004"/>
                  </a:lnTo>
                  <a:cubicBezTo>
                    <a:pt x="70" y="3004"/>
                    <a:pt x="75" y="2998"/>
                    <a:pt x="75" y="2991"/>
                  </a:cubicBezTo>
                  <a:lnTo>
                    <a:pt x="75" y="14"/>
                  </a:lnTo>
                  <a:cubicBezTo>
                    <a:pt x="75" y="7"/>
                    <a:pt x="70" y="1"/>
                    <a:pt x="6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9"/>
            <p:cNvSpPr/>
            <p:nvPr/>
          </p:nvSpPr>
          <p:spPr>
            <a:xfrm>
              <a:off x="2079850" y="1010675"/>
              <a:ext cx="33075" cy="40150"/>
            </a:xfrm>
            <a:custGeom>
              <a:avLst/>
              <a:gdLst/>
              <a:ahLst/>
              <a:cxnLst/>
              <a:rect l="l" t="t" r="r" b="b"/>
              <a:pathLst>
                <a:path w="1323" h="1606" extrusionOk="0">
                  <a:moveTo>
                    <a:pt x="1194" y="1"/>
                  </a:moveTo>
                  <a:lnTo>
                    <a:pt x="128" y="21"/>
                  </a:lnTo>
                  <a:lnTo>
                    <a:pt x="3" y="1204"/>
                  </a:lnTo>
                  <a:cubicBezTo>
                    <a:pt x="1" y="1216"/>
                    <a:pt x="1" y="1228"/>
                    <a:pt x="1" y="1238"/>
                  </a:cubicBezTo>
                  <a:cubicBezTo>
                    <a:pt x="1" y="1442"/>
                    <a:pt x="296" y="1606"/>
                    <a:pt x="662" y="1606"/>
                  </a:cubicBezTo>
                  <a:cubicBezTo>
                    <a:pt x="1026" y="1606"/>
                    <a:pt x="1323" y="1442"/>
                    <a:pt x="1323" y="1238"/>
                  </a:cubicBezTo>
                  <a:cubicBezTo>
                    <a:pt x="1323" y="1228"/>
                    <a:pt x="1322" y="1216"/>
                    <a:pt x="1320" y="1206"/>
                  </a:cubicBezTo>
                  <a:lnTo>
                    <a:pt x="1323" y="1204"/>
                  </a:lnTo>
                  <a:lnTo>
                    <a:pt x="119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9"/>
            <p:cNvSpPr/>
            <p:nvPr/>
          </p:nvSpPr>
          <p:spPr>
            <a:xfrm>
              <a:off x="2083050" y="1003750"/>
              <a:ext cx="26650" cy="14850"/>
            </a:xfrm>
            <a:custGeom>
              <a:avLst/>
              <a:gdLst/>
              <a:ahLst/>
              <a:cxnLst/>
              <a:rect l="l" t="t" r="r" b="b"/>
              <a:pathLst>
                <a:path w="1066" h="594" extrusionOk="0">
                  <a:moveTo>
                    <a:pt x="534" y="1"/>
                  </a:moveTo>
                  <a:cubicBezTo>
                    <a:pt x="239" y="1"/>
                    <a:pt x="0" y="134"/>
                    <a:pt x="0" y="298"/>
                  </a:cubicBezTo>
                  <a:cubicBezTo>
                    <a:pt x="0" y="462"/>
                    <a:pt x="239" y="594"/>
                    <a:pt x="534" y="594"/>
                  </a:cubicBezTo>
                  <a:cubicBezTo>
                    <a:pt x="828" y="594"/>
                    <a:pt x="1066" y="462"/>
                    <a:pt x="1066" y="298"/>
                  </a:cubicBezTo>
                  <a:cubicBezTo>
                    <a:pt x="1066" y="134"/>
                    <a:pt x="828" y="1"/>
                    <a:pt x="534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2084925" y="1004800"/>
              <a:ext cx="22900" cy="12750"/>
            </a:xfrm>
            <a:custGeom>
              <a:avLst/>
              <a:gdLst/>
              <a:ahLst/>
              <a:cxnLst/>
              <a:rect l="l" t="t" r="r" b="b"/>
              <a:pathLst>
                <a:path w="916" h="510" extrusionOk="0">
                  <a:moveTo>
                    <a:pt x="459" y="1"/>
                  </a:moveTo>
                  <a:cubicBezTo>
                    <a:pt x="206" y="1"/>
                    <a:pt x="1" y="115"/>
                    <a:pt x="1" y="256"/>
                  </a:cubicBezTo>
                  <a:cubicBezTo>
                    <a:pt x="1" y="397"/>
                    <a:pt x="206" y="510"/>
                    <a:pt x="459" y="510"/>
                  </a:cubicBezTo>
                  <a:cubicBezTo>
                    <a:pt x="711" y="510"/>
                    <a:pt x="916" y="397"/>
                    <a:pt x="916" y="256"/>
                  </a:cubicBezTo>
                  <a:cubicBezTo>
                    <a:pt x="916" y="115"/>
                    <a:pt x="711" y="1"/>
                    <a:pt x="459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9"/>
            <p:cNvSpPr/>
            <p:nvPr/>
          </p:nvSpPr>
          <p:spPr>
            <a:xfrm>
              <a:off x="1766175" y="847550"/>
              <a:ext cx="9125" cy="389000"/>
            </a:xfrm>
            <a:custGeom>
              <a:avLst/>
              <a:gdLst/>
              <a:ahLst/>
              <a:cxnLst/>
              <a:rect l="l" t="t" r="r" b="b"/>
              <a:pathLst>
                <a:path w="365" h="15560" extrusionOk="0">
                  <a:moveTo>
                    <a:pt x="0" y="0"/>
                  </a:moveTo>
                  <a:lnTo>
                    <a:pt x="0" y="15560"/>
                  </a:lnTo>
                  <a:lnTo>
                    <a:pt x="364" y="15355"/>
                  </a:lnTo>
                  <a:lnTo>
                    <a:pt x="364" y="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1766550" y="1231450"/>
              <a:ext cx="209925" cy="125975"/>
            </a:xfrm>
            <a:custGeom>
              <a:avLst/>
              <a:gdLst/>
              <a:ahLst/>
              <a:cxnLst/>
              <a:rect l="l" t="t" r="r" b="b"/>
              <a:pathLst>
                <a:path w="8397" h="5039" extrusionOk="0">
                  <a:moveTo>
                    <a:pt x="335" y="1"/>
                  </a:moveTo>
                  <a:lnTo>
                    <a:pt x="1" y="204"/>
                  </a:lnTo>
                  <a:lnTo>
                    <a:pt x="8397" y="5038"/>
                  </a:lnTo>
                  <a:lnTo>
                    <a:pt x="8397" y="4642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9"/>
            <p:cNvSpPr/>
            <p:nvPr/>
          </p:nvSpPr>
          <p:spPr>
            <a:xfrm>
              <a:off x="1774900" y="736575"/>
              <a:ext cx="201575" cy="494875"/>
            </a:xfrm>
            <a:custGeom>
              <a:avLst/>
              <a:gdLst/>
              <a:ahLst/>
              <a:cxnLst/>
              <a:rect l="l" t="t" r="r" b="b"/>
              <a:pathLst>
                <a:path w="8063" h="19795" extrusionOk="0">
                  <a:moveTo>
                    <a:pt x="8063" y="1"/>
                  </a:moveTo>
                  <a:lnTo>
                    <a:pt x="1" y="4642"/>
                  </a:lnTo>
                  <a:lnTo>
                    <a:pt x="1" y="19794"/>
                  </a:lnTo>
                  <a:lnTo>
                    <a:pt x="8063" y="15151"/>
                  </a:lnTo>
                  <a:lnTo>
                    <a:pt x="8063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9"/>
            <p:cNvSpPr/>
            <p:nvPr/>
          </p:nvSpPr>
          <p:spPr>
            <a:xfrm>
              <a:off x="1766550" y="726675"/>
              <a:ext cx="419825" cy="125975"/>
            </a:xfrm>
            <a:custGeom>
              <a:avLst/>
              <a:gdLst/>
              <a:ahLst/>
              <a:cxnLst/>
              <a:rect l="l" t="t" r="r" b="b"/>
              <a:pathLst>
                <a:path w="16793" h="5039" extrusionOk="0">
                  <a:moveTo>
                    <a:pt x="8397" y="1"/>
                  </a:moveTo>
                  <a:lnTo>
                    <a:pt x="1" y="4835"/>
                  </a:lnTo>
                  <a:lnTo>
                    <a:pt x="335" y="5038"/>
                  </a:lnTo>
                  <a:lnTo>
                    <a:pt x="8397" y="397"/>
                  </a:lnTo>
                  <a:lnTo>
                    <a:pt x="16461" y="5038"/>
                  </a:lnTo>
                  <a:lnTo>
                    <a:pt x="16793" y="4835"/>
                  </a:lnTo>
                  <a:lnTo>
                    <a:pt x="8397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2177650" y="847550"/>
              <a:ext cx="9125" cy="389000"/>
            </a:xfrm>
            <a:custGeom>
              <a:avLst/>
              <a:gdLst/>
              <a:ahLst/>
              <a:cxnLst/>
              <a:rect l="l" t="t" r="r" b="b"/>
              <a:pathLst>
                <a:path w="365" h="15560" extrusionOk="0">
                  <a:moveTo>
                    <a:pt x="365" y="0"/>
                  </a:moveTo>
                  <a:lnTo>
                    <a:pt x="1" y="203"/>
                  </a:lnTo>
                  <a:lnTo>
                    <a:pt x="1" y="15355"/>
                  </a:lnTo>
                  <a:lnTo>
                    <a:pt x="365" y="15560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9"/>
            <p:cNvSpPr/>
            <p:nvPr/>
          </p:nvSpPr>
          <p:spPr>
            <a:xfrm>
              <a:off x="1976450" y="1231450"/>
              <a:ext cx="209925" cy="125975"/>
            </a:xfrm>
            <a:custGeom>
              <a:avLst/>
              <a:gdLst/>
              <a:ahLst/>
              <a:cxnLst/>
              <a:rect l="l" t="t" r="r" b="b"/>
              <a:pathLst>
                <a:path w="8397" h="5039" extrusionOk="0">
                  <a:moveTo>
                    <a:pt x="8065" y="1"/>
                  </a:moveTo>
                  <a:lnTo>
                    <a:pt x="1" y="4642"/>
                  </a:lnTo>
                  <a:lnTo>
                    <a:pt x="1" y="5038"/>
                  </a:lnTo>
                  <a:lnTo>
                    <a:pt x="8397" y="204"/>
                  </a:lnTo>
                  <a:lnTo>
                    <a:pt x="8065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9"/>
            <p:cNvSpPr/>
            <p:nvPr/>
          </p:nvSpPr>
          <p:spPr>
            <a:xfrm>
              <a:off x="1774900" y="1115350"/>
              <a:ext cx="403175" cy="232175"/>
            </a:xfrm>
            <a:custGeom>
              <a:avLst/>
              <a:gdLst/>
              <a:ahLst/>
              <a:cxnLst/>
              <a:rect l="l" t="t" r="r" b="b"/>
              <a:pathLst>
                <a:path w="16127" h="9287" extrusionOk="0">
                  <a:moveTo>
                    <a:pt x="8063" y="0"/>
                  </a:moveTo>
                  <a:lnTo>
                    <a:pt x="1" y="4643"/>
                  </a:lnTo>
                  <a:lnTo>
                    <a:pt x="8063" y="9286"/>
                  </a:lnTo>
                  <a:lnTo>
                    <a:pt x="16127" y="4645"/>
                  </a:lnTo>
                  <a:lnTo>
                    <a:pt x="8063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9"/>
            <p:cNvSpPr/>
            <p:nvPr/>
          </p:nvSpPr>
          <p:spPr>
            <a:xfrm>
              <a:off x="1976450" y="736575"/>
              <a:ext cx="201625" cy="494875"/>
            </a:xfrm>
            <a:custGeom>
              <a:avLst/>
              <a:gdLst/>
              <a:ahLst/>
              <a:cxnLst/>
              <a:rect l="l" t="t" r="r" b="b"/>
              <a:pathLst>
                <a:path w="8065" h="19795" extrusionOk="0">
                  <a:moveTo>
                    <a:pt x="1" y="1"/>
                  </a:moveTo>
                  <a:lnTo>
                    <a:pt x="1" y="15151"/>
                  </a:lnTo>
                  <a:lnTo>
                    <a:pt x="8065" y="19794"/>
                  </a:lnTo>
                  <a:lnTo>
                    <a:pt x="8065" y="464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2059375" y="1035475"/>
              <a:ext cx="80900" cy="129225"/>
            </a:xfrm>
            <a:custGeom>
              <a:avLst/>
              <a:gdLst/>
              <a:ahLst/>
              <a:cxnLst/>
              <a:rect l="l" t="t" r="r" b="b"/>
              <a:pathLst>
                <a:path w="3236" h="5169" extrusionOk="0">
                  <a:moveTo>
                    <a:pt x="0" y="1"/>
                  </a:moveTo>
                  <a:lnTo>
                    <a:pt x="0" y="3315"/>
                  </a:lnTo>
                  <a:lnTo>
                    <a:pt x="3235" y="5169"/>
                  </a:lnTo>
                  <a:lnTo>
                    <a:pt x="3235" y="185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9"/>
            <p:cNvSpPr/>
            <p:nvPr/>
          </p:nvSpPr>
          <p:spPr>
            <a:xfrm>
              <a:off x="2065450" y="1046650"/>
              <a:ext cx="67750" cy="106900"/>
            </a:xfrm>
            <a:custGeom>
              <a:avLst/>
              <a:gdLst/>
              <a:ahLst/>
              <a:cxnLst/>
              <a:rect l="l" t="t" r="r" b="b"/>
              <a:pathLst>
                <a:path w="2710" h="4276" extrusionOk="0">
                  <a:moveTo>
                    <a:pt x="1" y="0"/>
                  </a:moveTo>
                  <a:lnTo>
                    <a:pt x="1" y="2719"/>
                  </a:lnTo>
                  <a:lnTo>
                    <a:pt x="2710" y="4275"/>
                  </a:lnTo>
                  <a:lnTo>
                    <a:pt x="2710" y="15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2062475" y="1040400"/>
              <a:ext cx="10175" cy="74250"/>
            </a:xfrm>
            <a:custGeom>
              <a:avLst/>
              <a:gdLst/>
              <a:ahLst/>
              <a:cxnLst/>
              <a:rect l="l" t="t" r="r" b="b"/>
              <a:pathLst>
                <a:path w="407" h="2970" extrusionOk="0">
                  <a:moveTo>
                    <a:pt x="1" y="1"/>
                  </a:moveTo>
                  <a:lnTo>
                    <a:pt x="105" y="2969"/>
                  </a:lnTo>
                  <a:lnTo>
                    <a:pt x="407" y="2795"/>
                  </a:lnTo>
                  <a:lnTo>
                    <a:pt x="406" y="1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9"/>
            <p:cNvSpPr/>
            <p:nvPr/>
          </p:nvSpPr>
          <p:spPr>
            <a:xfrm>
              <a:off x="2065100" y="1110275"/>
              <a:ext cx="72675" cy="45325"/>
            </a:xfrm>
            <a:custGeom>
              <a:avLst/>
              <a:gdLst/>
              <a:ahLst/>
              <a:cxnLst/>
              <a:rect l="l" t="t" r="r" b="b"/>
              <a:pathLst>
                <a:path w="2907" h="1813" extrusionOk="0">
                  <a:moveTo>
                    <a:pt x="302" y="0"/>
                  </a:moveTo>
                  <a:lnTo>
                    <a:pt x="0" y="174"/>
                  </a:lnTo>
                  <a:lnTo>
                    <a:pt x="2780" y="1813"/>
                  </a:lnTo>
                  <a:lnTo>
                    <a:pt x="2906" y="1457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9"/>
            <p:cNvSpPr/>
            <p:nvPr/>
          </p:nvSpPr>
          <p:spPr>
            <a:xfrm>
              <a:off x="2054325" y="1027750"/>
              <a:ext cx="90000" cy="91275"/>
            </a:xfrm>
            <a:custGeom>
              <a:avLst/>
              <a:gdLst/>
              <a:ahLst/>
              <a:cxnLst/>
              <a:rect l="l" t="t" r="r" b="b"/>
              <a:pathLst>
                <a:path w="3600" h="3651" extrusionOk="0">
                  <a:moveTo>
                    <a:pt x="1" y="1"/>
                  </a:moveTo>
                  <a:lnTo>
                    <a:pt x="1" y="1577"/>
                  </a:lnTo>
                  <a:lnTo>
                    <a:pt x="3600" y="3651"/>
                  </a:lnTo>
                  <a:lnTo>
                    <a:pt x="3600" y="2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2054325" y="1027750"/>
              <a:ext cx="90000" cy="64600"/>
            </a:xfrm>
            <a:custGeom>
              <a:avLst/>
              <a:gdLst/>
              <a:ahLst/>
              <a:cxnLst/>
              <a:rect l="l" t="t" r="r" b="b"/>
              <a:pathLst>
                <a:path w="3600" h="2584" extrusionOk="0">
                  <a:moveTo>
                    <a:pt x="1" y="1"/>
                  </a:moveTo>
                  <a:lnTo>
                    <a:pt x="1" y="510"/>
                  </a:lnTo>
                  <a:lnTo>
                    <a:pt x="3600" y="2583"/>
                  </a:lnTo>
                  <a:lnTo>
                    <a:pt x="3600" y="2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2082900" y="1206950"/>
              <a:ext cx="7275" cy="18150"/>
            </a:xfrm>
            <a:custGeom>
              <a:avLst/>
              <a:gdLst/>
              <a:ahLst/>
              <a:cxnLst/>
              <a:rect l="l" t="t" r="r" b="b"/>
              <a:pathLst>
                <a:path w="291" h="726" extrusionOk="0">
                  <a:moveTo>
                    <a:pt x="19" y="1"/>
                  </a:moveTo>
                  <a:cubicBezTo>
                    <a:pt x="7" y="1"/>
                    <a:pt x="0" y="10"/>
                    <a:pt x="0" y="35"/>
                  </a:cubicBezTo>
                  <a:lnTo>
                    <a:pt x="0" y="580"/>
                  </a:lnTo>
                  <a:cubicBezTo>
                    <a:pt x="0" y="660"/>
                    <a:pt x="64" y="725"/>
                    <a:pt x="145" y="725"/>
                  </a:cubicBezTo>
                  <a:cubicBezTo>
                    <a:pt x="146" y="725"/>
                    <a:pt x="147" y="725"/>
                    <a:pt x="148" y="725"/>
                  </a:cubicBezTo>
                  <a:cubicBezTo>
                    <a:pt x="225" y="725"/>
                    <a:pt x="289" y="661"/>
                    <a:pt x="290" y="583"/>
                  </a:cubicBezTo>
                  <a:lnTo>
                    <a:pt x="290" y="37"/>
                  </a:lnTo>
                  <a:cubicBezTo>
                    <a:pt x="290" y="11"/>
                    <a:pt x="283" y="2"/>
                    <a:pt x="271" y="2"/>
                  </a:cubicBezTo>
                  <a:cubicBezTo>
                    <a:pt x="246" y="2"/>
                    <a:pt x="198" y="41"/>
                    <a:pt x="145" y="41"/>
                  </a:cubicBezTo>
                  <a:cubicBezTo>
                    <a:pt x="91" y="40"/>
                    <a:pt x="44" y="1"/>
                    <a:pt x="19" y="1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1961825" y="1138300"/>
              <a:ext cx="7275" cy="14075"/>
            </a:xfrm>
            <a:custGeom>
              <a:avLst/>
              <a:gdLst/>
              <a:ahLst/>
              <a:cxnLst/>
              <a:rect l="l" t="t" r="r" b="b"/>
              <a:pathLst>
                <a:path w="291" h="563" extrusionOk="0">
                  <a:moveTo>
                    <a:pt x="7" y="0"/>
                  </a:moveTo>
                  <a:cubicBezTo>
                    <a:pt x="3" y="0"/>
                    <a:pt x="0" y="6"/>
                    <a:pt x="0" y="22"/>
                  </a:cubicBezTo>
                  <a:lnTo>
                    <a:pt x="0" y="418"/>
                  </a:lnTo>
                  <a:cubicBezTo>
                    <a:pt x="0" y="497"/>
                    <a:pt x="64" y="561"/>
                    <a:pt x="145" y="563"/>
                  </a:cubicBezTo>
                  <a:cubicBezTo>
                    <a:pt x="223" y="563"/>
                    <a:pt x="289" y="499"/>
                    <a:pt x="290" y="421"/>
                  </a:cubicBezTo>
                  <a:lnTo>
                    <a:pt x="290" y="23"/>
                  </a:lnTo>
                  <a:cubicBezTo>
                    <a:pt x="290" y="8"/>
                    <a:pt x="288" y="2"/>
                    <a:pt x="283" y="2"/>
                  </a:cubicBezTo>
                  <a:cubicBezTo>
                    <a:pt x="264" y="2"/>
                    <a:pt x="208" y="107"/>
                    <a:pt x="145" y="107"/>
                  </a:cubicBezTo>
                  <a:cubicBezTo>
                    <a:pt x="81" y="107"/>
                    <a:pt x="26" y="0"/>
                    <a:pt x="7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9"/>
            <p:cNvSpPr/>
            <p:nvPr/>
          </p:nvSpPr>
          <p:spPr>
            <a:xfrm>
              <a:off x="2116825" y="1192150"/>
              <a:ext cx="7275" cy="17625"/>
            </a:xfrm>
            <a:custGeom>
              <a:avLst/>
              <a:gdLst/>
              <a:ahLst/>
              <a:cxnLst/>
              <a:rect l="l" t="t" r="r" b="b"/>
              <a:pathLst>
                <a:path w="291" h="705" extrusionOk="0">
                  <a:moveTo>
                    <a:pt x="3" y="1"/>
                  </a:moveTo>
                  <a:cubicBezTo>
                    <a:pt x="1" y="1"/>
                    <a:pt x="1" y="5"/>
                    <a:pt x="1" y="14"/>
                  </a:cubicBezTo>
                  <a:lnTo>
                    <a:pt x="1" y="559"/>
                  </a:lnTo>
                  <a:cubicBezTo>
                    <a:pt x="1" y="639"/>
                    <a:pt x="66" y="704"/>
                    <a:pt x="146" y="704"/>
                  </a:cubicBezTo>
                  <a:cubicBezTo>
                    <a:pt x="147" y="704"/>
                    <a:pt x="147" y="704"/>
                    <a:pt x="148" y="704"/>
                  </a:cubicBezTo>
                  <a:cubicBezTo>
                    <a:pt x="227" y="704"/>
                    <a:pt x="291" y="641"/>
                    <a:pt x="291" y="562"/>
                  </a:cubicBezTo>
                  <a:lnTo>
                    <a:pt x="291" y="17"/>
                  </a:lnTo>
                  <a:cubicBezTo>
                    <a:pt x="291" y="8"/>
                    <a:pt x="290" y="4"/>
                    <a:pt x="288" y="4"/>
                  </a:cubicBezTo>
                  <a:cubicBezTo>
                    <a:pt x="276" y="4"/>
                    <a:pt x="216" y="250"/>
                    <a:pt x="146" y="250"/>
                  </a:cubicBezTo>
                  <a:cubicBezTo>
                    <a:pt x="75" y="250"/>
                    <a:pt x="15" y="1"/>
                    <a:pt x="3" y="1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9"/>
            <p:cNvSpPr/>
            <p:nvPr/>
          </p:nvSpPr>
          <p:spPr>
            <a:xfrm>
              <a:off x="1966425" y="1114500"/>
              <a:ext cx="134225" cy="82650"/>
            </a:xfrm>
            <a:custGeom>
              <a:avLst/>
              <a:gdLst/>
              <a:ahLst/>
              <a:cxnLst/>
              <a:rect l="l" t="t" r="r" b="b"/>
              <a:pathLst>
                <a:path w="5369" h="3306" extrusionOk="0">
                  <a:moveTo>
                    <a:pt x="1054" y="1"/>
                  </a:moveTo>
                  <a:lnTo>
                    <a:pt x="71" y="555"/>
                  </a:lnTo>
                  <a:lnTo>
                    <a:pt x="39" y="572"/>
                  </a:lnTo>
                  <a:lnTo>
                    <a:pt x="0" y="621"/>
                  </a:lnTo>
                  <a:lnTo>
                    <a:pt x="4678" y="3305"/>
                  </a:lnTo>
                  <a:lnTo>
                    <a:pt x="5368" y="2515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9"/>
            <p:cNvSpPr/>
            <p:nvPr/>
          </p:nvSpPr>
          <p:spPr>
            <a:xfrm>
              <a:off x="1959125" y="1124125"/>
              <a:ext cx="132275" cy="85825"/>
            </a:xfrm>
            <a:custGeom>
              <a:avLst/>
              <a:gdLst/>
              <a:ahLst/>
              <a:cxnLst/>
              <a:rect l="l" t="t" r="r" b="b"/>
              <a:pathLst>
                <a:path w="5291" h="3433" extrusionOk="0">
                  <a:moveTo>
                    <a:pt x="1" y="0"/>
                  </a:moveTo>
                  <a:lnTo>
                    <a:pt x="1" y="479"/>
                  </a:lnTo>
                  <a:lnTo>
                    <a:pt x="5291" y="3432"/>
                  </a:lnTo>
                  <a:lnTo>
                    <a:pt x="5291" y="30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9"/>
            <p:cNvSpPr/>
            <p:nvPr/>
          </p:nvSpPr>
          <p:spPr>
            <a:xfrm>
              <a:off x="1959125" y="1131250"/>
              <a:ext cx="132275" cy="85825"/>
            </a:xfrm>
            <a:custGeom>
              <a:avLst/>
              <a:gdLst/>
              <a:ahLst/>
              <a:cxnLst/>
              <a:rect l="l" t="t" r="r" b="b"/>
              <a:pathLst>
                <a:path w="5291" h="3433" extrusionOk="0">
                  <a:moveTo>
                    <a:pt x="1" y="1"/>
                  </a:moveTo>
                  <a:lnTo>
                    <a:pt x="1" y="330"/>
                  </a:lnTo>
                  <a:lnTo>
                    <a:pt x="5291" y="3433"/>
                  </a:lnTo>
                  <a:lnTo>
                    <a:pt x="5291" y="30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9"/>
            <p:cNvSpPr/>
            <p:nvPr/>
          </p:nvSpPr>
          <p:spPr>
            <a:xfrm>
              <a:off x="1959050" y="1063150"/>
              <a:ext cx="43525" cy="81250"/>
            </a:xfrm>
            <a:custGeom>
              <a:avLst/>
              <a:gdLst/>
              <a:ahLst/>
              <a:cxnLst/>
              <a:rect l="l" t="t" r="r" b="b"/>
              <a:pathLst>
                <a:path w="1741" h="3250" extrusionOk="0">
                  <a:moveTo>
                    <a:pt x="1407" y="0"/>
                  </a:moveTo>
                  <a:lnTo>
                    <a:pt x="1020" y="233"/>
                  </a:lnTo>
                  <a:lnTo>
                    <a:pt x="1020" y="1044"/>
                  </a:lnTo>
                  <a:lnTo>
                    <a:pt x="198" y="1508"/>
                  </a:lnTo>
                  <a:cubicBezTo>
                    <a:pt x="76" y="1576"/>
                    <a:pt x="1" y="1705"/>
                    <a:pt x="1" y="1844"/>
                  </a:cubicBezTo>
                  <a:lnTo>
                    <a:pt x="1" y="3054"/>
                  </a:lnTo>
                  <a:lnTo>
                    <a:pt x="334" y="3250"/>
                  </a:lnTo>
                  <a:lnTo>
                    <a:pt x="334" y="2047"/>
                  </a:lnTo>
                  <a:lnTo>
                    <a:pt x="1354" y="1689"/>
                  </a:lnTo>
                  <a:lnTo>
                    <a:pt x="1354" y="429"/>
                  </a:lnTo>
                  <a:lnTo>
                    <a:pt x="1741" y="196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1992875" y="1068025"/>
              <a:ext cx="125400" cy="72650"/>
            </a:xfrm>
            <a:custGeom>
              <a:avLst/>
              <a:gdLst/>
              <a:ahLst/>
              <a:cxnLst/>
              <a:rect l="l" t="t" r="r" b="b"/>
              <a:pathLst>
                <a:path w="5016" h="2906" extrusionOk="0">
                  <a:moveTo>
                    <a:pt x="388" y="1"/>
                  </a:moveTo>
                  <a:lnTo>
                    <a:pt x="1" y="234"/>
                  </a:lnTo>
                  <a:lnTo>
                    <a:pt x="4628" y="2905"/>
                  </a:lnTo>
                  <a:lnTo>
                    <a:pt x="5015" y="2672"/>
                  </a:lnTo>
                  <a:lnTo>
                    <a:pt x="388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1992875" y="1073875"/>
              <a:ext cx="115700" cy="108400"/>
            </a:xfrm>
            <a:custGeom>
              <a:avLst/>
              <a:gdLst/>
              <a:ahLst/>
              <a:cxnLst/>
              <a:rect l="l" t="t" r="r" b="b"/>
              <a:pathLst>
                <a:path w="4628" h="4336" extrusionOk="0">
                  <a:moveTo>
                    <a:pt x="1" y="0"/>
                  </a:moveTo>
                  <a:lnTo>
                    <a:pt x="1" y="1624"/>
                  </a:lnTo>
                  <a:lnTo>
                    <a:pt x="4628" y="4336"/>
                  </a:lnTo>
                  <a:lnTo>
                    <a:pt x="4628" y="26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9"/>
            <p:cNvSpPr/>
            <p:nvPr/>
          </p:nvSpPr>
          <p:spPr>
            <a:xfrm>
              <a:off x="1967400" y="1094175"/>
              <a:ext cx="25500" cy="34650"/>
            </a:xfrm>
            <a:custGeom>
              <a:avLst/>
              <a:gdLst/>
              <a:ahLst/>
              <a:cxnLst/>
              <a:rect l="l" t="t" r="r" b="b"/>
              <a:pathLst>
                <a:path w="1020" h="1386" extrusionOk="0">
                  <a:moveTo>
                    <a:pt x="1020" y="0"/>
                  </a:moveTo>
                  <a:lnTo>
                    <a:pt x="164" y="482"/>
                  </a:lnTo>
                  <a:cubicBezTo>
                    <a:pt x="63" y="538"/>
                    <a:pt x="0" y="647"/>
                    <a:pt x="0" y="763"/>
                  </a:cubicBezTo>
                  <a:lnTo>
                    <a:pt x="0" y="1385"/>
                  </a:lnTo>
                  <a:lnTo>
                    <a:pt x="1020" y="812"/>
                  </a:lnTo>
                  <a:lnTo>
                    <a:pt x="102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>
              <a:off x="2083075" y="1134775"/>
              <a:ext cx="43500" cy="82300"/>
            </a:xfrm>
            <a:custGeom>
              <a:avLst/>
              <a:gdLst/>
              <a:ahLst/>
              <a:cxnLst/>
              <a:rect l="l" t="t" r="r" b="b"/>
              <a:pathLst>
                <a:path w="1740" h="3292" extrusionOk="0">
                  <a:moveTo>
                    <a:pt x="1406" y="0"/>
                  </a:moveTo>
                  <a:lnTo>
                    <a:pt x="1019" y="234"/>
                  </a:lnTo>
                  <a:lnTo>
                    <a:pt x="1019" y="1086"/>
                  </a:lnTo>
                  <a:lnTo>
                    <a:pt x="185" y="1558"/>
                  </a:lnTo>
                  <a:cubicBezTo>
                    <a:pt x="70" y="1622"/>
                    <a:pt x="1" y="1743"/>
                    <a:pt x="1" y="1875"/>
                  </a:cubicBezTo>
                  <a:lnTo>
                    <a:pt x="1" y="3096"/>
                  </a:lnTo>
                  <a:lnTo>
                    <a:pt x="333" y="3292"/>
                  </a:lnTo>
                  <a:lnTo>
                    <a:pt x="1407" y="2419"/>
                  </a:lnTo>
                  <a:lnTo>
                    <a:pt x="1739" y="196"/>
                  </a:lnTo>
                  <a:lnTo>
                    <a:pt x="140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9"/>
            <p:cNvSpPr/>
            <p:nvPr/>
          </p:nvSpPr>
          <p:spPr>
            <a:xfrm>
              <a:off x="2091375" y="1139700"/>
              <a:ext cx="35200" cy="77375"/>
            </a:xfrm>
            <a:custGeom>
              <a:avLst/>
              <a:gdLst/>
              <a:ahLst/>
              <a:cxnLst/>
              <a:rect l="l" t="t" r="r" b="b"/>
              <a:pathLst>
                <a:path w="1408" h="3095" extrusionOk="0">
                  <a:moveTo>
                    <a:pt x="1407" y="1"/>
                  </a:moveTo>
                  <a:lnTo>
                    <a:pt x="1020" y="234"/>
                  </a:lnTo>
                  <a:lnTo>
                    <a:pt x="1020" y="1087"/>
                  </a:lnTo>
                  <a:lnTo>
                    <a:pt x="205" y="1546"/>
                  </a:lnTo>
                  <a:cubicBezTo>
                    <a:pt x="79" y="1617"/>
                    <a:pt x="1" y="1751"/>
                    <a:pt x="1" y="1897"/>
                  </a:cubicBezTo>
                  <a:lnTo>
                    <a:pt x="1" y="3095"/>
                  </a:lnTo>
                  <a:lnTo>
                    <a:pt x="1407" y="2418"/>
                  </a:lnTo>
                  <a:lnTo>
                    <a:pt x="140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9"/>
            <p:cNvSpPr/>
            <p:nvPr/>
          </p:nvSpPr>
          <p:spPr>
            <a:xfrm>
              <a:off x="2023525" y="1139050"/>
              <a:ext cx="25150" cy="19850"/>
            </a:xfrm>
            <a:custGeom>
              <a:avLst/>
              <a:gdLst/>
              <a:ahLst/>
              <a:cxnLst/>
              <a:rect l="l" t="t" r="r" b="b"/>
              <a:pathLst>
                <a:path w="1006" h="794" extrusionOk="0">
                  <a:moveTo>
                    <a:pt x="1005" y="0"/>
                  </a:moveTo>
                  <a:lnTo>
                    <a:pt x="988" y="28"/>
                  </a:lnTo>
                  <a:lnTo>
                    <a:pt x="61" y="576"/>
                  </a:lnTo>
                  <a:lnTo>
                    <a:pt x="0" y="557"/>
                  </a:lnTo>
                  <a:lnTo>
                    <a:pt x="0" y="794"/>
                  </a:lnTo>
                  <a:cubicBezTo>
                    <a:pt x="18" y="792"/>
                    <a:pt x="35" y="788"/>
                    <a:pt x="49" y="779"/>
                  </a:cubicBezTo>
                  <a:lnTo>
                    <a:pt x="985" y="225"/>
                  </a:lnTo>
                  <a:cubicBezTo>
                    <a:pt x="998" y="218"/>
                    <a:pt x="1005" y="203"/>
                    <a:pt x="1005" y="189"/>
                  </a:cubicBezTo>
                  <a:lnTo>
                    <a:pt x="1005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1970400" y="1123675"/>
              <a:ext cx="53150" cy="35200"/>
            </a:xfrm>
            <a:custGeom>
              <a:avLst/>
              <a:gdLst/>
              <a:ahLst/>
              <a:cxnLst/>
              <a:rect l="l" t="t" r="r" b="b"/>
              <a:pathLst>
                <a:path w="2126" h="1408" extrusionOk="0">
                  <a:moveTo>
                    <a:pt x="2" y="1"/>
                  </a:moveTo>
                  <a:lnTo>
                    <a:pt x="2" y="189"/>
                  </a:lnTo>
                  <a:cubicBezTo>
                    <a:pt x="1" y="204"/>
                    <a:pt x="9" y="217"/>
                    <a:pt x="23" y="225"/>
                  </a:cubicBezTo>
                  <a:lnTo>
                    <a:pt x="2076" y="1391"/>
                  </a:lnTo>
                  <a:lnTo>
                    <a:pt x="2077" y="1393"/>
                  </a:lnTo>
                  <a:lnTo>
                    <a:pt x="2092" y="1400"/>
                  </a:lnTo>
                  <a:cubicBezTo>
                    <a:pt x="2102" y="1406"/>
                    <a:pt x="2114" y="1407"/>
                    <a:pt x="2125" y="1407"/>
                  </a:cubicBezTo>
                  <a:lnTo>
                    <a:pt x="2125" y="1185"/>
                  </a:lnTo>
                  <a:lnTo>
                    <a:pt x="2058" y="1185"/>
                  </a:lnTo>
                  <a:lnTo>
                    <a:pt x="20" y="28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1970300" y="1108825"/>
              <a:ext cx="78550" cy="44950"/>
            </a:xfrm>
            <a:custGeom>
              <a:avLst/>
              <a:gdLst/>
              <a:ahLst/>
              <a:cxnLst/>
              <a:rect l="l" t="t" r="r" b="b"/>
              <a:pathLst>
                <a:path w="3142" h="1798" extrusionOk="0">
                  <a:moveTo>
                    <a:pt x="1012" y="1"/>
                  </a:moveTo>
                  <a:cubicBezTo>
                    <a:pt x="987" y="1"/>
                    <a:pt x="962" y="8"/>
                    <a:pt x="940" y="20"/>
                  </a:cubicBezTo>
                  <a:lnTo>
                    <a:pt x="28" y="554"/>
                  </a:lnTo>
                  <a:cubicBezTo>
                    <a:pt x="0" y="570"/>
                    <a:pt x="0" y="608"/>
                    <a:pt x="28" y="624"/>
                  </a:cubicBezTo>
                  <a:lnTo>
                    <a:pt x="2058" y="1776"/>
                  </a:lnTo>
                  <a:cubicBezTo>
                    <a:pt x="2080" y="1790"/>
                    <a:pt x="2106" y="1797"/>
                    <a:pt x="2131" y="1797"/>
                  </a:cubicBezTo>
                  <a:cubicBezTo>
                    <a:pt x="2156" y="1797"/>
                    <a:pt x="2181" y="1791"/>
                    <a:pt x="2203" y="1778"/>
                  </a:cubicBezTo>
                  <a:lnTo>
                    <a:pt x="3114" y="1238"/>
                  </a:lnTo>
                  <a:cubicBezTo>
                    <a:pt x="3140" y="1222"/>
                    <a:pt x="3141" y="1185"/>
                    <a:pt x="3115" y="1169"/>
                  </a:cubicBezTo>
                  <a:lnTo>
                    <a:pt x="1085" y="22"/>
                  </a:lnTo>
                  <a:cubicBezTo>
                    <a:pt x="1062" y="8"/>
                    <a:pt x="1037" y="1"/>
                    <a:pt x="101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9"/>
            <p:cNvSpPr/>
            <p:nvPr/>
          </p:nvSpPr>
          <p:spPr>
            <a:xfrm>
              <a:off x="2081600" y="1185475"/>
              <a:ext cx="1500" cy="5900"/>
            </a:xfrm>
            <a:custGeom>
              <a:avLst/>
              <a:gdLst/>
              <a:ahLst/>
              <a:cxnLst/>
              <a:rect l="l" t="t" r="r" b="b"/>
              <a:pathLst>
                <a:path w="60" h="236" extrusionOk="0">
                  <a:moveTo>
                    <a:pt x="0" y="1"/>
                  </a:moveTo>
                  <a:lnTo>
                    <a:pt x="0" y="236"/>
                  </a:lnTo>
                  <a:cubicBezTo>
                    <a:pt x="18" y="236"/>
                    <a:pt x="35" y="230"/>
                    <a:pt x="49" y="221"/>
                  </a:cubicBezTo>
                  <a:lnTo>
                    <a:pt x="60" y="216"/>
                  </a:lnTo>
                  <a:lnTo>
                    <a:pt x="60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9"/>
            <p:cNvSpPr/>
            <p:nvPr/>
          </p:nvSpPr>
          <p:spPr>
            <a:xfrm>
              <a:off x="2026450" y="1155000"/>
              <a:ext cx="55175" cy="36375"/>
            </a:xfrm>
            <a:custGeom>
              <a:avLst/>
              <a:gdLst/>
              <a:ahLst/>
              <a:cxnLst/>
              <a:rect l="l" t="t" r="r" b="b"/>
              <a:pathLst>
                <a:path w="2207" h="1455" extrusionOk="0">
                  <a:moveTo>
                    <a:pt x="1" y="0"/>
                  </a:moveTo>
                  <a:lnTo>
                    <a:pt x="1" y="189"/>
                  </a:lnTo>
                  <a:cubicBezTo>
                    <a:pt x="1" y="203"/>
                    <a:pt x="9" y="217"/>
                    <a:pt x="21" y="225"/>
                  </a:cubicBezTo>
                  <a:lnTo>
                    <a:pt x="2157" y="1439"/>
                  </a:lnTo>
                  <a:lnTo>
                    <a:pt x="2171" y="1448"/>
                  </a:lnTo>
                  <a:cubicBezTo>
                    <a:pt x="2183" y="1452"/>
                    <a:pt x="2195" y="1455"/>
                    <a:pt x="2206" y="1455"/>
                  </a:cubicBezTo>
                  <a:lnTo>
                    <a:pt x="2206" y="1233"/>
                  </a:lnTo>
                  <a:lnTo>
                    <a:pt x="2139" y="1233"/>
                  </a:lnTo>
                  <a:lnTo>
                    <a:pt x="19" y="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9"/>
            <p:cNvSpPr/>
            <p:nvPr/>
          </p:nvSpPr>
          <p:spPr>
            <a:xfrm>
              <a:off x="2026350" y="1140150"/>
              <a:ext cx="73350" cy="46100"/>
            </a:xfrm>
            <a:custGeom>
              <a:avLst/>
              <a:gdLst/>
              <a:ahLst/>
              <a:cxnLst/>
              <a:rect l="l" t="t" r="r" b="b"/>
              <a:pathLst>
                <a:path w="2934" h="1844" extrusionOk="0">
                  <a:moveTo>
                    <a:pt x="1011" y="1"/>
                  </a:moveTo>
                  <a:cubicBezTo>
                    <a:pt x="987" y="1"/>
                    <a:pt x="962" y="7"/>
                    <a:pt x="940" y="20"/>
                  </a:cubicBezTo>
                  <a:lnTo>
                    <a:pt x="28" y="554"/>
                  </a:lnTo>
                  <a:cubicBezTo>
                    <a:pt x="0" y="570"/>
                    <a:pt x="0" y="608"/>
                    <a:pt x="28" y="625"/>
                  </a:cubicBezTo>
                  <a:lnTo>
                    <a:pt x="2138" y="1824"/>
                  </a:lnTo>
                  <a:cubicBezTo>
                    <a:pt x="2160" y="1837"/>
                    <a:pt x="2186" y="1844"/>
                    <a:pt x="2211" y="1844"/>
                  </a:cubicBezTo>
                  <a:cubicBezTo>
                    <a:pt x="2231" y="1844"/>
                    <a:pt x="2251" y="1840"/>
                    <a:pt x="2270" y="1831"/>
                  </a:cubicBezTo>
                  <a:lnTo>
                    <a:pt x="2270" y="1697"/>
                  </a:lnTo>
                  <a:lnTo>
                    <a:pt x="2270" y="1660"/>
                  </a:lnTo>
                  <a:cubicBezTo>
                    <a:pt x="2270" y="1528"/>
                    <a:pt x="2339" y="1407"/>
                    <a:pt x="2454" y="1343"/>
                  </a:cubicBezTo>
                  <a:lnTo>
                    <a:pt x="2934" y="1072"/>
                  </a:lnTo>
                  <a:lnTo>
                    <a:pt x="1085" y="22"/>
                  </a:lnTo>
                  <a:cubicBezTo>
                    <a:pt x="1062" y="8"/>
                    <a:pt x="1037" y="1"/>
                    <a:pt x="101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1994550" y="1091450"/>
              <a:ext cx="20350" cy="35850"/>
            </a:xfrm>
            <a:custGeom>
              <a:avLst/>
              <a:gdLst/>
              <a:ahLst/>
              <a:cxnLst/>
              <a:rect l="l" t="t" r="r" b="b"/>
              <a:pathLst>
                <a:path w="814" h="1434" extrusionOk="0">
                  <a:moveTo>
                    <a:pt x="1" y="1"/>
                  </a:moveTo>
                  <a:lnTo>
                    <a:pt x="1" y="982"/>
                  </a:lnTo>
                  <a:lnTo>
                    <a:pt x="814" y="1433"/>
                  </a:lnTo>
                  <a:lnTo>
                    <a:pt x="814" y="4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2014875" y="1098950"/>
              <a:ext cx="6375" cy="28350"/>
            </a:xfrm>
            <a:custGeom>
              <a:avLst/>
              <a:gdLst/>
              <a:ahLst/>
              <a:cxnLst/>
              <a:rect l="l" t="t" r="r" b="b"/>
              <a:pathLst>
                <a:path w="255" h="1134" extrusionOk="0">
                  <a:moveTo>
                    <a:pt x="255" y="1"/>
                  </a:moveTo>
                  <a:lnTo>
                    <a:pt x="1" y="151"/>
                  </a:lnTo>
                  <a:lnTo>
                    <a:pt x="1" y="1133"/>
                  </a:lnTo>
                  <a:lnTo>
                    <a:pt x="255" y="982"/>
                  </a:lnTo>
                  <a:lnTo>
                    <a:pt x="255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9"/>
            <p:cNvSpPr/>
            <p:nvPr/>
          </p:nvSpPr>
          <p:spPr>
            <a:xfrm>
              <a:off x="1994550" y="1087800"/>
              <a:ext cx="26675" cy="14950"/>
            </a:xfrm>
            <a:custGeom>
              <a:avLst/>
              <a:gdLst/>
              <a:ahLst/>
              <a:cxnLst/>
              <a:rect l="l" t="t" r="r" b="b"/>
              <a:pathLst>
                <a:path w="1067" h="598" extrusionOk="0">
                  <a:moveTo>
                    <a:pt x="254" y="0"/>
                  </a:moveTo>
                  <a:lnTo>
                    <a:pt x="1" y="147"/>
                  </a:lnTo>
                  <a:lnTo>
                    <a:pt x="814" y="597"/>
                  </a:lnTo>
                  <a:lnTo>
                    <a:pt x="1066" y="447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9"/>
            <p:cNvSpPr/>
            <p:nvPr/>
          </p:nvSpPr>
          <p:spPr>
            <a:xfrm>
              <a:off x="2035300" y="1114225"/>
              <a:ext cx="20350" cy="35825"/>
            </a:xfrm>
            <a:custGeom>
              <a:avLst/>
              <a:gdLst/>
              <a:ahLst/>
              <a:cxnLst/>
              <a:rect l="l" t="t" r="r" b="b"/>
              <a:pathLst>
                <a:path w="814" h="1433" extrusionOk="0">
                  <a:moveTo>
                    <a:pt x="0" y="0"/>
                  </a:moveTo>
                  <a:lnTo>
                    <a:pt x="0" y="980"/>
                  </a:lnTo>
                  <a:lnTo>
                    <a:pt x="814" y="1433"/>
                  </a:lnTo>
                  <a:lnTo>
                    <a:pt x="814" y="4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9"/>
            <p:cNvSpPr/>
            <p:nvPr/>
          </p:nvSpPr>
          <p:spPr>
            <a:xfrm>
              <a:off x="2055625" y="1121725"/>
              <a:ext cx="6375" cy="28325"/>
            </a:xfrm>
            <a:custGeom>
              <a:avLst/>
              <a:gdLst/>
              <a:ahLst/>
              <a:cxnLst/>
              <a:rect l="l" t="t" r="r" b="b"/>
              <a:pathLst>
                <a:path w="255" h="1133" extrusionOk="0">
                  <a:moveTo>
                    <a:pt x="255" y="0"/>
                  </a:moveTo>
                  <a:lnTo>
                    <a:pt x="1" y="151"/>
                  </a:lnTo>
                  <a:lnTo>
                    <a:pt x="1" y="1133"/>
                  </a:lnTo>
                  <a:lnTo>
                    <a:pt x="255" y="982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9"/>
            <p:cNvSpPr/>
            <p:nvPr/>
          </p:nvSpPr>
          <p:spPr>
            <a:xfrm>
              <a:off x="2035300" y="1110550"/>
              <a:ext cx="26675" cy="14975"/>
            </a:xfrm>
            <a:custGeom>
              <a:avLst/>
              <a:gdLst/>
              <a:ahLst/>
              <a:cxnLst/>
              <a:rect l="l" t="t" r="r" b="b"/>
              <a:pathLst>
                <a:path w="1067" h="599" extrusionOk="0">
                  <a:moveTo>
                    <a:pt x="254" y="1"/>
                  </a:moveTo>
                  <a:lnTo>
                    <a:pt x="0" y="146"/>
                  </a:lnTo>
                  <a:lnTo>
                    <a:pt x="814" y="598"/>
                  </a:lnTo>
                  <a:lnTo>
                    <a:pt x="1066" y="447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9"/>
            <p:cNvSpPr/>
            <p:nvPr/>
          </p:nvSpPr>
          <p:spPr>
            <a:xfrm>
              <a:off x="2069550" y="1133200"/>
              <a:ext cx="20325" cy="35900"/>
            </a:xfrm>
            <a:custGeom>
              <a:avLst/>
              <a:gdLst/>
              <a:ahLst/>
              <a:cxnLst/>
              <a:rect l="l" t="t" r="r" b="b"/>
              <a:pathLst>
                <a:path w="813" h="1436" extrusionOk="0">
                  <a:moveTo>
                    <a:pt x="1" y="1"/>
                  </a:moveTo>
                  <a:lnTo>
                    <a:pt x="1" y="983"/>
                  </a:lnTo>
                  <a:lnTo>
                    <a:pt x="813" y="1435"/>
                  </a:lnTo>
                  <a:lnTo>
                    <a:pt x="813" y="4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2089850" y="1140750"/>
              <a:ext cx="6375" cy="28350"/>
            </a:xfrm>
            <a:custGeom>
              <a:avLst/>
              <a:gdLst/>
              <a:ahLst/>
              <a:cxnLst/>
              <a:rect l="l" t="t" r="r" b="b"/>
              <a:pathLst>
                <a:path w="255" h="1134" extrusionOk="0">
                  <a:moveTo>
                    <a:pt x="255" y="1"/>
                  </a:moveTo>
                  <a:lnTo>
                    <a:pt x="1" y="151"/>
                  </a:lnTo>
                  <a:lnTo>
                    <a:pt x="1" y="1133"/>
                  </a:lnTo>
                  <a:lnTo>
                    <a:pt x="255" y="982"/>
                  </a:lnTo>
                  <a:lnTo>
                    <a:pt x="255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2069550" y="1129550"/>
              <a:ext cx="26675" cy="15000"/>
            </a:xfrm>
            <a:custGeom>
              <a:avLst/>
              <a:gdLst/>
              <a:ahLst/>
              <a:cxnLst/>
              <a:rect l="l" t="t" r="r" b="b"/>
              <a:pathLst>
                <a:path w="1067" h="600" extrusionOk="0">
                  <a:moveTo>
                    <a:pt x="254" y="1"/>
                  </a:moveTo>
                  <a:lnTo>
                    <a:pt x="1" y="147"/>
                  </a:lnTo>
                  <a:lnTo>
                    <a:pt x="813" y="599"/>
                  </a:lnTo>
                  <a:lnTo>
                    <a:pt x="1067" y="449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9"/>
            <p:cNvSpPr/>
            <p:nvPr/>
          </p:nvSpPr>
          <p:spPr>
            <a:xfrm>
              <a:off x="1819575" y="1139550"/>
              <a:ext cx="40225" cy="23925"/>
            </a:xfrm>
            <a:custGeom>
              <a:avLst/>
              <a:gdLst/>
              <a:ahLst/>
              <a:cxnLst/>
              <a:rect l="l" t="t" r="r" b="b"/>
              <a:pathLst>
                <a:path w="1609" h="957" extrusionOk="0">
                  <a:moveTo>
                    <a:pt x="1011" y="1"/>
                  </a:moveTo>
                  <a:lnTo>
                    <a:pt x="0" y="534"/>
                  </a:lnTo>
                  <a:lnTo>
                    <a:pt x="0" y="614"/>
                  </a:lnTo>
                  <a:lnTo>
                    <a:pt x="596" y="956"/>
                  </a:lnTo>
                  <a:lnTo>
                    <a:pt x="1608" y="375"/>
                  </a:lnTo>
                  <a:lnTo>
                    <a:pt x="1608" y="297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9"/>
            <p:cNvSpPr/>
            <p:nvPr/>
          </p:nvSpPr>
          <p:spPr>
            <a:xfrm>
              <a:off x="1819575" y="1138400"/>
              <a:ext cx="40225" cy="23075"/>
            </a:xfrm>
            <a:custGeom>
              <a:avLst/>
              <a:gdLst/>
              <a:ahLst/>
              <a:cxnLst/>
              <a:rect l="l" t="t" r="r" b="b"/>
              <a:pathLst>
                <a:path w="1609" h="923" extrusionOk="0">
                  <a:moveTo>
                    <a:pt x="1011" y="0"/>
                  </a:moveTo>
                  <a:lnTo>
                    <a:pt x="0" y="580"/>
                  </a:lnTo>
                  <a:lnTo>
                    <a:pt x="596" y="923"/>
                  </a:lnTo>
                  <a:lnTo>
                    <a:pt x="1608" y="343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9"/>
            <p:cNvSpPr/>
            <p:nvPr/>
          </p:nvSpPr>
          <p:spPr>
            <a:xfrm>
              <a:off x="1819575" y="1082375"/>
              <a:ext cx="40225" cy="23925"/>
            </a:xfrm>
            <a:custGeom>
              <a:avLst/>
              <a:gdLst/>
              <a:ahLst/>
              <a:cxnLst/>
              <a:rect l="l" t="t" r="r" b="b"/>
              <a:pathLst>
                <a:path w="1609" h="957" extrusionOk="0">
                  <a:moveTo>
                    <a:pt x="1011" y="1"/>
                  </a:moveTo>
                  <a:lnTo>
                    <a:pt x="0" y="535"/>
                  </a:lnTo>
                  <a:lnTo>
                    <a:pt x="0" y="614"/>
                  </a:lnTo>
                  <a:lnTo>
                    <a:pt x="596" y="957"/>
                  </a:lnTo>
                  <a:lnTo>
                    <a:pt x="1608" y="375"/>
                  </a:lnTo>
                  <a:lnTo>
                    <a:pt x="1608" y="297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9"/>
            <p:cNvSpPr/>
            <p:nvPr/>
          </p:nvSpPr>
          <p:spPr>
            <a:xfrm>
              <a:off x="1819575" y="1081200"/>
              <a:ext cx="40225" cy="23100"/>
            </a:xfrm>
            <a:custGeom>
              <a:avLst/>
              <a:gdLst/>
              <a:ahLst/>
              <a:cxnLst/>
              <a:rect l="l" t="t" r="r" b="b"/>
              <a:pathLst>
                <a:path w="1609" h="924" extrusionOk="0">
                  <a:moveTo>
                    <a:pt x="1011" y="0"/>
                  </a:moveTo>
                  <a:lnTo>
                    <a:pt x="0" y="582"/>
                  </a:lnTo>
                  <a:lnTo>
                    <a:pt x="596" y="924"/>
                  </a:lnTo>
                  <a:lnTo>
                    <a:pt x="1608" y="34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9"/>
            <p:cNvSpPr/>
            <p:nvPr/>
          </p:nvSpPr>
          <p:spPr>
            <a:xfrm>
              <a:off x="1823725" y="1065050"/>
              <a:ext cx="6700" cy="32200"/>
            </a:xfrm>
            <a:custGeom>
              <a:avLst/>
              <a:gdLst/>
              <a:ahLst/>
              <a:cxnLst/>
              <a:rect l="l" t="t" r="r" b="b"/>
              <a:pathLst>
                <a:path w="268" h="1288" extrusionOk="0">
                  <a:moveTo>
                    <a:pt x="1" y="1"/>
                  </a:moveTo>
                  <a:lnTo>
                    <a:pt x="1" y="1126"/>
                  </a:lnTo>
                  <a:lnTo>
                    <a:pt x="268" y="1287"/>
                  </a:lnTo>
                  <a:lnTo>
                    <a:pt x="268" y="16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9"/>
            <p:cNvSpPr/>
            <p:nvPr/>
          </p:nvSpPr>
          <p:spPr>
            <a:xfrm>
              <a:off x="1824575" y="1067600"/>
              <a:ext cx="5025" cy="21150"/>
            </a:xfrm>
            <a:custGeom>
              <a:avLst/>
              <a:gdLst/>
              <a:ahLst/>
              <a:cxnLst/>
              <a:rect l="l" t="t" r="r" b="b"/>
              <a:pathLst>
                <a:path w="201" h="846" extrusionOk="0">
                  <a:moveTo>
                    <a:pt x="0" y="0"/>
                  </a:moveTo>
                  <a:lnTo>
                    <a:pt x="0" y="725"/>
                  </a:lnTo>
                  <a:lnTo>
                    <a:pt x="200" y="846"/>
                  </a:lnTo>
                  <a:lnTo>
                    <a:pt x="200" y="1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9"/>
            <p:cNvSpPr/>
            <p:nvPr/>
          </p:nvSpPr>
          <p:spPr>
            <a:xfrm>
              <a:off x="1824575" y="1087025"/>
              <a:ext cx="5025" cy="8300"/>
            </a:xfrm>
            <a:custGeom>
              <a:avLst/>
              <a:gdLst/>
              <a:ahLst/>
              <a:cxnLst/>
              <a:rect l="l" t="t" r="r" b="b"/>
              <a:pathLst>
                <a:path w="201" h="332" extrusionOk="0">
                  <a:moveTo>
                    <a:pt x="0" y="1"/>
                  </a:moveTo>
                  <a:lnTo>
                    <a:pt x="0" y="211"/>
                  </a:lnTo>
                  <a:lnTo>
                    <a:pt x="200" y="331"/>
                  </a:lnTo>
                  <a:lnTo>
                    <a:pt x="200" y="12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1825425" y="1055300"/>
              <a:ext cx="17550" cy="11750"/>
            </a:xfrm>
            <a:custGeom>
              <a:avLst/>
              <a:gdLst/>
              <a:ahLst/>
              <a:cxnLst/>
              <a:rect l="l" t="t" r="r" b="b"/>
              <a:pathLst>
                <a:path w="702" h="470" extrusionOk="0">
                  <a:moveTo>
                    <a:pt x="701" y="1"/>
                  </a:moveTo>
                  <a:lnTo>
                    <a:pt x="1" y="391"/>
                  </a:lnTo>
                  <a:lnTo>
                    <a:pt x="39" y="433"/>
                  </a:lnTo>
                  <a:lnTo>
                    <a:pt x="111" y="469"/>
                  </a:lnTo>
                  <a:lnTo>
                    <a:pt x="590" y="175"/>
                  </a:lnTo>
                  <a:lnTo>
                    <a:pt x="701" y="107"/>
                  </a:lnTo>
                  <a:lnTo>
                    <a:pt x="701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9"/>
            <p:cNvSpPr/>
            <p:nvPr/>
          </p:nvSpPr>
          <p:spPr>
            <a:xfrm>
              <a:off x="1826200" y="1057050"/>
              <a:ext cx="20400" cy="11525"/>
            </a:xfrm>
            <a:custGeom>
              <a:avLst/>
              <a:gdLst/>
              <a:ahLst/>
              <a:cxnLst/>
              <a:rect l="l" t="t" r="r" b="b"/>
              <a:pathLst>
                <a:path w="816" h="461" extrusionOk="0">
                  <a:moveTo>
                    <a:pt x="627" y="0"/>
                  </a:moveTo>
                  <a:lnTo>
                    <a:pt x="0" y="359"/>
                  </a:lnTo>
                  <a:lnTo>
                    <a:pt x="170" y="460"/>
                  </a:lnTo>
                  <a:lnTo>
                    <a:pt x="815" y="98"/>
                  </a:lnTo>
                  <a:lnTo>
                    <a:pt x="627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1830400" y="1058775"/>
              <a:ext cx="18375" cy="38475"/>
            </a:xfrm>
            <a:custGeom>
              <a:avLst/>
              <a:gdLst/>
              <a:ahLst/>
              <a:cxnLst/>
              <a:rect l="l" t="t" r="r" b="b"/>
              <a:pathLst>
                <a:path w="735" h="1539" extrusionOk="0">
                  <a:moveTo>
                    <a:pt x="734" y="1"/>
                  </a:moveTo>
                  <a:lnTo>
                    <a:pt x="1" y="414"/>
                  </a:lnTo>
                  <a:lnTo>
                    <a:pt x="1" y="1538"/>
                  </a:lnTo>
                  <a:lnTo>
                    <a:pt x="734" y="1126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1830400" y="1064225"/>
              <a:ext cx="18375" cy="24525"/>
            </a:xfrm>
            <a:custGeom>
              <a:avLst/>
              <a:gdLst/>
              <a:ahLst/>
              <a:cxnLst/>
              <a:rect l="l" t="t" r="r" b="b"/>
              <a:pathLst>
                <a:path w="735" h="981" extrusionOk="0">
                  <a:moveTo>
                    <a:pt x="734" y="1"/>
                  </a:moveTo>
                  <a:lnTo>
                    <a:pt x="1" y="415"/>
                  </a:lnTo>
                  <a:lnTo>
                    <a:pt x="1" y="981"/>
                  </a:lnTo>
                  <a:lnTo>
                    <a:pt x="734" y="566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1830400" y="1080200"/>
              <a:ext cx="18375" cy="12900"/>
            </a:xfrm>
            <a:custGeom>
              <a:avLst/>
              <a:gdLst/>
              <a:ahLst/>
              <a:cxnLst/>
              <a:rect l="l" t="t" r="r" b="b"/>
              <a:pathLst>
                <a:path w="735" h="516" extrusionOk="0">
                  <a:moveTo>
                    <a:pt x="734" y="1"/>
                  </a:moveTo>
                  <a:lnTo>
                    <a:pt x="1" y="416"/>
                  </a:lnTo>
                  <a:lnTo>
                    <a:pt x="1" y="516"/>
                  </a:lnTo>
                  <a:lnTo>
                    <a:pt x="734" y="100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1823725" y="1054550"/>
              <a:ext cx="25050" cy="14600"/>
            </a:xfrm>
            <a:custGeom>
              <a:avLst/>
              <a:gdLst/>
              <a:ahLst/>
              <a:cxnLst/>
              <a:rect l="l" t="t" r="r" b="b"/>
              <a:pathLst>
                <a:path w="1002" h="584" extrusionOk="0">
                  <a:moveTo>
                    <a:pt x="720" y="0"/>
                  </a:moveTo>
                  <a:lnTo>
                    <a:pt x="1" y="421"/>
                  </a:lnTo>
                  <a:lnTo>
                    <a:pt x="268" y="583"/>
                  </a:lnTo>
                  <a:lnTo>
                    <a:pt x="1001" y="171"/>
                  </a:lnTo>
                  <a:lnTo>
                    <a:pt x="952" y="141"/>
                  </a:lnTo>
                  <a:lnTo>
                    <a:pt x="269" y="525"/>
                  </a:lnTo>
                  <a:lnTo>
                    <a:pt x="99" y="422"/>
                  </a:lnTo>
                  <a:lnTo>
                    <a:pt x="769" y="31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1832325" y="1076250"/>
              <a:ext cx="5250" cy="25200"/>
            </a:xfrm>
            <a:custGeom>
              <a:avLst/>
              <a:gdLst/>
              <a:ahLst/>
              <a:cxnLst/>
              <a:rect l="l" t="t" r="r" b="b"/>
              <a:pathLst>
                <a:path w="210" h="1008" extrusionOk="0">
                  <a:moveTo>
                    <a:pt x="0" y="1"/>
                  </a:moveTo>
                  <a:lnTo>
                    <a:pt x="0" y="881"/>
                  </a:lnTo>
                  <a:lnTo>
                    <a:pt x="209" y="1007"/>
                  </a:lnTo>
                  <a:lnTo>
                    <a:pt x="209" y="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1833675" y="1068650"/>
              <a:ext cx="13675" cy="9150"/>
            </a:xfrm>
            <a:custGeom>
              <a:avLst/>
              <a:gdLst/>
              <a:ahLst/>
              <a:cxnLst/>
              <a:rect l="l" t="t" r="r" b="b"/>
              <a:pathLst>
                <a:path w="547" h="366" extrusionOk="0">
                  <a:moveTo>
                    <a:pt x="547" y="0"/>
                  </a:moveTo>
                  <a:lnTo>
                    <a:pt x="0" y="305"/>
                  </a:lnTo>
                  <a:lnTo>
                    <a:pt x="29" y="338"/>
                  </a:lnTo>
                  <a:lnTo>
                    <a:pt x="87" y="366"/>
                  </a:lnTo>
                  <a:lnTo>
                    <a:pt x="460" y="137"/>
                  </a:lnTo>
                  <a:lnTo>
                    <a:pt x="547" y="83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1834250" y="1070000"/>
              <a:ext cx="15975" cy="9050"/>
            </a:xfrm>
            <a:custGeom>
              <a:avLst/>
              <a:gdLst/>
              <a:ahLst/>
              <a:cxnLst/>
              <a:rect l="l" t="t" r="r" b="b"/>
              <a:pathLst>
                <a:path w="639" h="362" extrusionOk="0">
                  <a:moveTo>
                    <a:pt x="490" y="0"/>
                  </a:moveTo>
                  <a:lnTo>
                    <a:pt x="0" y="280"/>
                  </a:lnTo>
                  <a:lnTo>
                    <a:pt x="134" y="361"/>
                  </a:lnTo>
                  <a:lnTo>
                    <a:pt x="638" y="77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1837550" y="1071375"/>
              <a:ext cx="14375" cy="30075"/>
            </a:xfrm>
            <a:custGeom>
              <a:avLst/>
              <a:gdLst/>
              <a:ahLst/>
              <a:cxnLst/>
              <a:rect l="l" t="t" r="r" b="b"/>
              <a:pathLst>
                <a:path w="575" h="1203" extrusionOk="0">
                  <a:moveTo>
                    <a:pt x="574" y="0"/>
                  </a:moveTo>
                  <a:lnTo>
                    <a:pt x="0" y="322"/>
                  </a:lnTo>
                  <a:lnTo>
                    <a:pt x="0" y="1202"/>
                  </a:lnTo>
                  <a:lnTo>
                    <a:pt x="574" y="880"/>
                  </a:lnTo>
                  <a:lnTo>
                    <a:pt x="574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1837550" y="1075600"/>
              <a:ext cx="14375" cy="19200"/>
            </a:xfrm>
            <a:custGeom>
              <a:avLst/>
              <a:gdLst/>
              <a:ahLst/>
              <a:cxnLst/>
              <a:rect l="l" t="t" r="r" b="b"/>
              <a:pathLst>
                <a:path w="575" h="768" extrusionOk="0">
                  <a:moveTo>
                    <a:pt x="574" y="1"/>
                  </a:moveTo>
                  <a:lnTo>
                    <a:pt x="0" y="326"/>
                  </a:lnTo>
                  <a:lnTo>
                    <a:pt x="0" y="768"/>
                  </a:lnTo>
                  <a:lnTo>
                    <a:pt x="574" y="443"/>
                  </a:lnTo>
                  <a:lnTo>
                    <a:pt x="57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1832325" y="1068075"/>
              <a:ext cx="19600" cy="11400"/>
            </a:xfrm>
            <a:custGeom>
              <a:avLst/>
              <a:gdLst/>
              <a:ahLst/>
              <a:cxnLst/>
              <a:rect l="l" t="t" r="r" b="b"/>
              <a:pathLst>
                <a:path w="784" h="456" extrusionOk="0">
                  <a:moveTo>
                    <a:pt x="563" y="0"/>
                  </a:moveTo>
                  <a:lnTo>
                    <a:pt x="0" y="328"/>
                  </a:lnTo>
                  <a:lnTo>
                    <a:pt x="209" y="456"/>
                  </a:lnTo>
                  <a:lnTo>
                    <a:pt x="783" y="132"/>
                  </a:lnTo>
                  <a:lnTo>
                    <a:pt x="744" y="109"/>
                  </a:lnTo>
                  <a:lnTo>
                    <a:pt x="211" y="409"/>
                  </a:lnTo>
                  <a:lnTo>
                    <a:pt x="77" y="329"/>
                  </a:lnTo>
                  <a:lnTo>
                    <a:pt x="601" y="23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1823925" y="1124775"/>
              <a:ext cx="6175" cy="29625"/>
            </a:xfrm>
            <a:custGeom>
              <a:avLst/>
              <a:gdLst/>
              <a:ahLst/>
              <a:cxnLst/>
              <a:rect l="l" t="t" r="r" b="b"/>
              <a:pathLst>
                <a:path w="247" h="1185" extrusionOk="0">
                  <a:moveTo>
                    <a:pt x="0" y="0"/>
                  </a:moveTo>
                  <a:lnTo>
                    <a:pt x="0" y="1035"/>
                  </a:lnTo>
                  <a:lnTo>
                    <a:pt x="247" y="1185"/>
                  </a:lnTo>
                  <a:lnTo>
                    <a:pt x="247" y="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1825475" y="1115775"/>
              <a:ext cx="16150" cy="10825"/>
            </a:xfrm>
            <a:custGeom>
              <a:avLst/>
              <a:gdLst/>
              <a:ahLst/>
              <a:cxnLst/>
              <a:rect l="l" t="t" r="r" b="b"/>
              <a:pathLst>
                <a:path w="646" h="433" extrusionOk="0">
                  <a:moveTo>
                    <a:pt x="646" y="1"/>
                  </a:moveTo>
                  <a:lnTo>
                    <a:pt x="0" y="360"/>
                  </a:lnTo>
                  <a:lnTo>
                    <a:pt x="35" y="399"/>
                  </a:lnTo>
                  <a:lnTo>
                    <a:pt x="103" y="433"/>
                  </a:lnTo>
                  <a:lnTo>
                    <a:pt x="543" y="161"/>
                  </a:lnTo>
                  <a:lnTo>
                    <a:pt x="646" y="98"/>
                  </a:lnTo>
                  <a:lnTo>
                    <a:pt x="646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1826200" y="1117375"/>
              <a:ext cx="18800" cy="10650"/>
            </a:xfrm>
            <a:custGeom>
              <a:avLst/>
              <a:gdLst/>
              <a:ahLst/>
              <a:cxnLst/>
              <a:rect l="l" t="t" r="r" b="b"/>
              <a:pathLst>
                <a:path w="752" h="426" extrusionOk="0">
                  <a:moveTo>
                    <a:pt x="577" y="0"/>
                  </a:moveTo>
                  <a:lnTo>
                    <a:pt x="0" y="329"/>
                  </a:lnTo>
                  <a:lnTo>
                    <a:pt x="157" y="425"/>
                  </a:lnTo>
                  <a:lnTo>
                    <a:pt x="752" y="9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1830075" y="1119000"/>
              <a:ext cx="16925" cy="35400"/>
            </a:xfrm>
            <a:custGeom>
              <a:avLst/>
              <a:gdLst/>
              <a:ahLst/>
              <a:cxnLst/>
              <a:rect l="l" t="t" r="r" b="b"/>
              <a:pathLst>
                <a:path w="677" h="1416" extrusionOk="0">
                  <a:moveTo>
                    <a:pt x="676" y="1"/>
                  </a:moveTo>
                  <a:lnTo>
                    <a:pt x="1" y="380"/>
                  </a:lnTo>
                  <a:lnTo>
                    <a:pt x="1" y="1416"/>
                  </a:lnTo>
                  <a:lnTo>
                    <a:pt x="676" y="1036"/>
                  </a:lnTo>
                  <a:lnTo>
                    <a:pt x="67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1830075" y="1138725"/>
              <a:ext cx="16925" cy="11875"/>
            </a:xfrm>
            <a:custGeom>
              <a:avLst/>
              <a:gdLst/>
              <a:ahLst/>
              <a:cxnLst/>
              <a:rect l="l" t="t" r="r" b="b"/>
              <a:pathLst>
                <a:path w="677" h="475" extrusionOk="0">
                  <a:moveTo>
                    <a:pt x="676" y="0"/>
                  </a:moveTo>
                  <a:lnTo>
                    <a:pt x="1" y="383"/>
                  </a:lnTo>
                  <a:lnTo>
                    <a:pt x="1" y="475"/>
                  </a:lnTo>
                  <a:lnTo>
                    <a:pt x="676" y="92"/>
                  </a:lnTo>
                  <a:lnTo>
                    <a:pt x="676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1830075" y="1134625"/>
              <a:ext cx="16925" cy="11875"/>
            </a:xfrm>
            <a:custGeom>
              <a:avLst/>
              <a:gdLst/>
              <a:ahLst/>
              <a:cxnLst/>
              <a:rect l="l" t="t" r="r" b="b"/>
              <a:pathLst>
                <a:path w="677" h="475" extrusionOk="0">
                  <a:moveTo>
                    <a:pt x="676" y="1"/>
                  </a:moveTo>
                  <a:lnTo>
                    <a:pt x="1" y="383"/>
                  </a:lnTo>
                  <a:lnTo>
                    <a:pt x="1" y="475"/>
                  </a:lnTo>
                  <a:lnTo>
                    <a:pt x="676" y="92"/>
                  </a:lnTo>
                  <a:lnTo>
                    <a:pt x="67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9"/>
            <p:cNvSpPr/>
            <p:nvPr/>
          </p:nvSpPr>
          <p:spPr>
            <a:xfrm>
              <a:off x="1830075" y="1130525"/>
              <a:ext cx="16925" cy="11875"/>
            </a:xfrm>
            <a:custGeom>
              <a:avLst/>
              <a:gdLst/>
              <a:ahLst/>
              <a:cxnLst/>
              <a:rect l="l" t="t" r="r" b="b"/>
              <a:pathLst>
                <a:path w="677" h="475" extrusionOk="0">
                  <a:moveTo>
                    <a:pt x="676" y="1"/>
                  </a:moveTo>
                  <a:lnTo>
                    <a:pt x="1" y="383"/>
                  </a:lnTo>
                  <a:lnTo>
                    <a:pt x="1" y="475"/>
                  </a:lnTo>
                  <a:lnTo>
                    <a:pt x="676" y="92"/>
                  </a:lnTo>
                  <a:lnTo>
                    <a:pt x="67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1823925" y="1115075"/>
              <a:ext cx="23075" cy="13450"/>
            </a:xfrm>
            <a:custGeom>
              <a:avLst/>
              <a:gdLst/>
              <a:ahLst/>
              <a:cxnLst/>
              <a:rect l="l" t="t" r="r" b="b"/>
              <a:pathLst>
                <a:path w="923" h="538" extrusionOk="0">
                  <a:moveTo>
                    <a:pt x="663" y="1"/>
                  </a:moveTo>
                  <a:lnTo>
                    <a:pt x="0" y="388"/>
                  </a:lnTo>
                  <a:lnTo>
                    <a:pt x="247" y="537"/>
                  </a:lnTo>
                  <a:lnTo>
                    <a:pt x="922" y="158"/>
                  </a:lnTo>
                  <a:lnTo>
                    <a:pt x="877" y="130"/>
                  </a:lnTo>
                  <a:lnTo>
                    <a:pt x="248" y="484"/>
                  </a:lnTo>
                  <a:lnTo>
                    <a:pt x="91" y="390"/>
                  </a:lnTo>
                  <a:lnTo>
                    <a:pt x="708" y="29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9"/>
            <p:cNvSpPr/>
            <p:nvPr/>
          </p:nvSpPr>
          <p:spPr>
            <a:xfrm>
              <a:off x="1825000" y="1127200"/>
              <a:ext cx="3400" cy="5600"/>
            </a:xfrm>
            <a:custGeom>
              <a:avLst/>
              <a:gdLst/>
              <a:ahLst/>
              <a:cxnLst/>
              <a:rect l="l" t="t" r="r" b="b"/>
              <a:pathLst>
                <a:path w="136" h="224" extrusionOk="0">
                  <a:moveTo>
                    <a:pt x="1" y="0"/>
                  </a:moveTo>
                  <a:lnTo>
                    <a:pt x="1" y="142"/>
                  </a:lnTo>
                  <a:lnTo>
                    <a:pt x="135" y="224"/>
                  </a:lnTo>
                  <a:lnTo>
                    <a:pt x="135" y="8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9"/>
            <p:cNvSpPr/>
            <p:nvPr/>
          </p:nvSpPr>
          <p:spPr>
            <a:xfrm>
              <a:off x="1825000" y="1149525"/>
              <a:ext cx="3400" cy="2575"/>
            </a:xfrm>
            <a:custGeom>
              <a:avLst/>
              <a:gdLst/>
              <a:ahLst/>
              <a:cxnLst/>
              <a:rect l="l" t="t" r="r" b="b"/>
              <a:pathLst>
                <a:path w="136" h="103" extrusionOk="0">
                  <a:moveTo>
                    <a:pt x="1" y="1"/>
                  </a:moveTo>
                  <a:lnTo>
                    <a:pt x="1" y="21"/>
                  </a:lnTo>
                  <a:lnTo>
                    <a:pt x="135" y="102"/>
                  </a:lnTo>
                  <a:lnTo>
                    <a:pt x="135" y="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9"/>
            <p:cNvSpPr/>
            <p:nvPr/>
          </p:nvSpPr>
          <p:spPr>
            <a:xfrm>
              <a:off x="1774900" y="921250"/>
              <a:ext cx="403175" cy="232175"/>
            </a:xfrm>
            <a:custGeom>
              <a:avLst/>
              <a:gdLst/>
              <a:ahLst/>
              <a:cxnLst/>
              <a:rect l="l" t="t" r="r" b="b"/>
              <a:pathLst>
                <a:path w="16127" h="9287" extrusionOk="0">
                  <a:moveTo>
                    <a:pt x="8063" y="0"/>
                  </a:moveTo>
                  <a:lnTo>
                    <a:pt x="1" y="4642"/>
                  </a:lnTo>
                  <a:lnTo>
                    <a:pt x="8063" y="9287"/>
                  </a:lnTo>
                  <a:lnTo>
                    <a:pt x="16127" y="4644"/>
                  </a:lnTo>
                  <a:lnTo>
                    <a:pt x="8063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9"/>
            <p:cNvSpPr/>
            <p:nvPr/>
          </p:nvSpPr>
          <p:spPr>
            <a:xfrm>
              <a:off x="1766550" y="1037325"/>
              <a:ext cx="209925" cy="125975"/>
            </a:xfrm>
            <a:custGeom>
              <a:avLst/>
              <a:gdLst/>
              <a:ahLst/>
              <a:cxnLst/>
              <a:rect l="l" t="t" r="r" b="b"/>
              <a:pathLst>
                <a:path w="8397" h="5039" extrusionOk="0">
                  <a:moveTo>
                    <a:pt x="335" y="1"/>
                  </a:moveTo>
                  <a:lnTo>
                    <a:pt x="1" y="204"/>
                  </a:lnTo>
                  <a:lnTo>
                    <a:pt x="8397" y="5038"/>
                  </a:lnTo>
                  <a:lnTo>
                    <a:pt x="8397" y="4644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9"/>
            <p:cNvSpPr/>
            <p:nvPr/>
          </p:nvSpPr>
          <p:spPr>
            <a:xfrm>
              <a:off x="1976450" y="1037325"/>
              <a:ext cx="209925" cy="125975"/>
            </a:xfrm>
            <a:custGeom>
              <a:avLst/>
              <a:gdLst/>
              <a:ahLst/>
              <a:cxnLst/>
              <a:rect l="l" t="t" r="r" b="b"/>
              <a:pathLst>
                <a:path w="8397" h="5039" extrusionOk="0">
                  <a:moveTo>
                    <a:pt x="8065" y="1"/>
                  </a:moveTo>
                  <a:lnTo>
                    <a:pt x="1" y="4644"/>
                  </a:lnTo>
                  <a:lnTo>
                    <a:pt x="1" y="5038"/>
                  </a:lnTo>
                  <a:lnTo>
                    <a:pt x="8397" y="204"/>
                  </a:lnTo>
                  <a:lnTo>
                    <a:pt x="8065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9"/>
            <p:cNvSpPr/>
            <p:nvPr/>
          </p:nvSpPr>
          <p:spPr>
            <a:xfrm>
              <a:off x="2059375" y="817900"/>
              <a:ext cx="80900" cy="129225"/>
            </a:xfrm>
            <a:custGeom>
              <a:avLst/>
              <a:gdLst/>
              <a:ahLst/>
              <a:cxnLst/>
              <a:rect l="l" t="t" r="r" b="b"/>
              <a:pathLst>
                <a:path w="3236" h="5169" extrusionOk="0">
                  <a:moveTo>
                    <a:pt x="0" y="0"/>
                  </a:moveTo>
                  <a:lnTo>
                    <a:pt x="0" y="3317"/>
                  </a:lnTo>
                  <a:lnTo>
                    <a:pt x="3235" y="5168"/>
                  </a:lnTo>
                  <a:lnTo>
                    <a:pt x="3235" y="18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9"/>
            <p:cNvSpPr/>
            <p:nvPr/>
          </p:nvSpPr>
          <p:spPr>
            <a:xfrm>
              <a:off x="2065450" y="829050"/>
              <a:ext cx="67750" cy="106950"/>
            </a:xfrm>
            <a:custGeom>
              <a:avLst/>
              <a:gdLst/>
              <a:ahLst/>
              <a:cxnLst/>
              <a:rect l="l" t="t" r="r" b="b"/>
              <a:pathLst>
                <a:path w="2710" h="4278" extrusionOk="0">
                  <a:moveTo>
                    <a:pt x="1" y="1"/>
                  </a:moveTo>
                  <a:lnTo>
                    <a:pt x="1" y="2720"/>
                  </a:lnTo>
                  <a:lnTo>
                    <a:pt x="2710" y="4277"/>
                  </a:lnTo>
                  <a:lnTo>
                    <a:pt x="2710" y="155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9"/>
            <p:cNvSpPr/>
            <p:nvPr/>
          </p:nvSpPr>
          <p:spPr>
            <a:xfrm>
              <a:off x="2062475" y="822850"/>
              <a:ext cx="10175" cy="74200"/>
            </a:xfrm>
            <a:custGeom>
              <a:avLst/>
              <a:gdLst/>
              <a:ahLst/>
              <a:cxnLst/>
              <a:rect l="l" t="t" r="r" b="b"/>
              <a:pathLst>
                <a:path w="407" h="2968" extrusionOk="0">
                  <a:moveTo>
                    <a:pt x="1" y="1"/>
                  </a:moveTo>
                  <a:lnTo>
                    <a:pt x="105" y="2968"/>
                  </a:lnTo>
                  <a:lnTo>
                    <a:pt x="407" y="2794"/>
                  </a:lnTo>
                  <a:lnTo>
                    <a:pt x="406" y="18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9"/>
            <p:cNvSpPr/>
            <p:nvPr/>
          </p:nvSpPr>
          <p:spPr>
            <a:xfrm>
              <a:off x="2065100" y="892675"/>
              <a:ext cx="72675" cy="45350"/>
            </a:xfrm>
            <a:custGeom>
              <a:avLst/>
              <a:gdLst/>
              <a:ahLst/>
              <a:cxnLst/>
              <a:rect l="l" t="t" r="r" b="b"/>
              <a:pathLst>
                <a:path w="2907" h="1814" extrusionOk="0">
                  <a:moveTo>
                    <a:pt x="302" y="1"/>
                  </a:moveTo>
                  <a:lnTo>
                    <a:pt x="0" y="175"/>
                  </a:lnTo>
                  <a:lnTo>
                    <a:pt x="2780" y="1813"/>
                  </a:lnTo>
                  <a:lnTo>
                    <a:pt x="2906" y="1458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9"/>
            <p:cNvSpPr/>
            <p:nvPr/>
          </p:nvSpPr>
          <p:spPr>
            <a:xfrm>
              <a:off x="2054325" y="810175"/>
              <a:ext cx="90000" cy="91300"/>
            </a:xfrm>
            <a:custGeom>
              <a:avLst/>
              <a:gdLst/>
              <a:ahLst/>
              <a:cxnLst/>
              <a:rect l="l" t="t" r="r" b="b"/>
              <a:pathLst>
                <a:path w="3600" h="3652" extrusionOk="0">
                  <a:moveTo>
                    <a:pt x="1" y="0"/>
                  </a:moveTo>
                  <a:lnTo>
                    <a:pt x="1" y="1577"/>
                  </a:lnTo>
                  <a:lnTo>
                    <a:pt x="3600" y="3652"/>
                  </a:lnTo>
                  <a:lnTo>
                    <a:pt x="3600" y="20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2054325" y="810175"/>
              <a:ext cx="90000" cy="64625"/>
            </a:xfrm>
            <a:custGeom>
              <a:avLst/>
              <a:gdLst/>
              <a:ahLst/>
              <a:cxnLst/>
              <a:rect l="l" t="t" r="r" b="b"/>
              <a:pathLst>
                <a:path w="3600" h="2585" extrusionOk="0">
                  <a:moveTo>
                    <a:pt x="1" y="0"/>
                  </a:moveTo>
                  <a:lnTo>
                    <a:pt x="1" y="509"/>
                  </a:lnTo>
                  <a:lnTo>
                    <a:pt x="3600" y="2584"/>
                  </a:lnTo>
                  <a:lnTo>
                    <a:pt x="3600" y="20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9"/>
            <p:cNvSpPr/>
            <p:nvPr/>
          </p:nvSpPr>
          <p:spPr>
            <a:xfrm>
              <a:off x="1931500" y="1294650"/>
              <a:ext cx="1150" cy="14875"/>
            </a:xfrm>
            <a:custGeom>
              <a:avLst/>
              <a:gdLst/>
              <a:ahLst/>
              <a:cxnLst/>
              <a:rect l="l" t="t" r="r" b="b"/>
              <a:pathLst>
                <a:path w="46" h="595" extrusionOk="0">
                  <a:moveTo>
                    <a:pt x="8" y="0"/>
                  </a:moveTo>
                  <a:cubicBezTo>
                    <a:pt x="4" y="0"/>
                    <a:pt x="1" y="3"/>
                    <a:pt x="1" y="7"/>
                  </a:cubicBezTo>
                  <a:lnTo>
                    <a:pt x="1" y="587"/>
                  </a:lnTo>
                  <a:cubicBezTo>
                    <a:pt x="1" y="592"/>
                    <a:pt x="4" y="595"/>
                    <a:pt x="8" y="595"/>
                  </a:cubicBezTo>
                  <a:lnTo>
                    <a:pt x="37" y="595"/>
                  </a:lnTo>
                  <a:cubicBezTo>
                    <a:pt x="43" y="595"/>
                    <a:pt x="46" y="592"/>
                    <a:pt x="46" y="587"/>
                  </a:cubicBezTo>
                  <a:lnTo>
                    <a:pt x="46" y="7"/>
                  </a:lnTo>
                  <a:cubicBezTo>
                    <a:pt x="46" y="3"/>
                    <a:pt x="43" y="0"/>
                    <a:pt x="3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9"/>
            <p:cNvSpPr/>
            <p:nvPr/>
          </p:nvSpPr>
          <p:spPr>
            <a:xfrm>
              <a:off x="1952025" y="1285175"/>
              <a:ext cx="1175" cy="14900"/>
            </a:xfrm>
            <a:custGeom>
              <a:avLst/>
              <a:gdLst/>
              <a:ahLst/>
              <a:cxnLst/>
              <a:rect l="l" t="t" r="r" b="b"/>
              <a:pathLst>
                <a:path w="47" h="596" extrusionOk="0">
                  <a:moveTo>
                    <a:pt x="9" y="1"/>
                  </a:moveTo>
                  <a:cubicBezTo>
                    <a:pt x="5" y="1"/>
                    <a:pt x="1" y="4"/>
                    <a:pt x="1" y="8"/>
                  </a:cubicBezTo>
                  <a:lnTo>
                    <a:pt x="1" y="586"/>
                  </a:lnTo>
                  <a:cubicBezTo>
                    <a:pt x="1" y="592"/>
                    <a:pt x="5" y="595"/>
                    <a:pt x="9" y="595"/>
                  </a:cubicBezTo>
                  <a:lnTo>
                    <a:pt x="38" y="595"/>
                  </a:lnTo>
                  <a:cubicBezTo>
                    <a:pt x="43" y="595"/>
                    <a:pt x="47" y="592"/>
                    <a:pt x="47" y="586"/>
                  </a:cubicBezTo>
                  <a:lnTo>
                    <a:pt x="47" y="8"/>
                  </a:lnTo>
                  <a:cubicBezTo>
                    <a:pt x="47" y="4"/>
                    <a:pt x="43" y="1"/>
                    <a:pt x="38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9"/>
            <p:cNvSpPr/>
            <p:nvPr/>
          </p:nvSpPr>
          <p:spPr>
            <a:xfrm>
              <a:off x="1816000" y="1228050"/>
              <a:ext cx="1150" cy="14875"/>
            </a:xfrm>
            <a:custGeom>
              <a:avLst/>
              <a:gdLst/>
              <a:ahLst/>
              <a:cxnLst/>
              <a:rect l="l" t="t" r="r" b="b"/>
              <a:pathLst>
                <a:path w="46" h="595" extrusionOk="0">
                  <a:moveTo>
                    <a:pt x="8" y="0"/>
                  </a:moveTo>
                  <a:cubicBezTo>
                    <a:pt x="4" y="0"/>
                    <a:pt x="1" y="3"/>
                    <a:pt x="1" y="8"/>
                  </a:cubicBezTo>
                  <a:lnTo>
                    <a:pt x="1" y="588"/>
                  </a:lnTo>
                  <a:cubicBezTo>
                    <a:pt x="1" y="592"/>
                    <a:pt x="4" y="595"/>
                    <a:pt x="8" y="595"/>
                  </a:cubicBezTo>
                  <a:lnTo>
                    <a:pt x="37" y="595"/>
                  </a:lnTo>
                  <a:cubicBezTo>
                    <a:pt x="41" y="595"/>
                    <a:pt x="46" y="592"/>
                    <a:pt x="46" y="588"/>
                  </a:cubicBezTo>
                  <a:lnTo>
                    <a:pt x="46" y="8"/>
                  </a:lnTo>
                  <a:cubicBezTo>
                    <a:pt x="46" y="3"/>
                    <a:pt x="41" y="0"/>
                    <a:pt x="3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9"/>
            <p:cNvSpPr/>
            <p:nvPr/>
          </p:nvSpPr>
          <p:spPr>
            <a:xfrm>
              <a:off x="1836525" y="1218575"/>
              <a:ext cx="1150" cy="14900"/>
            </a:xfrm>
            <a:custGeom>
              <a:avLst/>
              <a:gdLst/>
              <a:ahLst/>
              <a:cxnLst/>
              <a:rect l="l" t="t" r="r" b="b"/>
              <a:pathLst>
                <a:path w="46" h="596" extrusionOk="0">
                  <a:moveTo>
                    <a:pt x="9" y="1"/>
                  </a:moveTo>
                  <a:cubicBezTo>
                    <a:pt x="5" y="1"/>
                    <a:pt x="1" y="4"/>
                    <a:pt x="1" y="8"/>
                  </a:cubicBezTo>
                  <a:lnTo>
                    <a:pt x="1" y="588"/>
                  </a:lnTo>
                  <a:cubicBezTo>
                    <a:pt x="1" y="593"/>
                    <a:pt x="5" y="595"/>
                    <a:pt x="9" y="595"/>
                  </a:cubicBezTo>
                  <a:lnTo>
                    <a:pt x="38" y="595"/>
                  </a:lnTo>
                  <a:cubicBezTo>
                    <a:pt x="43" y="595"/>
                    <a:pt x="46" y="593"/>
                    <a:pt x="46" y="588"/>
                  </a:cubicBezTo>
                  <a:lnTo>
                    <a:pt x="46" y="8"/>
                  </a:lnTo>
                  <a:cubicBezTo>
                    <a:pt x="46" y="4"/>
                    <a:pt x="43" y="1"/>
                    <a:pt x="38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9"/>
            <p:cNvSpPr/>
            <p:nvPr/>
          </p:nvSpPr>
          <p:spPr>
            <a:xfrm>
              <a:off x="1814925" y="1215500"/>
              <a:ext cx="139000" cy="82075"/>
            </a:xfrm>
            <a:custGeom>
              <a:avLst/>
              <a:gdLst/>
              <a:ahLst/>
              <a:cxnLst/>
              <a:rect l="l" t="t" r="r" b="b"/>
              <a:pathLst>
                <a:path w="5560" h="3283" extrusionOk="0">
                  <a:moveTo>
                    <a:pt x="876" y="1"/>
                  </a:moveTo>
                  <a:lnTo>
                    <a:pt x="0" y="456"/>
                  </a:lnTo>
                  <a:lnTo>
                    <a:pt x="0" y="530"/>
                  </a:lnTo>
                  <a:lnTo>
                    <a:pt x="4684" y="3282"/>
                  </a:lnTo>
                  <a:lnTo>
                    <a:pt x="5560" y="2780"/>
                  </a:lnTo>
                  <a:lnTo>
                    <a:pt x="5560" y="2706"/>
                  </a:lnTo>
                  <a:lnTo>
                    <a:pt x="876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9"/>
            <p:cNvSpPr/>
            <p:nvPr/>
          </p:nvSpPr>
          <p:spPr>
            <a:xfrm>
              <a:off x="1814925" y="1214350"/>
              <a:ext cx="139000" cy="81375"/>
            </a:xfrm>
            <a:custGeom>
              <a:avLst/>
              <a:gdLst/>
              <a:ahLst/>
              <a:cxnLst/>
              <a:rect l="l" t="t" r="r" b="b"/>
              <a:pathLst>
                <a:path w="5560" h="3255" extrusionOk="0">
                  <a:moveTo>
                    <a:pt x="876" y="0"/>
                  </a:moveTo>
                  <a:lnTo>
                    <a:pt x="0" y="502"/>
                  </a:lnTo>
                  <a:lnTo>
                    <a:pt x="4684" y="3254"/>
                  </a:lnTo>
                  <a:lnTo>
                    <a:pt x="5560" y="2752"/>
                  </a:lnTo>
                  <a:lnTo>
                    <a:pt x="876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9"/>
            <p:cNvSpPr/>
            <p:nvPr/>
          </p:nvSpPr>
          <p:spPr>
            <a:xfrm>
              <a:off x="1930650" y="1277500"/>
              <a:ext cx="15650" cy="11775"/>
            </a:xfrm>
            <a:custGeom>
              <a:avLst/>
              <a:gdLst/>
              <a:ahLst/>
              <a:cxnLst/>
              <a:rect l="l" t="t" r="r" b="b"/>
              <a:pathLst>
                <a:path w="626" h="471" fill="none" extrusionOk="0">
                  <a:moveTo>
                    <a:pt x="0" y="470"/>
                  </a:moveTo>
                  <a:cubicBezTo>
                    <a:pt x="0" y="470"/>
                    <a:pt x="171" y="0"/>
                    <a:pt x="625" y="92"/>
                  </a:cubicBezTo>
                </a:path>
              </a:pathLst>
            </a:custGeom>
            <a:noFill/>
            <a:ln w="900" cap="rnd" cmpd="sng">
              <a:solidFill>
                <a:srgbClr val="0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9"/>
            <p:cNvSpPr/>
            <p:nvPr/>
          </p:nvSpPr>
          <p:spPr>
            <a:xfrm>
              <a:off x="1822525" y="1215475"/>
              <a:ext cx="17150" cy="11725"/>
            </a:xfrm>
            <a:custGeom>
              <a:avLst/>
              <a:gdLst/>
              <a:ahLst/>
              <a:cxnLst/>
              <a:rect l="l" t="t" r="r" b="b"/>
              <a:pathLst>
                <a:path w="686" h="469" fill="none" extrusionOk="0">
                  <a:moveTo>
                    <a:pt x="1" y="469"/>
                  </a:moveTo>
                  <a:cubicBezTo>
                    <a:pt x="1" y="469"/>
                    <a:pt x="233" y="0"/>
                    <a:pt x="685" y="183"/>
                  </a:cubicBezTo>
                </a:path>
              </a:pathLst>
            </a:custGeom>
            <a:noFill/>
            <a:ln w="900" cap="rnd" cmpd="sng">
              <a:solidFill>
                <a:srgbClr val="0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9"/>
            <p:cNvSpPr/>
            <p:nvPr/>
          </p:nvSpPr>
          <p:spPr>
            <a:xfrm>
              <a:off x="1815000" y="1129550"/>
              <a:ext cx="144275" cy="164350"/>
            </a:xfrm>
            <a:custGeom>
              <a:avLst/>
              <a:gdLst/>
              <a:ahLst/>
              <a:cxnLst/>
              <a:rect l="l" t="t" r="r" b="b"/>
              <a:pathLst>
                <a:path w="5771" h="6574" extrusionOk="0">
                  <a:moveTo>
                    <a:pt x="0" y="1"/>
                  </a:moveTo>
                  <a:lnTo>
                    <a:pt x="0" y="3123"/>
                  </a:lnTo>
                  <a:lnTo>
                    <a:pt x="5770" y="6574"/>
                  </a:lnTo>
                  <a:lnTo>
                    <a:pt x="5770" y="345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9"/>
            <p:cNvSpPr/>
            <p:nvPr/>
          </p:nvSpPr>
          <p:spPr>
            <a:xfrm>
              <a:off x="1951525" y="1259350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22" y="1"/>
                  </a:moveTo>
                  <a:cubicBezTo>
                    <a:pt x="9" y="1"/>
                    <a:pt x="0" y="11"/>
                    <a:pt x="0" y="29"/>
                  </a:cubicBezTo>
                  <a:cubicBezTo>
                    <a:pt x="2" y="55"/>
                    <a:pt x="16" y="80"/>
                    <a:pt x="38" y="95"/>
                  </a:cubicBezTo>
                  <a:cubicBezTo>
                    <a:pt x="44" y="99"/>
                    <a:pt x="49" y="100"/>
                    <a:pt x="54" y="100"/>
                  </a:cubicBezTo>
                  <a:cubicBezTo>
                    <a:pt x="67" y="100"/>
                    <a:pt x="76" y="90"/>
                    <a:pt x="76" y="72"/>
                  </a:cubicBezTo>
                  <a:cubicBezTo>
                    <a:pt x="74" y="46"/>
                    <a:pt x="60" y="22"/>
                    <a:pt x="38" y="6"/>
                  </a:cubicBezTo>
                  <a:cubicBezTo>
                    <a:pt x="32" y="2"/>
                    <a:pt x="27" y="1"/>
                    <a:pt x="22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9"/>
            <p:cNvSpPr/>
            <p:nvPr/>
          </p:nvSpPr>
          <p:spPr>
            <a:xfrm>
              <a:off x="1951525" y="1262800"/>
              <a:ext cx="1900" cy="2500"/>
            </a:xfrm>
            <a:custGeom>
              <a:avLst/>
              <a:gdLst/>
              <a:ahLst/>
              <a:cxnLst/>
              <a:rect l="l" t="t" r="r" b="b"/>
              <a:pathLst>
                <a:path w="76" h="100" extrusionOk="0">
                  <a:moveTo>
                    <a:pt x="22" y="1"/>
                  </a:moveTo>
                  <a:cubicBezTo>
                    <a:pt x="9" y="1"/>
                    <a:pt x="0" y="11"/>
                    <a:pt x="0" y="29"/>
                  </a:cubicBezTo>
                  <a:cubicBezTo>
                    <a:pt x="2" y="55"/>
                    <a:pt x="16" y="79"/>
                    <a:pt x="38" y="94"/>
                  </a:cubicBezTo>
                  <a:cubicBezTo>
                    <a:pt x="44" y="98"/>
                    <a:pt x="50" y="99"/>
                    <a:pt x="55" y="99"/>
                  </a:cubicBezTo>
                  <a:cubicBezTo>
                    <a:pt x="67" y="99"/>
                    <a:pt x="76" y="89"/>
                    <a:pt x="76" y="72"/>
                  </a:cubicBezTo>
                  <a:cubicBezTo>
                    <a:pt x="74" y="46"/>
                    <a:pt x="60" y="21"/>
                    <a:pt x="38" y="5"/>
                  </a:cubicBezTo>
                  <a:cubicBezTo>
                    <a:pt x="32" y="2"/>
                    <a:pt x="27" y="1"/>
                    <a:pt x="22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9"/>
            <p:cNvSpPr/>
            <p:nvPr/>
          </p:nvSpPr>
          <p:spPr>
            <a:xfrm>
              <a:off x="1951525" y="1265950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22" y="1"/>
                  </a:moveTo>
                  <a:cubicBezTo>
                    <a:pt x="9" y="1"/>
                    <a:pt x="0" y="11"/>
                    <a:pt x="0" y="29"/>
                  </a:cubicBezTo>
                  <a:cubicBezTo>
                    <a:pt x="2" y="55"/>
                    <a:pt x="16" y="79"/>
                    <a:pt x="38" y="95"/>
                  </a:cubicBezTo>
                  <a:cubicBezTo>
                    <a:pt x="44" y="99"/>
                    <a:pt x="49" y="100"/>
                    <a:pt x="54" y="100"/>
                  </a:cubicBezTo>
                  <a:cubicBezTo>
                    <a:pt x="67" y="100"/>
                    <a:pt x="76" y="90"/>
                    <a:pt x="76" y="72"/>
                  </a:cubicBezTo>
                  <a:cubicBezTo>
                    <a:pt x="74" y="46"/>
                    <a:pt x="60" y="21"/>
                    <a:pt x="38" y="5"/>
                  </a:cubicBezTo>
                  <a:cubicBezTo>
                    <a:pt x="32" y="2"/>
                    <a:pt x="27" y="1"/>
                    <a:pt x="2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9"/>
            <p:cNvSpPr/>
            <p:nvPr/>
          </p:nvSpPr>
          <p:spPr>
            <a:xfrm>
              <a:off x="1815000" y="1129550"/>
              <a:ext cx="144275" cy="86550"/>
            </a:xfrm>
            <a:custGeom>
              <a:avLst/>
              <a:gdLst/>
              <a:ahLst/>
              <a:cxnLst/>
              <a:rect l="l" t="t" r="r" b="b"/>
              <a:pathLst>
                <a:path w="5771" h="3462" extrusionOk="0">
                  <a:moveTo>
                    <a:pt x="0" y="1"/>
                  </a:moveTo>
                  <a:lnTo>
                    <a:pt x="0" y="12"/>
                  </a:lnTo>
                  <a:lnTo>
                    <a:pt x="5770" y="3462"/>
                  </a:lnTo>
                  <a:lnTo>
                    <a:pt x="5770" y="345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9"/>
            <p:cNvSpPr/>
            <p:nvPr/>
          </p:nvSpPr>
          <p:spPr>
            <a:xfrm>
              <a:off x="1938400" y="1262675"/>
              <a:ext cx="14925" cy="10575"/>
            </a:xfrm>
            <a:custGeom>
              <a:avLst/>
              <a:gdLst/>
              <a:ahLst/>
              <a:cxnLst/>
              <a:rect l="l" t="t" r="r" b="b"/>
              <a:pathLst>
                <a:path w="597" h="423" extrusionOk="0">
                  <a:moveTo>
                    <a:pt x="0" y="0"/>
                  </a:moveTo>
                  <a:lnTo>
                    <a:pt x="0" y="67"/>
                  </a:lnTo>
                  <a:lnTo>
                    <a:pt x="596" y="422"/>
                  </a:lnTo>
                  <a:lnTo>
                    <a:pt x="596" y="3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9"/>
            <p:cNvSpPr/>
            <p:nvPr/>
          </p:nvSpPr>
          <p:spPr>
            <a:xfrm>
              <a:off x="1938400" y="1268975"/>
              <a:ext cx="14925" cy="10575"/>
            </a:xfrm>
            <a:custGeom>
              <a:avLst/>
              <a:gdLst/>
              <a:ahLst/>
              <a:cxnLst/>
              <a:rect l="l" t="t" r="r" b="b"/>
              <a:pathLst>
                <a:path w="597" h="423" extrusionOk="0">
                  <a:moveTo>
                    <a:pt x="0" y="0"/>
                  </a:moveTo>
                  <a:lnTo>
                    <a:pt x="0" y="66"/>
                  </a:lnTo>
                  <a:lnTo>
                    <a:pt x="596" y="422"/>
                  </a:lnTo>
                  <a:lnTo>
                    <a:pt x="596" y="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1938400" y="1275275"/>
              <a:ext cx="14925" cy="10550"/>
            </a:xfrm>
            <a:custGeom>
              <a:avLst/>
              <a:gdLst/>
              <a:ahLst/>
              <a:cxnLst/>
              <a:rect l="l" t="t" r="r" b="b"/>
              <a:pathLst>
                <a:path w="597" h="422" extrusionOk="0">
                  <a:moveTo>
                    <a:pt x="0" y="1"/>
                  </a:moveTo>
                  <a:lnTo>
                    <a:pt x="0" y="66"/>
                  </a:lnTo>
                  <a:lnTo>
                    <a:pt x="596" y="421"/>
                  </a:lnTo>
                  <a:lnTo>
                    <a:pt x="596" y="3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1938400" y="1272025"/>
              <a:ext cx="14925" cy="10575"/>
            </a:xfrm>
            <a:custGeom>
              <a:avLst/>
              <a:gdLst/>
              <a:ahLst/>
              <a:cxnLst/>
              <a:rect l="l" t="t" r="r" b="b"/>
              <a:pathLst>
                <a:path w="597" h="423" extrusionOk="0">
                  <a:moveTo>
                    <a:pt x="0" y="0"/>
                  </a:moveTo>
                  <a:lnTo>
                    <a:pt x="0" y="66"/>
                  </a:lnTo>
                  <a:lnTo>
                    <a:pt x="596" y="422"/>
                  </a:lnTo>
                  <a:lnTo>
                    <a:pt x="596" y="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1938400" y="1265700"/>
              <a:ext cx="14925" cy="10575"/>
            </a:xfrm>
            <a:custGeom>
              <a:avLst/>
              <a:gdLst/>
              <a:ahLst/>
              <a:cxnLst/>
              <a:rect l="l" t="t" r="r" b="b"/>
              <a:pathLst>
                <a:path w="597" h="423" extrusionOk="0">
                  <a:moveTo>
                    <a:pt x="0" y="1"/>
                  </a:moveTo>
                  <a:lnTo>
                    <a:pt x="0" y="68"/>
                  </a:lnTo>
                  <a:lnTo>
                    <a:pt x="596" y="423"/>
                  </a:lnTo>
                  <a:lnTo>
                    <a:pt x="596" y="35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1852450" y="1188375"/>
              <a:ext cx="53925" cy="73875"/>
            </a:xfrm>
            <a:custGeom>
              <a:avLst/>
              <a:gdLst/>
              <a:ahLst/>
              <a:cxnLst/>
              <a:rect l="l" t="t" r="r" b="b"/>
              <a:pathLst>
                <a:path w="2157" h="2955" extrusionOk="0">
                  <a:moveTo>
                    <a:pt x="0" y="1"/>
                  </a:moveTo>
                  <a:lnTo>
                    <a:pt x="0" y="1666"/>
                  </a:lnTo>
                  <a:lnTo>
                    <a:pt x="2156" y="2955"/>
                  </a:lnTo>
                  <a:lnTo>
                    <a:pt x="2156" y="129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1852450" y="1188375"/>
              <a:ext cx="53925" cy="32400"/>
            </a:xfrm>
            <a:custGeom>
              <a:avLst/>
              <a:gdLst/>
              <a:ahLst/>
              <a:cxnLst/>
              <a:rect l="l" t="t" r="r" b="b"/>
              <a:pathLst>
                <a:path w="2157" h="1296" extrusionOk="0">
                  <a:moveTo>
                    <a:pt x="0" y="1"/>
                  </a:moveTo>
                  <a:lnTo>
                    <a:pt x="0" y="7"/>
                  </a:lnTo>
                  <a:lnTo>
                    <a:pt x="2156" y="1296"/>
                  </a:lnTo>
                  <a:lnTo>
                    <a:pt x="2156" y="129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1859725" y="1178950"/>
              <a:ext cx="39375" cy="31725"/>
            </a:xfrm>
            <a:custGeom>
              <a:avLst/>
              <a:gdLst/>
              <a:ahLst/>
              <a:cxnLst/>
              <a:rect l="l" t="t" r="r" b="b"/>
              <a:pathLst>
                <a:path w="1575" h="1269" extrusionOk="0">
                  <a:moveTo>
                    <a:pt x="1" y="1"/>
                  </a:moveTo>
                  <a:lnTo>
                    <a:pt x="1" y="327"/>
                  </a:lnTo>
                  <a:lnTo>
                    <a:pt x="1574" y="1268"/>
                  </a:lnTo>
                  <a:lnTo>
                    <a:pt x="1574" y="94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1959250" y="1214300"/>
              <a:ext cx="2150" cy="79600"/>
            </a:xfrm>
            <a:custGeom>
              <a:avLst/>
              <a:gdLst/>
              <a:ahLst/>
              <a:cxnLst/>
              <a:rect l="l" t="t" r="r" b="b"/>
              <a:pathLst>
                <a:path w="86" h="3184" extrusionOk="0">
                  <a:moveTo>
                    <a:pt x="86" y="1"/>
                  </a:moveTo>
                  <a:lnTo>
                    <a:pt x="0" y="62"/>
                  </a:lnTo>
                  <a:lnTo>
                    <a:pt x="0" y="3184"/>
                  </a:lnTo>
                  <a:lnTo>
                    <a:pt x="86" y="3123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1815000" y="1128400"/>
              <a:ext cx="146400" cy="87450"/>
            </a:xfrm>
            <a:custGeom>
              <a:avLst/>
              <a:gdLst/>
              <a:ahLst/>
              <a:cxnLst/>
              <a:rect l="l" t="t" r="r" b="b"/>
              <a:pathLst>
                <a:path w="5856" h="3498" extrusionOk="0">
                  <a:moveTo>
                    <a:pt x="89" y="0"/>
                  </a:moveTo>
                  <a:lnTo>
                    <a:pt x="0" y="47"/>
                  </a:lnTo>
                  <a:lnTo>
                    <a:pt x="5770" y="3498"/>
                  </a:lnTo>
                  <a:lnTo>
                    <a:pt x="5856" y="3437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2127600" y="1214450"/>
              <a:ext cx="25100" cy="13950"/>
            </a:xfrm>
            <a:custGeom>
              <a:avLst/>
              <a:gdLst/>
              <a:ahLst/>
              <a:cxnLst/>
              <a:rect l="l" t="t" r="r" b="b"/>
              <a:pathLst>
                <a:path w="1004" h="558" extrusionOk="0">
                  <a:moveTo>
                    <a:pt x="502" y="1"/>
                  </a:moveTo>
                  <a:cubicBezTo>
                    <a:pt x="225" y="1"/>
                    <a:pt x="0" y="125"/>
                    <a:pt x="0" y="279"/>
                  </a:cubicBezTo>
                  <a:cubicBezTo>
                    <a:pt x="0" y="433"/>
                    <a:pt x="225" y="557"/>
                    <a:pt x="502" y="557"/>
                  </a:cubicBezTo>
                  <a:cubicBezTo>
                    <a:pt x="779" y="557"/>
                    <a:pt x="1004" y="433"/>
                    <a:pt x="1004" y="279"/>
                  </a:cubicBezTo>
                  <a:cubicBezTo>
                    <a:pt x="1004" y="125"/>
                    <a:pt x="779" y="1"/>
                    <a:pt x="5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2127600" y="1213875"/>
              <a:ext cx="25100" cy="13975"/>
            </a:xfrm>
            <a:custGeom>
              <a:avLst/>
              <a:gdLst/>
              <a:ahLst/>
              <a:cxnLst/>
              <a:rect l="l" t="t" r="r" b="b"/>
              <a:pathLst>
                <a:path w="1004" h="559" extrusionOk="0">
                  <a:moveTo>
                    <a:pt x="502" y="0"/>
                  </a:moveTo>
                  <a:cubicBezTo>
                    <a:pt x="225" y="0"/>
                    <a:pt x="0" y="127"/>
                    <a:pt x="0" y="280"/>
                  </a:cubicBezTo>
                  <a:cubicBezTo>
                    <a:pt x="0" y="434"/>
                    <a:pt x="225" y="559"/>
                    <a:pt x="502" y="559"/>
                  </a:cubicBezTo>
                  <a:cubicBezTo>
                    <a:pt x="779" y="559"/>
                    <a:pt x="1004" y="434"/>
                    <a:pt x="1004" y="280"/>
                  </a:cubicBezTo>
                  <a:cubicBezTo>
                    <a:pt x="1004" y="127"/>
                    <a:pt x="779" y="0"/>
                    <a:pt x="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2139200" y="1146200"/>
              <a:ext cx="1900" cy="75100"/>
            </a:xfrm>
            <a:custGeom>
              <a:avLst/>
              <a:gdLst/>
              <a:ahLst/>
              <a:cxnLst/>
              <a:rect l="l" t="t" r="r" b="b"/>
              <a:pathLst>
                <a:path w="76" h="3004" extrusionOk="0">
                  <a:moveTo>
                    <a:pt x="13" y="0"/>
                  </a:moveTo>
                  <a:cubicBezTo>
                    <a:pt x="6" y="0"/>
                    <a:pt x="0" y="7"/>
                    <a:pt x="0" y="15"/>
                  </a:cubicBezTo>
                  <a:lnTo>
                    <a:pt x="0" y="2990"/>
                  </a:lnTo>
                  <a:cubicBezTo>
                    <a:pt x="0" y="2997"/>
                    <a:pt x="6" y="3003"/>
                    <a:pt x="13" y="3003"/>
                  </a:cubicBezTo>
                  <a:lnTo>
                    <a:pt x="63" y="3003"/>
                  </a:lnTo>
                  <a:cubicBezTo>
                    <a:pt x="70" y="3003"/>
                    <a:pt x="76" y="2997"/>
                    <a:pt x="76" y="2990"/>
                  </a:cubicBezTo>
                  <a:lnTo>
                    <a:pt x="76" y="15"/>
                  </a:lnTo>
                  <a:cubicBezTo>
                    <a:pt x="76" y="7"/>
                    <a:pt x="70" y="0"/>
                    <a:pt x="6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9"/>
            <p:cNvSpPr/>
            <p:nvPr/>
          </p:nvSpPr>
          <p:spPr>
            <a:xfrm>
              <a:off x="2123600" y="1116975"/>
              <a:ext cx="33100" cy="40125"/>
            </a:xfrm>
            <a:custGeom>
              <a:avLst/>
              <a:gdLst/>
              <a:ahLst/>
              <a:cxnLst/>
              <a:rect l="l" t="t" r="r" b="b"/>
              <a:pathLst>
                <a:path w="1324" h="1605" extrusionOk="0">
                  <a:moveTo>
                    <a:pt x="1196" y="0"/>
                  </a:moveTo>
                  <a:lnTo>
                    <a:pt x="130" y="19"/>
                  </a:lnTo>
                  <a:lnTo>
                    <a:pt x="4" y="1204"/>
                  </a:lnTo>
                  <a:cubicBezTo>
                    <a:pt x="2" y="1214"/>
                    <a:pt x="1" y="1226"/>
                    <a:pt x="1" y="1237"/>
                  </a:cubicBezTo>
                  <a:cubicBezTo>
                    <a:pt x="1" y="1440"/>
                    <a:pt x="297" y="1604"/>
                    <a:pt x="662" y="1604"/>
                  </a:cubicBezTo>
                  <a:cubicBezTo>
                    <a:pt x="1027" y="1604"/>
                    <a:pt x="1323" y="1440"/>
                    <a:pt x="1323" y="1237"/>
                  </a:cubicBezTo>
                  <a:cubicBezTo>
                    <a:pt x="1323" y="1226"/>
                    <a:pt x="1322" y="1216"/>
                    <a:pt x="1320" y="1204"/>
                  </a:cubicBezTo>
                  <a:lnTo>
                    <a:pt x="1323" y="1204"/>
                  </a:lnTo>
                  <a:lnTo>
                    <a:pt x="1196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9"/>
            <p:cNvSpPr/>
            <p:nvPr/>
          </p:nvSpPr>
          <p:spPr>
            <a:xfrm>
              <a:off x="2126800" y="1110050"/>
              <a:ext cx="26700" cy="14850"/>
            </a:xfrm>
            <a:custGeom>
              <a:avLst/>
              <a:gdLst/>
              <a:ahLst/>
              <a:cxnLst/>
              <a:rect l="l" t="t" r="r" b="b"/>
              <a:pathLst>
                <a:path w="1068" h="594" extrusionOk="0">
                  <a:moveTo>
                    <a:pt x="534" y="0"/>
                  </a:moveTo>
                  <a:cubicBezTo>
                    <a:pt x="240" y="0"/>
                    <a:pt x="0" y="132"/>
                    <a:pt x="0" y="296"/>
                  </a:cubicBezTo>
                  <a:cubicBezTo>
                    <a:pt x="0" y="460"/>
                    <a:pt x="240" y="593"/>
                    <a:pt x="534" y="593"/>
                  </a:cubicBezTo>
                  <a:cubicBezTo>
                    <a:pt x="828" y="593"/>
                    <a:pt x="1068" y="460"/>
                    <a:pt x="1068" y="296"/>
                  </a:cubicBezTo>
                  <a:cubicBezTo>
                    <a:pt x="1068" y="132"/>
                    <a:pt x="828" y="0"/>
                    <a:pt x="534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2128725" y="1111100"/>
              <a:ext cx="22850" cy="12750"/>
            </a:xfrm>
            <a:custGeom>
              <a:avLst/>
              <a:gdLst/>
              <a:ahLst/>
              <a:cxnLst/>
              <a:rect l="l" t="t" r="r" b="b"/>
              <a:pathLst>
                <a:path w="914" h="510" extrusionOk="0">
                  <a:moveTo>
                    <a:pt x="457" y="0"/>
                  </a:moveTo>
                  <a:cubicBezTo>
                    <a:pt x="205" y="0"/>
                    <a:pt x="0" y="114"/>
                    <a:pt x="0" y="254"/>
                  </a:cubicBezTo>
                  <a:cubicBezTo>
                    <a:pt x="0" y="395"/>
                    <a:pt x="205" y="509"/>
                    <a:pt x="457" y="509"/>
                  </a:cubicBezTo>
                  <a:cubicBezTo>
                    <a:pt x="709" y="509"/>
                    <a:pt x="914" y="395"/>
                    <a:pt x="914" y="254"/>
                  </a:cubicBezTo>
                  <a:cubicBezTo>
                    <a:pt x="914" y="114"/>
                    <a:pt x="709" y="0"/>
                    <a:pt x="457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1931250" y="1163875"/>
              <a:ext cx="131850" cy="77175"/>
            </a:xfrm>
            <a:custGeom>
              <a:avLst/>
              <a:gdLst/>
              <a:ahLst/>
              <a:cxnLst/>
              <a:rect l="l" t="t" r="r" b="b"/>
              <a:pathLst>
                <a:path w="5274" h="3087" extrusionOk="0">
                  <a:moveTo>
                    <a:pt x="1491" y="1"/>
                  </a:moveTo>
                  <a:lnTo>
                    <a:pt x="1" y="872"/>
                  </a:lnTo>
                  <a:lnTo>
                    <a:pt x="3781" y="3086"/>
                  </a:lnTo>
                  <a:lnTo>
                    <a:pt x="5273" y="2215"/>
                  </a:lnTo>
                  <a:lnTo>
                    <a:pt x="149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9"/>
            <p:cNvSpPr/>
            <p:nvPr/>
          </p:nvSpPr>
          <p:spPr>
            <a:xfrm>
              <a:off x="1893925" y="1056100"/>
              <a:ext cx="101450" cy="52275"/>
            </a:xfrm>
            <a:custGeom>
              <a:avLst/>
              <a:gdLst/>
              <a:ahLst/>
              <a:cxnLst/>
              <a:rect l="l" t="t" r="r" b="b"/>
              <a:pathLst>
                <a:path w="4058" h="2091" extrusionOk="0">
                  <a:moveTo>
                    <a:pt x="2029" y="1"/>
                  </a:moveTo>
                  <a:cubicBezTo>
                    <a:pt x="908" y="1"/>
                    <a:pt x="0" y="468"/>
                    <a:pt x="0" y="1045"/>
                  </a:cubicBezTo>
                  <a:cubicBezTo>
                    <a:pt x="0" y="1622"/>
                    <a:pt x="908" y="2090"/>
                    <a:pt x="2029" y="2090"/>
                  </a:cubicBezTo>
                  <a:cubicBezTo>
                    <a:pt x="3150" y="2090"/>
                    <a:pt x="4057" y="1622"/>
                    <a:pt x="4057" y="1045"/>
                  </a:cubicBezTo>
                  <a:cubicBezTo>
                    <a:pt x="4057" y="468"/>
                    <a:pt x="3150" y="1"/>
                    <a:pt x="202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9"/>
            <p:cNvSpPr/>
            <p:nvPr/>
          </p:nvSpPr>
          <p:spPr>
            <a:xfrm>
              <a:off x="1910300" y="1064525"/>
              <a:ext cx="68675" cy="35400"/>
            </a:xfrm>
            <a:custGeom>
              <a:avLst/>
              <a:gdLst/>
              <a:ahLst/>
              <a:cxnLst/>
              <a:rect l="l" t="t" r="r" b="b"/>
              <a:pathLst>
                <a:path w="2747" h="1416" extrusionOk="0">
                  <a:moveTo>
                    <a:pt x="1374" y="0"/>
                  </a:moveTo>
                  <a:cubicBezTo>
                    <a:pt x="615" y="0"/>
                    <a:pt x="1" y="318"/>
                    <a:pt x="1" y="708"/>
                  </a:cubicBezTo>
                  <a:cubicBezTo>
                    <a:pt x="1" y="1099"/>
                    <a:pt x="615" y="1415"/>
                    <a:pt x="1374" y="1415"/>
                  </a:cubicBezTo>
                  <a:cubicBezTo>
                    <a:pt x="2132" y="1415"/>
                    <a:pt x="2747" y="1099"/>
                    <a:pt x="2747" y="708"/>
                  </a:cubicBezTo>
                  <a:cubicBezTo>
                    <a:pt x="2747" y="318"/>
                    <a:pt x="2132" y="0"/>
                    <a:pt x="137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1927925" y="1073625"/>
              <a:ext cx="33450" cy="17200"/>
            </a:xfrm>
            <a:custGeom>
              <a:avLst/>
              <a:gdLst/>
              <a:ahLst/>
              <a:cxnLst/>
              <a:rect l="l" t="t" r="r" b="b"/>
              <a:pathLst>
                <a:path w="1338" h="688" extrusionOk="0">
                  <a:moveTo>
                    <a:pt x="669" y="0"/>
                  </a:moveTo>
                  <a:cubicBezTo>
                    <a:pt x="300" y="0"/>
                    <a:pt x="0" y="154"/>
                    <a:pt x="0" y="344"/>
                  </a:cubicBezTo>
                  <a:cubicBezTo>
                    <a:pt x="0" y="534"/>
                    <a:pt x="300" y="687"/>
                    <a:pt x="669" y="687"/>
                  </a:cubicBezTo>
                  <a:cubicBezTo>
                    <a:pt x="1039" y="687"/>
                    <a:pt x="1337" y="534"/>
                    <a:pt x="1337" y="344"/>
                  </a:cubicBezTo>
                  <a:cubicBezTo>
                    <a:pt x="1337" y="154"/>
                    <a:pt x="1039" y="0"/>
                    <a:pt x="6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1839575" y="946400"/>
              <a:ext cx="197950" cy="125800"/>
            </a:xfrm>
            <a:custGeom>
              <a:avLst/>
              <a:gdLst/>
              <a:ahLst/>
              <a:cxnLst/>
              <a:rect l="l" t="t" r="r" b="b"/>
              <a:pathLst>
                <a:path w="7918" h="5032" extrusionOk="0">
                  <a:moveTo>
                    <a:pt x="3370" y="1"/>
                  </a:moveTo>
                  <a:lnTo>
                    <a:pt x="0" y="1774"/>
                  </a:lnTo>
                  <a:lnTo>
                    <a:pt x="0" y="2408"/>
                  </a:lnTo>
                  <a:lnTo>
                    <a:pt x="4538" y="5031"/>
                  </a:lnTo>
                  <a:lnTo>
                    <a:pt x="7918" y="3087"/>
                  </a:lnTo>
                  <a:lnTo>
                    <a:pt x="7918" y="2554"/>
                  </a:lnTo>
                  <a:lnTo>
                    <a:pt x="33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9"/>
            <p:cNvSpPr/>
            <p:nvPr/>
          </p:nvSpPr>
          <p:spPr>
            <a:xfrm>
              <a:off x="1839575" y="994575"/>
              <a:ext cx="113600" cy="77625"/>
            </a:xfrm>
            <a:custGeom>
              <a:avLst/>
              <a:gdLst/>
              <a:ahLst/>
              <a:cxnLst/>
              <a:rect l="l" t="t" r="r" b="b"/>
              <a:pathLst>
                <a:path w="4544" h="3105" extrusionOk="0">
                  <a:moveTo>
                    <a:pt x="0" y="1"/>
                  </a:moveTo>
                  <a:lnTo>
                    <a:pt x="0" y="481"/>
                  </a:lnTo>
                  <a:lnTo>
                    <a:pt x="4538" y="3104"/>
                  </a:lnTo>
                  <a:lnTo>
                    <a:pt x="4544" y="255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1953000" y="1010250"/>
              <a:ext cx="84525" cy="61950"/>
            </a:xfrm>
            <a:custGeom>
              <a:avLst/>
              <a:gdLst/>
              <a:ahLst/>
              <a:cxnLst/>
              <a:rect l="l" t="t" r="r" b="b"/>
              <a:pathLst>
                <a:path w="3381" h="2478" extrusionOk="0">
                  <a:moveTo>
                    <a:pt x="3381" y="0"/>
                  </a:moveTo>
                  <a:lnTo>
                    <a:pt x="7" y="1925"/>
                  </a:lnTo>
                  <a:lnTo>
                    <a:pt x="1" y="2477"/>
                  </a:lnTo>
                  <a:lnTo>
                    <a:pt x="3381" y="533"/>
                  </a:lnTo>
                  <a:lnTo>
                    <a:pt x="338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1847150" y="874700"/>
              <a:ext cx="93200" cy="124375"/>
            </a:xfrm>
            <a:custGeom>
              <a:avLst/>
              <a:gdLst/>
              <a:ahLst/>
              <a:cxnLst/>
              <a:rect l="l" t="t" r="r" b="b"/>
              <a:pathLst>
                <a:path w="3728" h="4975" extrusionOk="0">
                  <a:moveTo>
                    <a:pt x="3727" y="1"/>
                  </a:moveTo>
                  <a:lnTo>
                    <a:pt x="1" y="2141"/>
                  </a:lnTo>
                  <a:lnTo>
                    <a:pt x="1" y="4974"/>
                  </a:lnTo>
                  <a:lnTo>
                    <a:pt x="3727" y="2856"/>
                  </a:lnTo>
                  <a:lnTo>
                    <a:pt x="37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1839575" y="870250"/>
              <a:ext cx="100775" cy="57975"/>
            </a:xfrm>
            <a:custGeom>
              <a:avLst/>
              <a:gdLst/>
              <a:ahLst/>
              <a:cxnLst/>
              <a:rect l="l" t="t" r="r" b="b"/>
              <a:pathLst>
                <a:path w="4031" h="2319" extrusionOk="0">
                  <a:moveTo>
                    <a:pt x="3724" y="0"/>
                  </a:moveTo>
                  <a:lnTo>
                    <a:pt x="0" y="2117"/>
                  </a:lnTo>
                  <a:lnTo>
                    <a:pt x="304" y="2319"/>
                  </a:lnTo>
                  <a:lnTo>
                    <a:pt x="4030" y="179"/>
                  </a:lnTo>
                  <a:lnTo>
                    <a:pt x="37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1839575" y="923175"/>
              <a:ext cx="7600" cy="75900"/>
            </a:xfrm>
            <a:custGeom>
              <a:avLst/>
              <a:gdLst/>
              <a:ahLst/>
              <a:cxnLst/>
              <a:rect l="l" t="t" r="r" b="b"/>
              <a:pathLst>
                <a:path w="304" h="3036" extrusionOk="0">
                  <a:moveTo>
                    <a:pt x="0" y="0"/>
                  </a:moveTo>
                  <a:lnTo>
                    <a:pt x="0" y="2854"/>
                  </a:lnTo>
                  <a:lnTo>
                    <a:pt x="304" y="3035"/>
                  </a:lnTo>
                  <a:lnTo>
                    <a:pt x="304" y="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1860600" y="953875"/>
              <a:ext cx="11775" cy="11775"/>
            </a:xfrm>
            <a:custGeom>
              <a:avLst/>
              <a:gdLst/>
              <a:ahLst/>
              <a:cxnLst/>
              <a:rect l="l" t="t" r="r" b="b"/>
              <a:pathLst>
                <a:path w="471" h="471" extrusionOk="0">
                  <a:moveTo>
                    <a:pt x="235" y="0"/>
                  </a:moveTo>
                  <a:lnTo>
                    <a:pt x="190" y="215"/>
                  </a:lnTo>
                  <a:lnTo>
                    <a:pt x="0" y="363"/>
                  </a:lnTo>
                  <a:lnTo>
                    <a:pt x="0" y="363"/>
                  </a:lnTo>
                  <a:lnTo>
                    <a:pt x="190" y="306"/>
                  </a:lnTo>
                  <a:lnTo>
                    <a:pt x="235" y="470"/>
                  </a:lnTo>
                  <a:lnTo>
                    <a:pt x="282" y="257"/>
                  </a:lnTo>
                  <a:lnTo>
                    <a:pt x="470" y="108"/>
                  </a:lnTo>
                  <a:lnTo>
                    <a:pt x="282" y="164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1878800" y="943900"/>
              <a:ext cx="11775" cy="11775"/>
            </a:xfrm>
            <a:custGeom>
              <a:avLst/>
              <a:gdLst/>
              <a:ahLst/>
              <a:cxnLst/>
              <a:rect l="l" t="t" r="r" b="b"/>
              <a:pathLst>
                <a:path w="471" h="471" extrusionOk="0">
                  <a:moveTo>
                    <a:pt x="235" y="1"/>
                  </a:moveTo>
                  <a:lnTo>
                    <a:pt x="189" y="214"/>
                  </a:lnTo>
                  <a:lnTo>
                    <a:pt x="0" y="363"/>
                  </a:lnTo>
                  <a:lnTo>
                    <a:pt x="0" y="363"/>
                  </a:lnTo>
                  <a:lnTo>
                    <a:pt x="189" y="307"/>
                  </a:lnTo>
                  <a:lnTo>
                    <a:pt x="235" y="471"/>
                  </a:lnTo>
                  <a:lnTo>
                    <a:pt x="282" y="256"/>
                  </a:lnTo>
                  <a:lnTo>
                    <a:pt x="470" y="107"/>
                  </a:lnTo>
                  <a:lnTo>
                    <a:pt x="282" y="165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1896950" y="933150"/>
              <a:ext cx="11775" cy="11750"/>
            </a:xfrm>
            <a:custGeom>
              <a:avLst/>
              <a:gdLst/>
              <a:ahLst/>
              <a:cxnLst/>
              <a:rect l="l" t="t" r="r" b="b"/>
              <a:pathLst>
                <a:path w="471" h="470" extrusionOk="0">
                  <a:moveTo>
                    <a:pt x="236" y="0"/>
                  </a:moveTo>
                  <a:lnTo>
                    <a:pt x="189" y="215"/>
                  </a:lnTo>
                  <a:lnTo>
                    <a:pt x="1" y="363"/>
                  </a:lnTo>
                  <a:lnTo>
                    <a:pt x="189" y="306"/>
                  </a:lnTo>
                  <a:lnTo>
                    <a:pt x="236" y="470"/>
                  </a:lnTo>
                  <a:lnTo>
                    <a:pt x="282" y="255"/>
                  </a:lnTo>
                  <a:lnTo>
                    <a:pt x="471" y="107"/>
                  </a:lnTo>
                  <a:lnTo>
                    <a:pt x="282" y="16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1915150" y="923175"/>
              <a:ext cx="11775" cy="11775"/>
            </a:xfrm>
            <a:custGeom>
              <a:avLst/>
              <a:gdLst/>
              <a:ahLst/>
              <a:cxnLst/>
              <a:rect l="l" t="t" r="r" b="b"/>
              <a:pathLst>
                <a:path w="471" h="471" extrusionOk="0">
                  <a:moveTo>
                    <a:pt x="236" y="0"/>
                  </a:moveTo>
                  <a:lnTo>
                    <a:pt x="189" y="213"/>
                  </a:lnTo>
                  <a:lnTo>
                    <a:pt x="1" y="363"/>
                  </a:lnTo>
                  <a:lnTo>
                    <a:pt x="189" y="306"/>
                  </a:lnTo>
                  <a:lnTo>
                    <a:pt x="236" y="470"/>
                  </a:lnTo>
                  <a:lnTo>
                    <a:pt x="281" y="256"/>
                  </a:lnTo>
                  <a:lnTo>
                    <a:pt x="471" y="106"/>
                  </a:lnTo>
                  <a:lnTo>
                    <a:pt x="471" y="106"/>
                  </a:lnTo>
                  <a:lnTo>
                    <a:pt x="281" y="16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1860600" y="932625"/>
              <a:ext cx="11775" cy="11775"/>
            </a:xfrm>
            <a:custGeom>
              <a:avLst/>
              <a:gdLst/>
              <a:ahLst/>
              <a:cxnLst/>
              <a:rect l="l" t="t" r="r" b="b"/>
              <a:pathLst>
                <a:path w="471" h="471" extrusionOk="0">
                  <a:moveTo>
                    <a:pt x="235" y="1"/>
                  </a:moveTo>
                  <a:lnTo>
                    <a:pt x="190" y="215"/>
                  </a:lnTo>
                  <a:lnTo>
                    <a:pt x="0" y="365"/>
                  </a:lnTo>
                  <a:lnTo>
                    <a:pt x="0" y="365"/>
                  </a:lnTo>
                  <a:lnTo>
                    <a:pt x="190" y="307"/>
                  </a:lnTo>
                  <a:lnTo>
                    <a:pt x="235" y="471"/>
                  </a:lnTo>
                  <a:lnTo>
                    <a:pt x="282" y="257"/>
                  </a:lnTo>
                  <a:lnTo>
                    <a:pt x="470" y="108"/>
                  </a:lnTo>
                  <a:lnTo>
                    <a:pt x="282" y="165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1878800" y="922650"/>
              <a:ext cx="11775" cy="11775"/>
            </a:xfrm>
            <a:custGeom>
              <a:avLst/>
              <a:gdLst/>
              <a:ahLst/>
              <a:cxnLst/>
              <a:rect l="l" t="t" r="r" b="b"/>
              <a:pathLst>
                <a:path w="471" h="471" extrusionOk="0">
                  <a:moveTo>
                    <a:pt x="235" y="1"/>
                  </a:moveTo>
                  <a:lnTo>
                    <a:pt x="189" y="214"/>
                  </a:lnTo>
                  <a:lnTo>
                    <a:pt x="0" y="364"/>
                  </a:lnTo>
                  <a:lnTo>
                    <a:pt x="0" y="364"/>
                  </a:lnTo>
                  <a:lnTo>
                    <a:pt x="189" y="307"/>
                  </a:lnTo>
                  <a:lnTo>
                    <a:pt x="235" y="471"/>
                  </a:lnTo>
                  <a:lnTo>
                    <a:pt x="282" y="256"/>
                  </a:lnTo>
                  <a:lnTo>
                    <a:pt x="470" y="108"/>
                  </a:lnTo>
                  <a:lnTo>
                    <a:pt x="282" y="165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1896950" y="911900"/>
              <a:ext cx="11775" cy="11775"/>
            </a:xfrm>
            <a:custGeom>
              <a:avLst/>
              <a:gdLst/>
              <a:ahLst/>
              <a:cxnLst/>
              <a:rect l="l" t="t" r="r" b="b"/>
              <a:pathLst>
                <a:path w="471" h="471" extrusionOk="0">
                  <a:moveTo>
                    <a:pt x="236" y="0"/>
                  </a:moveTo>
                  <a:lnTo>
                    <a:pt x="189" y="215"/>
                  </a:lnTo>
                  <a:lnTo>
                    <a:pt x="1" y="364"/>
                  </a:lnTo>
                  <a:lnTo>
                    <a:pt x="189" y="306"/>
                  </a:lnTo>
                  <a:lnTo>
                    <a:pt x="236" y="470"/>
                  </a:lnTo>
                  <a:lnTo>
                    <a:pt x="282" y="257"/>
                  </a:lnTo>
                  <a:lnTo>
                    <a:pt x="471" y="108"/>
                  </a:lnTo>
                  <a:lnTo>
                    <a:pt x="282" y="16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1915150" y="901925"/>
              <a:ext cx="11775" cy="11775"/>
            </a:xfrm>
            <a:custGeom>
              <a:avLst/>
              <a:gdLst/>
              <a:ahLst/>
              <a:cxnLst/>
              <a:rect l="l" t="t" r="r" b="b"/>
              <a:pathLst>
                <a:path w="471" h="471" extrusionOk="0">
                  <a:moveTo>
                    <a:pt x="236" y="1"/>
                  </a:moveTo>
                  <a:lnTo>
                    <a:pt x="189" y="214"/>
                  </a:lnTo>
                  <a:lnTo>
                    <a:pt x="1" y="363"/>
                  </a:lnTo>
                  <a:lnTo>
                    <a:pt x="189" y="307"/>
                  </a:lnTo>
                  <a:lnTo>
                    <a:pt x="236" y="470"/>
                  </a:lnTo>
                  <a:lnTo>
                    <a:pt x="281" y="256"/>
                  </a:lnTo>
                  <a:lnTo>
                    <a:pt x="471" y="108"/>
                  </a:lnTo>
                  <a:lnTo>
                    <a:pt x="281" y="164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1851900" y="933150"/>
              <a:ext cx="185625" cy="121375"/>
            </a:xfrm>
            <a:custGeom>
              <a:avLst/>
              <a:gdLst/>
              <a:ahLst/>
              <a:cxnLst/>
              <a:rect l="l" t="t" r="r" b="b"/>
              <a:pathLst>
                <a:path w="7425" h="4855" extrusionOk="0">
                  <a:moveTo>
                    <a:pt x="3369" y="0"/>
                  </a:moveTo>
                  <a:lnTo>
                    <a:pt x="0" y="1895"/>
                  </a:lnTo>
                  <a:lnTo>
                    <a:pt x="0" y="2529"/>
                  </a:lnTo>
                  <a:lnTo>
                    <a:pt x="4045" y="4855"/>
                  </a:lnTo>
                  <a:lnTo>
                    <a:pt x="7425" y="2909"/>
                  </a:lnTo>
                  <a:lnTo>
                    <a:pt x="7425" y="2253"/>
                  </a:lnTo>
                  <a:lnTo>
                    <a:pt x="33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9"/>
            <p:cNvSpPr/>
            <p:nvPr/>
          </p:nvSpPr>
          <p:spPr>
            <a:xfrm>
              <a:off x="1851900" y="980525"/>
              <a:ext cx="101275" cy="74000"/>
            </a:xfrm>
            <a:custGeom>
              <a:avLst/>
              <a:gdLst/>
              <a:ahLst/>
              <a:cxnLst/>
              <a:rect l="l" t="t" r="r" b="b"/>
              <a:pathLst>
                <a:path w="4051" h="2960" extrusionOk="0">
                  <a:moveTo>
                    <a:pt x="0" y="0"/>
                  </a:moveTo>
                  <a:lnTo>
                    <a:pt x="0" y="634"/>
                  </a:lnTo>
                  <a:lnTo>
                    <a:pt x="4045" y="2960"/>
                  </a:lnTo>
                  <a:lnTo>
                    <a:pt x="4051" y="22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9"/>
            <p:cNvSpPr/>
            <p:nvPr/>
          </p:nvSpPr>
          <p:spPr>
            <a:xfrm>
              <a:off x="1953000" y="989475"/>
              <a:ext cx="84525" cy="65050"/>
            </a:xfrm>
            <a:custGeom>
              <a:avLst/>
              <a:gdLst/>
              <a:ahLst/>
              <a:cxnLst/>
              <a:rect l="l" t="t" r="r" b="b"/>
              <a:pathLst>
                <a:path w="3381" h="2602" extrusionOk="0">
                  <a:moveTo>
                    <a:pt x="3381" y="0"/>
                  </a:moveTo>
                  <a:lnTo>
                    <a:pt x="7" y="1896"/>
                  </a:lnTo>
                  <a:lnTo>
                    <a:pt x="1" y="2602"/>
                  </a:lnTo>
                  <a:lnTo>
                    <a:pt x="1" y="2602"/>
                  </a:lnTo>
                  <a:lnTo>
                    <a:pt x="3381" y="656"/>
                  </a:lnTo>
                  <a:lnTo>
                    <a:pt x="338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9"/>
            <p:cNvSpPr/>
            <p:nvPr/>
          </p:nvSpPr>
          <p:spPr>
            <a:xfrm>
              <a:off x="1863075" y="955025"/>
              <a:ext cx="49800" cy="34700"/>
            </a:xfrm>
            <a:custGeom>
              <a:avLst/>
              <a:gdLst/>
              <a:ahLst/>
              <a:cxnLst/>
              <a:rect l="l" t="t" r="r" b="b"/>
              <a:pathLst>
                <a:path w="1992" h="1388" extrusionOk="0">
                  <a:moveTo>
                    <a:pt x="1246" y="1"/>
                  </a:moveTo>
                  <a:cubicBezTo>
                    <a:pt x="1205" y="1"/>
                    <a:pt x="1172" y="33"/>
                    <a:pt x="1172" y="33"/>
                  </a:cubicBezTo>
                  <a:cubicBezTo>
                    <a:pt x="902" y="368"/>
                    <a:pt x="104" y="700"/>
                    <a:pt x="104" y="700"/>
                  </a:cubicBezTo>
                  <a:cubicBezTo>
                    <a:pt x="0" y="756"/>
                    <a:pt x="75" y="843"/>
                    <a:pt x="75" y="843"/>
                  </a:cubicBezTo>
                  <a:cubicBezTo>
                    <a:pt x="75" y="843"/>
                    <a:pt x="660" y="1152"/>
                    <a:pt x="700" y="1315"/>
                  </a:cubicBezTo>
                  <a:cubicBezTo>
                    <a:pt x="714" y="1369"/>
                    <a:pt x="739" y="1387"/>
                    <a:pt x="766" y="1387"/>
                  </a:cubicBezTo>
                  <a:cubicBezTo>
                    <a:pt x="821" y="1387"/>
                    <a:pt x="885" y="1315"/>
                    <a:pt x="885" y="1315"/>
                  </a:cubicBezTo>
                  <a:cubicBezTo>
                    <a:pt x="1233" y="885"/>
                    <a:pt x="1765" y="803"/>
                    <a:pt x="1878" y="711"/>
                  </a:cubicBezTo>
                  <a:cubicBezTo>
                    <a:pt x="1991" y="622"/>
                    <a:pt x="1878" y="566"/>
                    <a:pt x="1878" y="566"/>
                  </a:cubicBezTo>
                  <a:cubicBezTo>
                    <a:pt x="1878" y="566"/>
                    <a:pt x="1437" y="362"/>
                    <a:pt x="1366" y="137"/>
                  </a:cubicBezTo>
                  <a:cubicBezTo>
                    <a:pt x="1332" y="29"/>
                    <a:pt x="1285" y="1"/>
                    <a:pt x="12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9"/>
            <p:cNvSpPr/>
            <p:nvPr/>
          </p:nvSpPr>
          <p:spPr>
            <a:xfrm>
              <a:off x="1861350" y="950150"/>
              <a:ext cx="49850" cy="34700"/>
            </a:xfrm>
            <a:custGeom>
              <a:avLst/>
              <a:gdLst/>
              <a:ahLst/>
              <a:cxnLst/>
              <a:rect l="l" t="t" r="r" b="b"/>
              <a:pathLst>
                <a:path w="1994" h="1388" extrusionOk="0">
                  <a:moveTo>
                    <a:pt x="1248" y="0"/>
                  </a:moveTo>
                  <a:cubicBezTo>
                    <a:pt x="1206" y="0"/>
                    <a:pt x="1174" y="32"/>
                    <a:pt x="1174" y="32"/>
                  </a:cubicBezTo>
                  <a:cubicBezTo>
                    <a:pt x="903" y="368"/>
                    <a:pt x="105" y="701"/>
                    <a:pt x="105" y="701"/>
                  </a:cubicBezTo>
                  <a:cubicBezTo>
                    <a:pt x="1" y="757"/>
                    <a:pt x="78" y="844"/>
                    <a:pt x="78" y="844"/>
                  </a:cubicBezTo>
                  <a:cubicBezTo>
                    <a:pt x="78" y="844"/>
                    <a:pt x="661" y="1151"/>
                    <a:pt x="701" y="1315"/>
                  </a:cubicBezTo>
                  <a:cubicBezTo>
                    <a:pt x="715" y="1369"/>
                    <a:pt x="741" y="1388"/>
                    <a:pt x="768" y="1388"/>
                  </a:cubicBezTo>
                  <a:cubicBezTo>
                    <a:pt x="823" y="1388"/>
                    <a:pt x="887" y="1315"/>
                    <a:pt x="887" y="1315"/>
                  </a:cubicBezTo>
                  <a:cubicBezTo>
                    <a:pt x="1235" y="886"/>
                    <a:pt x="1767" y="803"/>
                    <a:pt x="1880" y="712"/>
                  </a:cubicBezTo>
                  <a:cubicBezTo>
                    <a:pt x="1993" y="621"/>
                    <a:pt x="1880" y="567"/>
                    <a:pt x="1880" y="567"/>
                  </a:cubicBezTo>
                  <a:cubicBezTo>
                    <a:pt x="1880" y="567"/>
                    <a:pt x="1439" y="363"/>
                    <a:pt x="1368" y="138"/>
                  </a:cubicBezTo>
                  <a:cubicBezTo>
                    <a:pt x="1333" y="28"/>
                    <a:pt x="1287" y="0"/>
                    <a:pt x="12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9"/>
            <p:cNvSpPr/>
            <p:nvPr/>
          </p:nvSpPr>
          <p:spPr>
            <a:xfrm>
              <a:off x="1896450" y="934650"/>
              <a:ext cx="49850" cy="34725"/>
            </a:xfrm>
            <a:custGeom>
              <a:avLst/>
              <a:gdLst/>
              <a:ahLst/>
              <a:cxnLst/>
              <a:rect l="l" t="t" r="r" b="b"/>
              <a:pathLst>
                <a:path w="1994" h="1389" extrusionOk="0">
                  <a:moveTo>
                    <a:pt x="1247" y="1"/>
                  </a:moveTo>
                  <a:cubicBezTo>
                    <a:pt x="1205" y="1"/>
                    <a:pt x="1172" y="33"/>
                    <a:pt x="1172" y="33"/>
                  </a:cubicBezTo>
                  <a:cubicBezTo>
                    <a:pt x="903" y="369"/>
                    <a:pt x="105" y="701"/>
                    <a:pt x="105" y="701"/>
                  </a:cubicBezTo>
                  <a:cubicBezTo>
                    <a:pt x="1" y="758"/>
                    <a:pt x="77" y="845"/>
                    <a:pt x="77" y="845"/>
                  </a:cubicBezTo>
                  <a:cubicBezTo>
                    <a:pt x="77" y="845"/>
                    <a:pt x="660" y="1154"/>
                    <a:pt x="702" y="1316"/>
                  </a:cubicBezTo>
                  <a:cubicBezTo>
                    <a:pt x="716" y="1371"/>
                    <a:pt x="741" y="1389"/>
                    <a:pt x="768" y="1389"/>
                  </a:cubicBezTo>
                  <a:cubicBezTo>
                    <a:pt x="823" y="1389"/>
                    <a:pt x="887" y="1316"/>
                    <a:pt x="887" y="1316"/>
                  </a:cubicBezTo>
                  <a:cubicBezTo>
                    <a:pt x="1235" y="886"/>
                    <a:pt x="1767" y="804"/>
                    <a:pt x="1880" y="713"/>
                  </a:cubicBezTo>
                  <a:cubicBezTo>
                    <a:pt x="1993" y="623"/>
                    <a:pt x="1880" y="568"/>
                    <a:pt x="1880" y="568"/>
                  </a:cubicBezTo>
                  <a:cubicBezTo>
                    <a:pt x="1880" y="568"/>
                    <a:pt x="1439" y="363"/>
                    <a:pt x="1368" y="139"/>
                  </a:cubicBezTo>
                  <a:cubicBezTo>
                    <a:pt x="1333" y="29"/>
                    <a:pt x="1286" y="1"/>
                    <a:pt x="1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9"/>
            <p:cNvSpPr/>
            <p:nvPr/>
          </p:nvSpPr>
          <p:spPr>
            <a:xfrm>
              <a:off x="1894775" y="929800"/>
              <a:ext cx="49850" cy="34725"/>
            </a:xfrm>
            <a:custGeom>
              <a:avLst/>
              <a:gdLst/>
              <a:ahLst/>
              <a:cxnLst/>
              <a:rect l="l" t="t" r="r" b="b"/>
              <a:pathLst>
                <a:path w="1994" h="1389" extrusionOk="0">
                  <a:moveTo>
                    <a:pt x="1247" y="0"/>
                  </a:moveTo>
                  <a:cubicBezTo>
                    <a:pt x="1206" y="0"/>
                    <a:pt x="1173" y="33"/>
                    <a:pt x="1173" y="33"/>
                  </a:cubicBezTo>
                  <a:cubicBezTo>
                    <a:pt x="903" y="369"/>
                    <a:pt x="105" y="700"/>
                    <a:pt x="105" y="700"/>
                  </a:cubicBezTo>
                  <a:cubicBezTo>
                    <a:pt x="1" y="758"/>
                    <a:pt x="76" y="845"/>
                    <a:pt x="76" y="845"/>
                  </a:cubicBezTo>
                  <a:cubicBezTo>
                    <a:pt x="76" y="845"/>
                    <a:pt x="661" y="1152"/>
                    <a:pt x="701" y="1316"/>
                  </a:cubicBezTo>
                  <a:cubicBezTo>
                    <a:pt x="715" y="1370"/>
                    <a:pt x="740" y="1388"/>
                    <a:pt x="767" y="1388"/>
                  </a:cubicBezTo>
                  <a:cubicBezTo>
                    <a:pt x="822" y="1388"/>
                    <a:pt x="885" y="1316"/>
                    <a:pt x="885" y="1316"/>
                  </a:cubicBezTo>
                  <a:cubicBezTo>
                    <a:pt x="1233" y="885"/>
                    <a:pt x="1767" y="804"/>
                    <a:pt x="1880" y="713"/>
                  </a:cubicBezTo>
                  <a:cubicBezTo>
                    <a:pt x="1993" y="623"/>
                    <a:pt x="1880" y="568"/>
                    <a:pt x="1880" y="568"/>
                  </a:cubicBezTo>
                  <a:cubicBezTo>
                    <a:pt x="1880" y="568"/>
                    <a:pt x="1439" y="363"/>
                    <a:pt x="1367" y="137"/>
                  </a:cubicBezTo>
                  <a:cubicBezTo>
                    <a:pt x="1333" y="28"/>
                    <a:pt x="1286" y="0"/>
                    <a:pt x="12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9"/>
            <p:cNvSpPr/>
            <p:nvPr/>
          </p:nvSpPr>
          <p:spPr>
            <a:xfrm>
              <a:off x="1910400" y="967025"/>
              <a:ext cx="123875" cy="68225"/>
            </a:xfrm>
            <a:custGeom>
              <a:avLst/>
              <a:gdLst/>
              <a:ahLst/>
              <a:cxnLst/>
              <a:rect l="l" t="t" r="r" b="b"/>
              <a:pathLst>
                <a:path w="4955" h="2729" extrusionOk="0">
                  <a:moveTo>
                    <a:pt x="3469" y="1"/>
                  </a:moveTo>
                  <a:lnTo>
                    <a:pt x="1" y="1828"/>
                  </a:lnTo>
                  <a:lnTo>
                    <a:pt x="1595" y="2728"/>
                  </a:lnTo>
                  <a:lnTo>
                    <a:pt x="4954" y="826"/>
                  </a:lnTo>
                  <a:lnTo>
                    <a:pt x="3469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9"/>
            <p:cNvSpPr/>
            <p:nvPr/>
          </p:nvSpPr>
          <p:spPr>
            <a:xfrm>
              <a:off x="1910400" y="1012700"/>
              <a:ext cx="39875" cy="40250"/>
            </a:xfrm>
            <a:custGeom>
              <a:avLst/>
              <a:gdLst/>
              <a:ahLst/>
              <a:cxnLst/>
              <a:rect l="l" t="t" r="r" b="b"/>
              <a:pathLst>
                <a:path w="1595" h="1610" extrusionOk="0">
                  <a:moveTo>
                    <a:pt x="1" y="1"/>
                  </a:moveTo>
                  <a:lnTo>
                    <a:pt x="1" y="693"/>
                  </a:lnTo>
                  <a:lnTo>
                    <a:pt x="1595" y="1609"/>
                  </a:lnTo>
                  <a:lnTo>
                    <a:pt x="1595" y="9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9"/>
            <p:cNvSpPr/>
            <p:nvPr/>
          </p:nvSpPr>
          <p:spPr>
            <a:xfrm>
              <a:off x="1828200" y="995575"/>
              <a:ext cx="3500" cy="44375"/>
            </a:xfrm>
            <a:custGeom>
              <a:avLst/>
              <a:gdLst/>
              <a:ahLst/>
              <a:cxnLst/>
              <a:rect l="l" t="t" r="r" b="b"/>
              <a:pathLst>
                <a:path w="140" h="1775" extrusionOk="0">
                  <a:moveTo>
                    <a:pt x="0" y="0"/>
                  </a:moveTo>
                  <a:lnTo>
                    <a:pt x="0" y="1694"/>
                  </a:lnTo>
                  <a:lnTo>
                    <a:pt x="139" y="1775"/>
                  </a:lnTo>
                  <a:lnTo>
                    <a:pt x="139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1831675" y="995575"/>
              <a:ext cx="3500" cy="44375"/>
            </a:xfrm>
            <a:custGeom>
              <a:avLst/>
              <a:gdLst/>
              <a:ahLst/>
              <a:cxnLst/>
              <a:rect l="l" t="t" r="r" b="b"/>
              <a:pathLst>
                <a:path w="140" h="1775" extrusionOk="0">
                  <a:moveTo>
                    <a:pt x="140" y="0"/>
                  </a:moveTo>
                  <a:lnTo>
                    <a:pt x="0" y="81"/>
                  </a:lnTo>
                  <a:lnTo>
                    <a:pt x="0" y="1775"/>
                  </a:lnTo>
                  <a:lnTo>
                    <a:pt x="140" y="1694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9"/>
            <p:cNvSpPr/>
            <p:nvPr/>
          </p:nvSpPr>
          <p:spPr>
            <a:xfrm>
              <a:off x="1851825" y="981600"/>
              <a:ext cx="3500" cy="44400"/>
            </a:xfrm>
            <a:custGeom>
              <a:avLst/>
              <a:gdLst/>
              <a:ahLst/>
              <a:cxnLst/>
              <a:rect l="l" t="t" r="r" b="b"/>
              <a:pathLst>
                <a:path w="140" h="1776" extrusionOk="0">
                  <a:moveTo>
                    <a:pt x="1" y="1"/>
                  </a:moveTo>
                  <a:lnTo>
                    <a:pt x="1" y="1694"/>
                  </a:lnTo>
                  <a:lnTo>
                    <a:pt x="140" y="1776"/>
                  </a:lnTo>
                  <a:lnTo>
                    <a:pt x="140" y="8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1855300" y="981600"/>
              <a:ext cx="3500" cy="44400"/>
            </a:xfrm>
            <a:custGeom>
              <a:avLst/>
              <a:gdLst/>
              <a:ahLst/>
              <a:cxnLst/>
              <a:rect l="l" t="t" r="r" b="b"/>
              <a:pathLst>
                <a:path w="140" h="1776" extrusionOk="0">
                  <a:moveTo>
                    <a:pt x="140" y="1"/>
                  </a:moveTo>
                  <a:lnTo>
                    <a:pt x="1" y="81"/>
                  </a:lnTo>
                  <a:lnTo>
                    <a:pt x="1" y="1776"/>
                  </a:lnTo>
                  <a:lnTo>
                    <a:pt x="140" y="1694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9"/>
            <p:cNvSpPr/>
            <p:nvPr/>
          </p:nvSpPr>
          <p:spPr>
            <a:xfrm>
              <a:off x="1804550" y="981600"/>
              <a:ext cx="3500" cy="44400"/>
            </a:xfrm>
            <a:custGeom>
              <a:avLst/>
              <a:gdLst/>
              <a:ahLst/>
              <a:cxnLst/>
              <a:rect l="l" t="t" r="r" b="b"/>
              <a:pathLst>
                <a:path w="140" h="1776" extrusionOk="0">
                  <a:moveTo>
                    <a:pt x="1" y="1"/>
                  </a:moveTo>
                  <a:lnTo>
                    <a:pt x="1" y="1694"/>
                  </a:lnTo>
                  <a:lnTo>
                    <a:pt x="140" y="1776"/>
                  </a:lnTo>
                  <a:lnTo>
                    <a:pt x="140" y="8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9"/>
            <p:cNvSpPr/>
            <p:nvPr/>
          </p:nvSpPr>
          <p:spPr>
            <a:xfrm>
              <a:off x="1808025" y="981600"/>
              <a:ext cx="3525" cy="44400"/>
            </a:xfrm>
            <a:custGeom>
              <a:avLst/>
              <a:gdLst/>
              <a:ahLst/>
              <a:cxnLst/>
              <a:rect l="l" t="t" r="r" b="b"/>
              <a:pathLst>
                <a:path w="141" h="1776" extrusionOk="0">
                  <a:moveTo>
                    <a:pt x="140" y="1"/>
                  </a:moveTo>
                  <a:lnTo>
                    <a:pt x="1" y="81"/>
                  </a:lnTo>
                  <a:lnTo>
                    <a:pt x="1" y="1776"/>
                  </a:lnTo>
                  <a:lnTo>
                    <a:pt x="140" y="1694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9"/>
            <p:cNvSpPr/>
            <p:nvPr/>
          </p:nvSpPr>
          <p:spPr>
            <a:xfrm>
              <a:off x="1802825" y="980475"/>
              <a:ext cx="28875" cy="21100"/>
            </a:xfrm>
            <a:custGeom>
              <a:avLst/>
              <a:gdLst/>
              <a:ahLst/>
              <a:cxnLst/>
              <a:rect l="l" t="t" r="r" b="b"/>
              <a:pathLst>
                <a:path w="1155" h="844" extrusionOk="0">
                  <a:moveTo>
                    <a:pt x="0" y="1"/>
                  </a:moveTo>
                  <a:lnTo>
                    <a:pt x="0" y="173"/>
                  </a:lnTo>
                  <a:lnTo>
                    <a:pt x="1154" y="843"/>
                  </a:lnTo>
                  <a:lnTo>
                    <a:pt x="1154" y="6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9"/>
            <p:cNvSpPr/>
            <p:nvPr/>
          </p:nvSpPr>
          <p:spPr>
            <a:xfrm>
              <a:off x="1802825" y="963775"/>
              <a:ext cx="57725" cy="33475"/>
            </a:xfrm>
            <a:custGeom>
              <a:avLst/>
              <a:gdLst/>
              <a:ahLst/>
              <a:cxnLst/>
              <a:rect l="l" t="t" r="r" b="b"/>
              <a:pathLst>
                <a:path w="2309" h="1339" extrusionOk="0">
                  <a:moveTo>
                    <a:pt x="1154" y="0"/>
                  </a:moveTo>
                  <a:lnTo>
                    <a:pt x="0" y="669"/>
                  </a:lnTo>
                  <a:lnTo>
                    <a:pt x="1154" y="1339"/>
                  </a:lnTo>
                  <a:lnTo>
                    <a:pt x="2309" y="669"/>
                  </a:lnTo>
                  <a:lnTo>
                    <a:pt x="11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9"/>
            <p:cNvSpPr/>
            <p:nvPr/>
          </p:nvSpPr>
          <p:spPr>
            <a:xfrm>
              <a:off x="1831675" y="980475"/>
              <a:ext cx="28875" cy="21100"/>
            </a:xfrm>
            <a:custGeom>
              <a:avLst/>
              <a:gdLst/>
              <a:ahLst/>
              <a:cxnLst/>
              <a:rect l="l" t="t" r="r" b="b"/>
              <a:pathLst>
                <a:path w="1155" h="844" extrusionOk="0">
                  <a:moveTo>
                    <a:pt x="1155" y="1"/>
                  </a:moveTo>
                  <a:lnTo>
                    <a:pt x="0" y="671"/>
                  </a:lnTo>
                  <a:lnTo>
                    <a:pt x="0" y="843"/>
                  </a:lnTo>
                  <a:lnTo>
                    <a:pt x="1155" y="173"/>
                  </a:lnTo>
                  <a:lnTo>
                    <a:pt x="11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9"/>
            <p:cNvSpPr/>
            <p:nvPr/>
          </p:nvSpPr>
          <p:spPr>
            <a:xfrm>
              <a:off x="1802825" y="961600"/>
              <a:ext cx="28875" cy="21075"/>
            </a:xfrm>
            <a:custGeom>
              <a:avLst/>
              <a:gdLst/>
              <a:ahLst/>
              <a:cxnLst/>
              <a:rect l="l" t="t" r="r" b="b"/>
              <a:pathLst>
                <a:path w="1155" h="843" extrusionOk="0">
                  <a:moveTo>
                    <a:pt x="0" y="0"/>
                  </a:moveTo>
                  <a:lnTo>
                    <a:pt x="0" y="173"/>
                  </a:lnTo>
                  <a:lnTo>
                    <a:pt x="1154" y="843"/>
                  </a:lnTo>
                  <a:lnTo>
                    <a:pt x="1154" y="6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9"/>
            <p:cNvSpPr/>
            <p:nvPr/>
          </p:nvSpPr>
          <p:spPr>
            <a:xfrm>
              <a:off x="1802825" y="944850"/>
              <a:ext cx="57725" cy="33525"/>
            </a:xfrm>
            <a:custGeom>
              <a:avLst/>
              <a:gdLst/>
              <a:ahLst/>
              <a:cxnLst/>
              <a:rect l="l" t="t" r="r" b="b"/>
              <a:pathLst>
                <a:path w="2309" h="1341" extrusionOk="0">
                  <a:moveTo>
                    <a:pt x="1154" y="0"/>
                  </a:moveTo>
                  <a:lnTo>
                    <a:pt x="0" y="670"/>
                  </a:lnTo>
                  <a:lnTo>
                    <a:pt x="1154" y="1340"/>
                  </a:lnTo>
                  <a:lnTo>
                    <a:pt x="2309" y="670"/>
                  </a:lnTo>
                  <a:lnTo>
                    <a:pt x="11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1831675" y="961600"/>
              <a:ext cx="28875" cy="21075"/>
            </a:xfrm>
            <a:custGeom>
              <a:avLst/>
              <a:gdLst/>
              <a:ahLst/>
              <a:cxnLst/>
              <a:rect l="l" t="t" r="r" b="b"/>
              <a:pathLst>
                <a:path w="1155" h="843" extrusionOk="0">
                  <a:moveTo>
                    <a:pt x="1155" y="0"/>
                  </a:moveTo>
                  <a:lnTo>
                    <a:pt x="0" y="670"/>
                  </a:lnTo>
                  <a:lnTo>
                    <a:pt x="0" y="843"/>
                  </a:lnTo>
                  <a:lnTo>
                    <a:pt x="1155" y="173"/>
                  </a:lnTo>
                  <a:lnTo>
                    <a:pt x="11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9"/>
            <p:cNvSpPr/>
            <p:nvPr/>
          </p:nvSpPr>
          <p:spPr>
            <a:xfrm>
              <a:off x="1831675" y="967950"/>
              <a:ext cx="25400" cy="26650"/>
            </a:xfrm>
            <a:custGeom>
              <a:avLst/>
              <a:gdLst/>
              <a:ahLst/>
              <a:cxnLst/>
              <a:rect l="l" t="t" r="r" b="b"/>
              <a:pathLst>
                <a:path w="1016" h="1066" extrusionOk="0">
                  <a:moveTo>
                    <a:pt x="1015" y="0"/>
                  </a:moveTo>
                  <a:lnTo>
                    <a:pt x="0" y="589"/>
                  </a:lnTo>
                  <a:lnTo>
                    <a:pt x="0" y="1066"/>
                  </a:lnTo>
                  <a:lnTo>
                    <a:pt x="1015" y="502"/>
                  </a:lnTo>
                  <a:lnTo>
                    <a:pt x="1015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9"/>
            <p:cNvSpPr/>
            <p:nvPr/>
          </p:nvSpPr>
          <p:spPr>
            <a:xfrm>
              <a:off x="1806225" y="967950"/>
              <a:ext cx="25475" cy="26650"/>
            </a:xfrm>
            <a:custGeom>
              <a:avLst/>
              <a:gdLst/>
              <a:ahLst/>
              <a:cxnLst/>
              <a:rect l="l" t="t" r="r" b="b"/>
              <a:pathLst>
                <a:path w="1019" h="1066" extrusionOk="0">
                  <a:moveTo>
                    <a:pt x="0" y="0"/>
                  </a:moveTo>
                  <a:lnTo>
                    <a:pt x="0" y="468"/>
                  </a:lnTo>
                  <a:lnTo>
                    <a:pt x="1018" y="1066"/>
                  </a:lnTo>
                  <a:lnTo>
                    <a:pt x="1018" y="5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9"/>
            <p:cNvSpPr/>
            <p:nvPr/>
          </p:nvSpPr>
          <p:spPr>
            <a:xfrm>
              <a:off x="1842700" y="978950"/>
              <a:ext cx="4850" cy="5325"/>
            </a:xfrm>
            <a:custGeom>
              <a:avLst/>
              <a:gdLst/>
              <a:ahLst/>
              <a:cxnLst/>
              <a:rect l="l" t="t" r="r" b="b"/>
              <a:pathLst>
                <a:path w="194" h="213" extrusionOk="0">
                  <a:moveTo>
                    <a:pt x="123" y="35"/>
                  </a:moveTo>
                  <a:cubicBezTo>
                    <a:pt x="145" y="35"/>
                    <a:pt x="161" y="51"/>
                    <a:pt x="161" y="78"/>
                  </a:cubicBezTo>
                  <a:cubicBezTo>
                    <a:pt x="157" y="118"/>
                    <a:pt x="132" y="153"/>
                    <a:pt x="96" y="171"/>
                  </a:cubicBezTo>
                  <a:cubicBezTo>
                    <a:pt x="86" y="175"/>
                    <a:pt x="77" y="177"/>
                    <a:pt x="69" y="177"/>
                  </a:cubicBezTo>
                  <a:cubicBezTo>
                    <a:pt x="47" y="177"/>
                    <a:pt x="32" y="161"/>
                    <a:pt x="32" y="134"/>
                  </a:cubicBezTo>
                  <a:cubicBezTo>
                    <a:pt x="35" y="94"/>
                    <a:pt x="60" y="59"/>
                    <a:pt x="96" y="42"/>
                  </a:cubicBezTo>
                  <a:cubicBezTo>
                    <a:pt x="105" y="37"/>
                    <a:pt x="114" y="35"/>
                    <a:pt x="123" y="35"/>
                  </a:cubicBezTo>
                  <a:close/>
                  <a:moveTo>
                    <a:pt x="135" y="1"/>
                  </a:moveTo>
                  <a:cubicBezTo>
                    <a:pt x="123" y="1"/>
                    <a:pt x="110" y="4"/>
                    <a:pt x="96" y="10"/>
                  </a:cubicBezTo>
                  <a:cubicBezTo>
                    <a:pt x="42" y="34"/>
                    <a:pt x="0" y="97"/>
                    <a:pt x="0" y="150"/>
                  </a:cubicBezTo>
                  <a:cubicBezTo>
                    <a:pt x="0" y="189"/>
                    <a:pt x="23" y="212"/>
                    <a:pt x="55" y="212"/>
                  </a:cubicBezTo>
                  <a:cubicBezTo>
                    <a:pt x="68" y="212"/>
                    <a:pt x="81" y="209"/>
                    <a:pt x="96" y="203"/>
                  </a:cubicBezTo>
                  <a:cubicBezTo>
                    <a:pt x="150" y="179"/>
                    <a:pt x="193" y="117"/>
                    <a:pt x="193" y="63"/>
                  </a:cubicBezTo>
                  <a:cubicBezTo>
                    <a:pt x="193" y="24"/>
                    <a:pt x="169" y="1"/>
                    <a:pt x="13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9"/>
            <p:cNvSpPr/>
            <p:nvPr/>
          </p:nvSpPr>
          <p:spPr>
            <a:xfrm>
              <a:off x="1843675" y="977975"/>
              <a:ext cx="2875" cy="3175"/>
            </a:xfrm>
            <a:custGeom>
              <a:avLst/>
              <a:gdLst/>
              <a:ahLst/>
              <a:cxnLst/>
              <a:rect l="l" t="t" r="r" b="b"/>
              <a:pathLst>
                <a:path w="115" h="127" extrusionOk="0">
                  <a:moveTo>
                    <a:pt x="81" y="1"/>
                  </a:moveTo>
                  <a:cubicBezTo>
                    <a:pt x="73" y="1"/>
                    <a:pt x="65" y="3"/>
                    <a:pt x="57" y="7"/>
                  </a:cubicBezTo>
                  <a:cubicBezTo>
                    <a:pt x="25" y="23"/>
                    <a:pt x="3" y="54"/>
                    <a:pt x="0" y="89"/>
                  </a:cubicBezTo>
                  <a:cubicBezTo>
                    <a:pt x="0" y="113"/>
                    <a:pt x="14" y="127"/>
                    <a:pt x="33" y="127"/>
                  </a:cubicBezTo>
                  <a:cubicBezTo>
                    <a:pt x="41" y="127"/>
                    <a:pt x="48" y="125"/>
                    <a:pt x="57" y="121"/>
                  </a:cubicBezTo>
                  <a:cubicBezTo>
                    <a:pt x="90" y="105"/>
                    <a:pt x="112" y="73"/>
                    <a:pt x="115" y="38"/>
                  </a:cubicBezTo>
                  <a:cubicBezTo>
                    <a:pt x="115" y="15"/>
                    <a:pt x="101" y="1"/>
                    <a:pt x="81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9"/>
            <p:cNvSpPr/>
            <p:nvPr/>
          </p:nvSpPr>
          <p:spPr>
            <a:xfrm>
              <a:off x="1821375" y="955075"/>
              <a:ext cx="20575" cy="11175"/>
            </a:xfrm>
            <a:custGeom>
              <a:avLst/>
              <a:gdLst/>
              <a:ahLst/>
              <a:cxnLst/>
              <a:rect l="l" t="t" r="r" b="b"/>
              <a:pathLst>
                <a:path w="823" h="447" extrusionOk="0">
                  <a:moveTo>
                    <a:pt x="412" y="0"/>
                  </a:moveTo>
                  <a:cubicBezTo>
                    <a:pt x="185" y="0"/>
                    <a:pt x="1" y="100"/>
                    <a:pt x="1" y="224"/>
                  </a:cubicBezTo>
                  <a:cubicBezTo>
                    <a:pt x="1" y="347"/>
                    <a:pt x="185" y="447"/>
                    <a:pt x="412" y="447"/>
                  </a:cubicBezTo>
                  <a:cubicBezTo>
                    <a:pt x="639" y="447"/>
                    <a:pt x="823" y="347"/>
                    <a:pt x="823" y="224"/>
                  </a:cubicBezTo>
                  <a:cubicBezTo>
                    <a:pt x="823" y="100"/>
                    <a:pt x="639" y="0"/>
                    <a:pt x="412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9"/>
            <p:cNvSpPr/>
            <p:nvPr/>
          </p:nvSpPr>
          <p:spPr>
            <a:xfrm>
              <a:off x="1821375" y="953650"/>
              <a:ext cx="20575" cy="11200"/>
            </a:xfrm>
            <a:custGeom>
              <a:avLst/>
              <a:gdLst/>
              <a:ahLst/>
              <a:cxnLst/>
              <a:rect l="l" t="t" r="r" b="b"/>
              <a:pathLst>
                <a:path w="823" h="448" extrusionOk="0">
                  <a:moveTo>
                    <a:pt x="412" y="1"/>
                  </a:moveTo>
                  <a:cubicBezTo>
                    <a:pt x="185" y="1"/>
                    <a:pt x="1" y="101"/>
                    <a:pt x="1" y="224"/>
                  </a:cubicBezTo>
                  <a:cubicBezTo>
                    <a:pt x="1" y="347"/>
                    <a:pt x="185" y="447"/>
                    <a:pt x="412" y="447"/>
                  </a:cubicBezTo>
                  <a:cubicBezTo>
                    <a:pt x="639" y="447"/>
                    <a:pt x="823" y="347"/>
                    <a:pt x="823" y="224"/>
                  </a:cubicBezTo>
                  <a:cubicBezTo>
                    <a:pt x="823" y="101"/>
                    <a:pt x="639" y="1"/>
                    <a:pt x="4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9"/>
            <p:cNvSpPr/>
            <p:nvPr/>
          </p:nvSpPr>
          <p:spPr>
            <a:xfrm>
              <a:off x="1830250" y="935600"/>
              <a:ext cx="3000" cy="23275"/>
            </a:xfrm>
            <a:custGeom>
              <a:avLst/>
              <a:gdLst/>
              <a:ahLst/>
              <a:cxnLst/>
              <a:rect l="l" t="t" r="r" b="b"/>
              <a:pathLst>
                <a:path w="120" h="931" extrusionOk="0">
                  <a:moveTo>
                    <a:pt x="1" y="1"/>
                  </a:moveTo>
                  <a:lnTo>
                    <a:pt x="1" y="895"/>
                  </a:lnTo>
                  <a:lnTo>
                    <a:pt x="1" y="898"/>
                  </a:lnTo>
                  <a:cubicBezTo>
                    <a:pt x="1" y="916"/>
                    <a:pt x="28" y="930"/>
                    <a:pt x="60" y="930"/>
                  </a:cubicBezTo>
                  <a:cubicBezTo>
                    <a:pt x="94" y="930"/>
                    <a:pt x="120" y="916"/>
                    <a:pt x="120" y="898"/>
                  </a:cubicBezTo>
                  <a:lnTo>
                    <a:pt x="12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9"/>
            <p:cNvSpPr/>
            <p:nvPr/>
          </p:nvSpPr>
          <p:spPr>
            <a:xfrm>
              <a:off x="1820025" y="929625"/>
              <a:ext cx="23300" cy="22425"/>
            </a:xfrm>
            <a:custGeom>
              <a:avLst/>
              <a:gdLst/>
              <a:ahLst/>
              <a:cxnLst/>
              <a:rect l="l" t="t" r="r" b="b"/>
              <a:pathLst>
                <a:path w="932" h="897" extrusionOk="0">
                  <a:moveTo>
                    <a:pt x="1" y="0"/>
                  </a:moveTo>
                  <a:lnTo>
                    <a:pt x="1" y="643"/>
                  </a:lnTo>
                  <a:cubicBezTo>
                    <a:pt x="1" y="782"/>
                    <a:pt x="210" y="897"/>
                    <a:pt x="466" y="897"/>
                  </a:cubicBezTo>
                  <a:cubicBezTo>
                    <a:pt x="723" y="897"/>
                    <a:pt x="932" y="782"/>
                    <a:pt x="932" y="643"/>
                  </a:cubicBezTo>
                  <a:lnTo>
                    <a:pt x="9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9"/>
            <p:cNvSpPr/>
            <p:nvPr/>
          </p:nvSpPr>
          <p:spPr>
            <a:xfrm>
              <a:off x="1820000" y="923275"/>
              <a:ext cx="23325" cy="12675"/>
            </a:xfrm>
            <a:custGeom>
              <a:avLst/>
              <a:gdLst/>
              <a:ahLst/>
              <a:cxnLst/>
              <a:rect l="l" t="t" r="r" b="b"/>
              <a:pathLst>
                <a:path w="933" h="507" extrusionOk="0">
                  <a:moveTo>
                    <a:pt x="467" y="1"/>
                  </a:moveTo>
                  <a:cubicBezTo>
                    <a:pt x="209" y="1"/>
                    <a:pt x="0" y="114"/>
                    <a:pt x="0" y="254"/>
                  </a:cubicBezTo>
                  <a:cubicBezTo>
                    <a:pt x="0" y="394"/>
                    <a:pt x="209" y="507"/>
                    <a:pt x="467" y="507"/>
                  </a:cubicBezTo>
                  <a:cubicBezTo>
                    <a:pt x="724" y="507"/>
                    <a:pt x="933" y="394"/>
                    <a:pt x="933" y="254"/>
                  </a:cubicBezTo>
                  <a:cubicBezTo>
                    <a:pt x="933" y="114"/>
                    <a:pt x="724" y="1"/>
                    <a:pt x="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9"/>
            <p:cNvSpPr/>
            <p:nvPr/>
          </p:nvSpPr>
          <p:spPr>
            <a:xfrm>
              <a:off x="1821750" y="924225"/>
              <a:ext cx="19875" cy="10800"/>
            </a:xfrm>
            <a:custGeom>
              <a:avLst/>
              <a:gdLst/>
              <a:ahLst/>
              <a:cxnLst/>
              <a:rect l="l" t="t" r="r" b="b"/>
              <a:pathLst>
                <a:path w="795" h="432" extrusionOk="0">
                  <a:moveTo>
                    <a:pt x="397" y="0"/>
                  </a:moveTo>
                  <a:cubicBezTo>
                    <a:pt x="178" y="0"/>
                    <a:pt x="0" y="96"/>
                    <a:pt x="0" y="216"/>
                  </a:cubicBezTo>
                  <a:cubicBezTo>
                    <a:pt x="0" y="335"/>
                    <a:pt x="178" y="431"/>
                    <a:pt x="397" y="431"/>
                  </a:cubicBezTo>
                  <a:cubicBezTo>
                    <a:pt x="616" y="431"/>
                    <a:pt x="795" y="335"/>
                    <a:pt x="795" y="216"/>
                  </a:cubicBezTo>
                  <a:cubicBezTo>
                    <a:pt x="795" y="96"/>
                    <a:pt x="616" y="0"/>
                    <a:pt x="397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9"/>
            <p:cNvSpPr/>
            <p:nvPr/>
          </p:nvSpPr>
          <p:spPr>
            <a:xfrm>
              <a:off x="1882175" y="786325"/>
              <a:ext cx="76000" cy="80325"/>
            </a:xfrm>
            <a:custGeom>
              <a:avLst/>
              <a:gdLst/>
              <a:ahLst/>
              <a:cxnLst/>
              <a:rect l="l" t="t" r="r" b="b"/>
              <a:pathLst>
                <a:path w="3040" h="3213" extrusionOk="0">
                  <a:moveTo>
                    <a:pt x="3040" y="0"/>
                  </a:moveTo>
                  <a:lnTo>
                    <a:pt x="0" y="1735"/>
                  </a:lnTo>
                  <a:lnTo>
                    <a:pt x="0" y="3212"/>
                  </a:lnTo>
                  <a:lnTo>
                    <a:pt x="3040" y="1466"/>
                  </a:lnTo>
                  <a:lnTo>
                    <a:pt x="304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9"/>
            <p:cNvSpPr/>
            <p:nvPr/>
          </p:nvSpPr>
          <p:spPr>
            <a:xfrm>
              <a:off x="1917850" y="809300"/>
              <a:ext cx="12675" cy="31575"/>
            </a:xfrm>
            <a:custGeom>
              <a:avLst/>
              <a:gdLst/>
              <a:ahLst/>
              <a:cxnLst/>
              <a:rect l="l" t="t" r="r" b="b"/>
              <a:pathLst>
                <a:path w="507" h="1263" extrusionOk="0">
                  <a:moveTo>
                    <a:pt x="360" y="1"/>
                  </a:moveTo>
                  <a:lnTo>
                    <a:pt x="125" y="131"/>
                  </a:lnTo>
                  <a:cubicBezTo>
                    <a:pt x="52" y="427"/>
                    <a:pt x="0" y="730"/>
                    <a:pt x="7" y="1033"/>
                  </a:cubicBezTo>
                  <a:cubicBezTo>
                    <a:pt x="9" y="1110"/>
                    <a:pt x="16" y="1185"/>
                    <a:pt x="26" y="1262"/>
                  </a:cubicBezTo>
                  <a:lnTo>
                    <a:pt x="506" y="990"/>
                  </a:lnTo>
                  <a:cubicBezTo>
                    <a:pt x="466" y="897"/>
                    <a:pt x="435" y="801"/>
                    <a:pt x="413" y="704"/>
                  </a:cubicBezTo>
                  <a:cubicBezTo>
                    <a:pt x="361" y="473"/>
                    <a:pt x="354" y="237"/>
                    <a:pt x="3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9"/>
            <p:cNvSpPr/>
            <p:nvPr/>
          </p:nvSpPr>
          <p:spPr>
            <a:xfrm>
              <a:off x="1886550" y="812575"/>
              <a:ext cx="34425" cy="46425"/>
            </a:xfrm>
            <a:custGeom>
              <a:avLst/>
              <a:gdLst/>
              <a:ahLst/>
              <a:cxnLst/>
              <a:rect l="l" t="t" r="r" b="b"/>
              <a:pathLst>
                <a:path w="1377" h="1857" extrusionOk="0">
                  <a:moveTo>
                    <a:pt x="1377" y="0"/>
                  </a:moveTo>
                  <a:lnTo>
                    <a:pt x="833" y="306"/>
                  </a:lnTo>
                  <a:cubicBezTo>
                    <a:pt x="743" y="680"/>
                    <a:pt x="568" y="1034"/>
                    <a:pt x="378" y="1372"/>
                  </a:cubicBezTo>
                  <a:cubicBezTo>
                    <a:pt x="278" y="1550"/>
                    <a:pt x="160" y="1734"/>
                    <a:pt x="1" y="1853"/>
                  </a:cubicBezTo>
                  <a:lnTo>
                    <a:pt x="1" y="1856"/>
                  </a:lnTo>
                  <a:lnTo>
                    <a:pt x="737" y="1437"/>
                  </a:lnTo>
                  <a:cubicBezTo>
                    <a:pt x="823" y="1327"/>
                    <a:pt x="884" y="1201"/>
                    <a:pt x="920" y="1066"/>
                  </a:cubicBezTo>
                  <a:lnTo>
                    <a:pt x="920" y="1066"/>
                  </a:lnTo>
                  <a:cubicBezTo>
                    <a:pt x="920" y="1066"/>
                    <a:pt x="919" y="1175"/>
                    <a:pt x="935" y="1325"/>
                  </a:cubicBezTo>
                  <a:lnTo>
                    <a:pt x="1280" y="1130"/>
                  </a:lnTo>
                  <a:cubicBezTo>
                    <a:pt x="1268" y="1054"/>
                    <a:pt x="1262" y="979"/>
                    <a:pt x="1261" y="902"/>
                  </a:cubicBezTo>
                  <a:cubicBezTo>
                    <a:pt x="1252" y="598"/>
                    <a:pt x="1306" y="296"/>
                    <a:pt x="137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9"/>
            <p:cNvSpPr/>
            <p:nvPr/>
          </p:nvSpPr>
          <p:spPr>
            <a:xfrm>
              <a:off x="1886525" y="826150"/>
              <a:ext cx="10250" cy="15650"/>
            </a:xfrm>
            <a:custGeom>
              <a:avLst/>
              <a:gdLst/>
              <a:ahLst/>
              <a:cxnLst/>
              <a:rect l="l" t="t" r="r" b="b"/>
              <a:pathLst>
                <a:path w="410" h="626" extrusionOk="0">
                  <a:moveTo>
                    <a:pt x="409" y="1"/>
                  </a:moveTo>
                  <a:lnTo>
                    <a:pt x="261" y="88"/>
                  </a:lnTo>
                  <a:lnTo>
                    <a:pt x="197" y="126"/>
                  </a:lnTo>
                  <a:lnTo>
                    <a:pt x="0" y="242"/>
                  </a:lnTo>
                  <a:lnTo>
                    <a:pt x="0" y="626"/>
                  </a:lnTo>
                  <a:cubicBezTo>
                    <a:pt x="163" y="436"/>
                    <a:pt x="300" y="226"/>
                    <a:pt x="40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9"/>
            <p:cNvSpPr/>
            <p:nvPr/>
          </p:nvSpPr>
          <p:spPr>
            <a:xfrm>
              <a:off x="1886525" y="820225"/>
              <a:ext cx="20875" cy="38700"/>
            </a:xfrm>
            <a:custGeom>
              <a:avLst/>
              <a:gdLst/>
              <a:ahLst/>
              <a:cxnLst/>
              <a:rect l="l" t="t" r="r" b="b"/>
              <a:pathLst>
                <a:path w="835" h="1548" extrusionOk="0">
                  <a:moveTo>
                    <a:pt x="834" y="0"/>
                  </a:moveTo>
                  <a:lnTo>
                    <a:pt x="421" y="231"/>
                  </a:lnTo>
                  <a:lnTo>
                    <a:pt x="409" y="238"/>
                  </a:lnTo>
                  <a:cubicBezTo>
                    <a:pt x="300" y="463"/>
                    <a:pt x="163" y="673"/>
                    <a:pt x="0" y="863"/>
                  </a:cubicBezTo>
                  <a:lnTo>
                    <a:pt x="0" y="1547"/>
                  </a:lnTo>
                  <a:cubicBezTo>
                    <a:pt x="160" y="1428"/>
                    <a:pt x="279" y="1243"/>
                    <a:pt x="377" y="1066"/>
                  </a:cubicBezTo>
                  <a:cubicBezTo>
                    <a:pt x="567" y="728"/>
                    <a:pt x="743" y="374"/>
                    <a:pt x="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9"/>
            <p:cNvSpPr/>
            <p:nvPr/>
          </p:nvSpPr>
          <p:spPr>
            <a:xfrm>
              <a:off x="1904975" y="839200"/>
              <a:ext cx="4950" cy="9325"/>
            </a:xfrm>
            <a:custGeom>
              <a:avLst/>
              <a:gdLst/>
              <a:ahLst/>
              <a:cxnLst/>
              <a:rect l="l" t="t" r="r" b="b"/>
              <a:pathLst>
                <a:path w="198" h="373" extrusionOk="0">
                  <a:moveTo>
                    <a:pt x="183" y="1"/>
                  </a:moveTo>
                  <a:lnTo>
                    <a:pt x="183" y="1"/>
                  </a:lnTo>
                  <a:cubicBezTo>
                    <a:pt x="147" y="136"/>
                    <a:pt x="84" y="262"/>
                    <a:pt x="0" y="372"/>
                  </a:cubicBezTo>
                  <a:lnTo>
                    <a:pt x="198" y="260"/>
                  </a:lnTo>
                  <a:cubicBezTo>
                    <a:pt x="182" y="110"/>
                    <a:pt x="183" y="1"/>
                    <a:pt x="1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9"/>
            <p:cNvSpPr/>
            <p:nvPr/>
          </p:nvSpPr>
          <p:spPr>
            <a:xfrm>
              <a:off x="1931975" y="803950"/>
              <a:ext cx="20475" cy="23275"/>
            </a:xfrm>
            <a:custGeom>
              <a:avLst/>
              <a:gdLst/>
              <a:ahLst/>
              <a:cxnLst/>
              <a:rect l="l" t="t" r="r" b="b"/>
              <a:pathLst>
                <a:path w="819" h="931" extrusionOk="0">
                  <a:moveTo>
                    <a:pt x="178" y="0"/>
                  </a:moveTo>
                  <a:lnTo>
                    <a:pt x="1" y="100"/>
                  </a:lnTo>
                  <a:cubicBezTo>
                    <a:pt x="78" y="405"/>
                    <a:pt x="223" y="687"/>
                    <a:pt x="423" y="931"/>
                  </a:cubicBezTo>
                  <a:lnTo>
                    <a:pt x="504" y="885"/>
                  </a:lnTo>
                  <a:lnTo>
                    <a:pt x="558" y="853"/>
                  </a:lnTo>
                  <a:lnTo>
                    <a:pt x="616" y="818"/>
                  </a:lnTo>
                  <a:lnTo>
                    <a:pt x="774" y="722"/>
                  </a:lnTo>
                  <a:lnTo>
                    <a:pt x="819" y="696"/>
                  </a:lnTo>
                  <a:cubicBezTo>
                    <a:pt x="547" y="525"/>
                    <a:pt x="325" y="284"/>
                    <a:pt x="1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9"/>
            <p:cNvSpPr/>
            <p:nvPr/>
          </p:nvSpPr>
          <p:spPr>
            <a:xfrm>
              <a:off x="1936400" y="799050"/>
              <a:ext cx="17425" cy="22325"/>
            </a:xfrm>
            <a:custGeom>
              <a:avLst/>
              <a:gdLst/>
              <a:ahLst/>
              <a:cxnLst/>
              <a:rect l="l" t="t" r="r" b="b"/>
              <a:pathLst>
                <a:path w="697" h="893" extrusionOk="0">
                  <a:moveTo>
                    <a:pt x="347" y="0"/>
                  </a:moveTo>
                  <a:lnTo>
                    <a:pt x="328" y="10"/>
                  </a:lnTo>
                  <a:lnTo>
                    <a:pt x="1" y="195"/>
                  </a:lnTo>
                  <a:cubicBezTo>
                    <a:pt x="148" y="479"/>
                    <a:pt x="369" y="719"/>
                    <a:pt x="640" y="892"/>
                  </a:cubicBezTo>
                  <a:lnTo>
                    <a:pt x="642" y="892"/>
                  </a:lnTo>
                  <a:lnTo>
                    <a:pt x="697" y="859"/>
                  </a:lnTo>
                  <a:lnTo>
                    <a:pt x="697" y="400"/>
                  </a:lnTo>
                  <a:cubicBezTo>
                    <a:pt x="615" y="335"/>
                    <a:pt x="541" y="263"/>
                    <a:pt x="475" y="183"/>
                  </a:cubicBezTo>
                  <a:cubicBezTo>
                    <a:pt x="427" y="126"/>
                    <a:pt x="385" y="64"/>
                    <a:pt x="34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9"/>
            <p:cNvSpPr/>
            <p:nvPr/>
          </p:nvSpPr>
          <p:spPr>
            <a:xfrm>
              <a:off x="1945075" y="793925"/>
              <a:ext cx="8750" cy="15150"/>
            </a:xfrm>
            <a:custGeom>
              <a:avLst/>
              <a:gdLst/>
              <a:ahLst/>
              <a:cxnLst/>
              <a:rect l="l" t="t" r="r" b="b"/>
              <a:pathLst>
                <a:path w="350" h="606" extrusionOk="0">
                  <a:moveTo>
                    <a:pt x="350" y="1"/>
                  </a:moveTo>
                  <a:lnTo>
                    <a:pt x="0" y="207"/>
                  </a:lnTo>
                  <a:cubicBezTo>
                    <a:pt x="38" y="271"/>
                    <a:pt x="80" y="331"/>
                    <a:pt x="128" y="389"/>
                  </a:cubicBezTo>
                  <a:cubicBezTo>
                    <a:pt x="194" y="468"/>
                    <a:pt x="268" y="540"/>
                    <a:pt x="350" y="605"/>
                  </a:cubicBezTo>
                  <a:lnTo>
                    <a:pt x="3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9"/>
            <p:cNvSpPr/>
            <p:nvPr/>
          </p:nvSpPr>
          <p:spPr>
            <a:xfrm>
              <a:off x="1926675" y="806450"/>
              <a:ext cx="15875" cy="27600"/>
            </a:xfrm>
            <a:custGeom>
              <a:avLst/>
              <a:gdLst/>
              <a:ahLst/>
              <a:cxnLst/>
              <a:rect l="l" t="t" r="r" b="b"/>
              <a:pathLst>
                <a:path w="635" h="1104" extrusionOk="0">
                  <a:moveTo>
                    <a:pt x="213" y="0"/>
                  </a:moveTo>
                  <a:lnTo>
                    <a:pt x="7" y="115"/>
                  </a:lnTo>
                  <a:cubicBezTo>
                    <a:pt x="1" y="351"/>
                    <a:pt x="8" y="587"/>
                    <a:pt x="60" y="818"/>
                  </a:cubicBezTo>
                  <a:cubicBezTo>
                    <a:pt x="82" y="915"/>
                    <a:pt x="113" y="1011"/>
                    <a:pt x="153" y="1104"/>
                  </a:cubicBezTo>
                  <a:lnTo>
                    <a:pt x="635" y="831"/>
                  </a:lnTo>
                  <a:cubicBezTo>
                    <a:pt x="435" y="587"/>
                    <a:pt x="290" y="305"/>
                    <a:pt x="213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9"/>
            <p:cNvSpPr/>
            <p:nvPr/>
          </p:nvSpPr>
          <p:spPr>
            <a:xfrm>
              <a:off x="1882175" y="786325"/>
              <a:ext cx="76000" cy="45875"/>
            </a:xfrm>
            <a:custGeom>
              <a:avLst/>
              <a:gdLst/>
              <a:ahLst/>
              <a:cxnLst/>
              <a:rect l="l" t="t" r="r" b="b"/>
              <a:pathLst>
                <a:path w="3040" h="1835" extrusionOk="0">
                  <a:moveTo>
                    <a:pt x="3040" y="0"/>
                  </a:moveTo>
                  <a:lnTo>
                    <a:pt x="0" y="1735"/>
                  </a:lnTo>
                  <a:lnTo>
                    <a:pt x="174" y="1835"/>
                  </a:lnTo>
                  <a:lnTo>
                    <a:pt x="2866" y="305"/>
                  </a:lnTo>
                  <a:lnTo>
                    <a:pt x="304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9"/>
            <p:cNvSpPr/>
            <p:nvPr/>
          </p:nvSpPr>
          <p:spPr>
            <a:xfrm>
              <a:off x="1882175" y="820500"/>
              <a:ext cx="76000" cy="46150"/>
            </a:xfrm>
            <a:custGeom>
              <a:avLst/>
              <a:gdLst/>
              <a:ahLst/>
              <a:cxnLst/>
              <a:rect l="l" t="t" r="r" b="b"/>
              <a:pathLst>
                <a:path w="3040" h="1846" extrusionOk="0">
                  <a:moveTo>
                    <a:pt x="2866" y="1"/>
                  </a:moveTo>
                  <a:lnTo>
                    <a:pt x="174" y="1539"/>
                  </a:lnTo>
                  <a:lnTo>
                    <a:pt x="0" y="1845"/>
                  </a:lnTo>
                  <a:lnTo>
                    <a:pt x="3040" y="99"/>
                  </a:lnTo>
                  <a:lnTo>
                    <a:pt x="286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9"/>
            <p:cNvSpPr/>
            <p:nvPr/>
          </p:nvSpPr>
          <p:spPr>
            <a:xfrm>
              <a:off x="1886525" y="819500"/>
              <a:ext cx="67300" cy="39500"/>
            </a:xfrm>
            <a:custGeom>
              <a:avLst/>
              <a:gdLst/>
              <a:ahLst/>
              <a:cxnLst/>
              <a:rect l="l" t="t" r="r" b="b"/>
              <a:pathLst>
                <a:path w="2692" h="1580" extrusionOk="0">
                  <a:moveTo>
                    <a:pt x="2642" y="0"/>
                  </a:moveTo>
                  <a:lnTo>
                    <a:pt x="0" y="1508"/>
                  </a:lnTo>
                  <a:lnTo>
                    <a:pt x="0" y="1579"/>
                  </a:lnTo>
                  <a:lnTo>
                    <a:pt x="2692" y="41"/>
                  </a:lnTo>
                  <a:lnTo>
                    <a:pt x="2642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9"/>
            <p:cNvSpPr/>
            <p:nvPr/>
          </p:nvSpPr>
          <p:spPr>
            <a:xfrm>
              <a:off x="1952575" y="793925"/>
              <a:ext cx="1250" cy="26600"/>
            </a:xfrm>
            <a:custGeom>
              <a:avLst/>
              <a:gdLst/>
              <a:ahLst/>
              <a:cxnLst/>
              <a:rect l="l" t="t" r="r" b="b"/>
              <a:pathLst>
                <a:path w="50" h="1064" extrusionOk="0">
                  <a:moveTo>
                    <a:pt x="50" y="1"/>
                  </a:moveTo>
                  <a:lnTo>
                    <a:pt x="0" y="30"/>
                  </a:lnTo>
                  <a:lnTo>
                    <a:pt x="0" y="1023"/>
                  </a:lnTo>
                  <a:lnTo>
                    <a:pt x="50" y="1064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9"/>
            <p:cNvSpPr/>
            <p:nvPr/>
          </p:nvSpPr>
          <p:spPr>
            <a:xfrm>
              <a:off x="1880500" y="828550"/>
              <a:ext cx="1700" cy="38100"/>
            </a:xfrm>
            <a:custGeom>
              <a:avLst/>
              <a:gdLst/>
              <a:ahLst/>
              <a:cxnLst/>
              <a:rect l="l" t="t" r="r" b="b"/>
              <a:pathLst>
                <a:path w="68" h="1524" extrusionOk="0">
                  <a:moveTo>
                    <a:pt x="1" y="1"/>
                  </a:moveTo>
                  <a:lnTo>
                    <a:pt x="1" y="1483"/>
                  </a:lnTo>
                  <a:lnTo>
                    <a:pt x="67" y="1523"/>
                  </a:lnTo>
                  <a:lnTo>
                    <a:pt x="67" y="4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9"/>
            <p:cNvSpPr/>
            <p:nvPr/>
          </p:nvSpPr>
          <p:spPr>
            <a:xfrm>
              <a:off x="1880500" y="785150"/>
              <a:ext cx="77675" cy="44550"/>
            </a:xfrm>
            <a:custGeom>
              <a:avLst/>
              <a:gdLst/>
              <a:ahLst/>
              <a:cxnLst/>
              <a:rect l="l" t="t" r="r" b="b"/>
              <a:pathLst>
                <a:path w="3107" h="1782" extrusionOk="0">
                  <a:moveTo>
                    <a:pt x="3041" y="1"/>
                  </a:moveTo>
                  <a:lnTo>
                    <a:pt x="1" y="1737"/>
                  </a:lnTo>
                  <a:lnTo>
                    <a:pt x="67" y="1782"/>
                  </a:lnTo>
                  <a:lnTo>
                    <a:pt x="3107" y="47"/>
                  </a:lnTo>
                  <a:lnTo>
                    <a:pt x="304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9"/>
            <p:cNvSpPr/>
            <p:nvPr/>
          </p:nvSpPr>
          <p:spPr>
            <a:xfrm>
              <a:off x="2072500" y="1000500"/>
              <a:ext cx="63350" cy="42750"/>
            </a:xfrm>
            <a:custGeom>
              <a:avLst/>
              <a:gdLst/>
              <a:ahLst/>
              <a:cxnLst/>
              <a:rect l="l" t="t" r="r" b="b"/>
              <a:pathLst>
                <a:path w="2534" h="1710" extrusionOk="0">
                  <a:moveTo>
                    <a:pt x="0" y="0"/>
                  </a:moveTo>
                  <a:lnTo>
                    <a:pt x="0" y="241"/>
                  </a:lnTo>
                  <a:lnTo>
                    <a:pt x="2533" y="1710"/>
                  </a:lnTo>
                  <a:lnTo>
                    <a:pt x="2533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9"/>
            <p:cNvSpPr/>
            <p:nvPr/>
          </p:nvSpPr>
          <p:spPr>
            <a:xfrm>
              <a:off x="2072500" y="982375"/>
              <a:ext cx="94550" cy="54875"/>
            </a:xfrm>
            <a:custGeom>
              <a:avLst/>
              <a:gdLst/>
              <a:ahLst/>
              <a:cxnLst/>
              <a:rect l="l" t="t" r="r" b="b"/>
              <a:pathLst>
                <a:path w="3782" h="2195" extrusionOk="0">
                  <a:moveTo>
                    <a:pt x="1247" y="0"/>
                  </a:moveTo>
                  <a:lnTo>
                    <a:pt x="0" y="725"/>
                  </a:lnTo>
                  <a:lnTo>
                    <a:pt x="2533" y="2194"/>
                  </a:lnTo>
                  <a:lnTo>
                    <a:pt x="3782" y="1471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9"/>
            <p:cNvSpPr/>
            <p:nvPr/>
          </p:nvSpPr>
          <p:spPr>
            <a:xfrm>
              <a:off x="2135825" y="1019125"/>
              <a:ext cx="31225" cy="24125"/>
            </a:xfrm>
            <a:custGeom>
              <a:avLst/>
              <a:gdLst/>
              <a:ahLst/>
              <a:cxnLst/>
              <a:rect l="l" t="t" r="r" b="b"/>
              <a:pathLst>
                <a:path w="1249" h="965" extrusionOk="0">
                  <a:moveTo>
                    <a:pt x="1249" y="1"/>
                  </a:moveTo>
                  <a:lnTo>
                    <a:pt x="0" y="724"/>
                  </a:lnTo>
                  <a:lnTo>
                    <a:pt x="0" y="965"/>
                  </a:lnTo>
                  <a:lnTo>
                    <a:pt x="1249" y="241"/>
                  </a:lnTo>
                  <a:lnTo>
                    <a:pt x="1249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9"/>
            <p:cNvSpPr/>
            <p:nvPr/>
          </p:nvSpPr>
          <p:spPr>
            <a:xfrm>
              <a:off x="2072500" y="967975"/>
              <a:ext cx="63350" cy="56025"/>
            </a:xfrm>
            <a:custGeom>
              <a:avLst/>
              <a:gdLst/>
              <a:ahLst/>
              <a:cxnLst/>
              <a:rect l="l" t="t" r="r" b="b"/>
              <a:pathLst>
                <a:path w="2534" h="2241" extrusionOk="0">
                  <a:moveTo>
                    <a:pt x="0" y="1"/>
                  </a:moveTo>
                  <a:lnTo>
                    <a:pt x="0" y="771"/>
                  </a:lnTo>
                  <a:lnTo>
                    <a:pt x="2533" y="2241"/>
                  </a:lnTo>
                  <a:lnTo>
                    <a:pt x="2533" y="14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9"/>
            <p:cNvSpPr/>
            <p:nvPr/>
          </p:nvSpPr>
          <p:spPr>
            <a:xfrm>
              <a:off x="2072500" y="949875"/>
              <a:ext cx="94550" cy="54850"/>
            </a:xfrm>
            <a:custGeom>
              <a:avLst/>
              <a:gdLst/>
              <a:ahLst/>
              <a:cxnLst/>
              <a:rect l="l" t="t" r="r" b="b"/>
              <a:pathLst>
                <a:path w="3782" h="2194" extrusionOk="0">
                  <a:moveTo>
                    <a:pt x="1247" y="1"/>
                  </a:moveTo>
                  <a:lnTo>
                    <a:pt x="0" y="725"/>
                  </a:lnTo>
                  <a:lnTo>
                    <a:pt x="2533" y="2193"/>
                  </a:lnTo>
                  <a:lnTo>
                    <a:pt x="3782" y="1470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9"/>
            <p:cNvSpPr/>
            <p:nvPr/>
          </p:nvSpPr>
          <p:spPr>
            <a:xfrm>
              <a:off x="2135825" y="986600"/>
              <a:ext cx="31225" cy="37400"/>
            </a:xfrm>
            <a:custGeom>
              <a:avLst/>
              <a:gdLst/>
              <a:ahLst/>
              <a:cxnLst/>
              <a:rect l="l" t="t" r="r" b="b"/>
              <a:pathLst>
                <a:path w="1249" h="1496" extrusionOk="0">
                  <a:moveTo>
                    <a:pt x="1249" y="1"/>
                  </a:moveTo>
                  <a:lnTo>
                    <a:pt x="0" y="724"/>
                  </a:lnTo>
                  <a:lnTo>
                    <a:pt x="0" y="1496"/>
                  </a:lnTo>
                  <a:lnTo>
                    <a:pt x="1249" y="772"/>
                  </a:lnTo>
                  <a:lnTo>
                    <a:pt x="1249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9"/>
            <p:cNvSpPr/>
            <p:nvPr/>
          </p:nvSpPr>
          <p:spPr>
            <a:xfrm>
              <a:off x="2161775" y="998500"/>
              <a:ext cx="5275" cy="26675"/>
            </a:xfrm>
            <a:custGeom>
              <a:avLst/>
              <a:gdLst/>
              <a:ahLst/>
              <a:cxnLst/>
              <a:rect l="l" t="t" r="r" b="b"/>
              <a:pathLst>
                <a:path w="211" h="1067" extrusionOk="0">
                  <a:moveTo>
                    <a:pt x="1" y="1"/>
                  </a:moveTo>
                  <a:lnTo>
                    <a:pt x="1" y="1066"/>
                  </a:lnTo>
                  <a:lnTo>
                    <a:pt x="211" y="1066"/>
                  </a:lnTo>
                  <a:lnTo>
                    <a:pt x="21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9"/>
            <p:cNvSpPr/>
            <p:nvPr/>
          </p:nvSpPr>
          <p:spPr>
            <a:xfrm>
              <a:off x="2150550" y="1008900"/>
              <a:ext cx="11250" cy="13300"/>
            </a:xfrm>
            <a:custGeom>
              <a:avLst/>
              <a:gdLst/>
              <a:ahLst/>
              <a:cxnLst/>
              <a:rect l="l" t="t" r="r" b="b"/>
              <a:pathLst>
                <a:path w="450" h="532" extrusionOk="0">
                  <a:moveTo>
                    <a:pt x="450" y="1"/>
                  </a:moveTo>
                  <a:lnTo>
                    <a:pt x="0" y="262"/>
                  </a:lnTo>
                  <a:lnTo>
                    <a:pt x="450" y="53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9"/>
            <p:cNvSpPr/>
            <p:nvPr/>
          </p:nvSpPr>
          <p:spPr>
            <a:xfrm>
              <a:off x="2135250" y="977825"/>
              <a:ext cx="10350" cy="16325"/>
            </a:xfrm>
            <a:custGeom>
              <a:avLst/>
              <a:gdLst/>
              <a:ahLst/>
              <a:cxnLst/>
              <a:rect l="l" t="t" r="r" b="b"/>
              <a:pathLst>
                <a:path w="414" h="653" extrusionOk="0">
                  <a:moveTo>
                    <a:pt x="414" y="1"/>
                  </a:moveTo>
                  <a:lnTo>
                    <a:pt x="0" y="237"/>
                  </a:lnTo>
                  <a:lnTo>
                    <a:pt x="0" y="652"/>
                  </a:lnTo>
                  <a:lnTo>
                    <a:pt x="361" y="443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9"/>
            <p:cNvSpPr/>
            <p:nvPr/>
          </p:nvSpPr>
          <p:spPr>
            <a:xfrm>
              <a:off x="2124700" y="977700"/>
              <a:ext cx="10575" cy="16450"/>
            </a:xfrm>
            <a:custGeom>
              <a:avLst/>
              <a:gdLst/>
              <a:ahLst/>
              <a:cxnLst/>
              <a:rect l="l" t="t" r="r" b="b"/>
              <a:pathLst>
                <a:path w="423" h="658" extrusionOk="0">
                  <a:moveTo>
                    <a:pt x="0" y="0"/>
                  </a:moveTo>
                  <a:lnTo>
                    <a:pt x="63" y="448"/>
                  </a:lnTo>
                  <a:lnTo>
                    <a:pt x="422" y="657"/>
                  </a:lnTo>
                  <a:lnTo>
                    <a:pt x="422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9"/>
            <p:cNvSpPr/>
            <p:nvPr/>
          </p:nvSpPr>
          <p:spPr>
            <a:xfrm>
              <a:off x="2124700" y="971300"/>
              <a:ext cx="20900" cy="12475"/>
            </a:xfrm>
            <a:custGeom>
              <a:avLst/>
              <a:gdLst/>
              <a:ahLst/>
              <a:cxnLst/>
              <a:rect l="l" t="t" r="r" b="b"/>
              <a:pathLst>
                <a:path w="836" h="499" extrusionOk="0">
                  <a:moveTo>
                    <a:pt x="422" y="65"/>
                  </a:moveTo>
                  <a:lnTo>
                    <a:pt x="730" y="259"/>
                  </a:lnTo>
                  <a:lnTo>
                    <a:pt x="422" y="436"/>
                  </a:lnTo>
                  <a:lnTo>
                    <a:pt x="106" y="255"/>
                  </a:lnTo>
                  <a:lnTo>
                    <a:pt x="422" y="65"/>
                  </a:lnTo>
                  <a:close/>
                  <a:moveTo>
                    <a:pt x="422" y="1"/>
                  </a:moveTo>
                  <a:lnTo>
                    <a:pt x="0" y="256"/>
                  </a:lnTo>
                  <a:lnTo>
                    <a:pt x="422" y="498"/>
                  </a:lnTo>
                  <a:lnTo>
                    <a:pt x="836" y="262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9"/>
            <p:cNvSpPr/>
            <p:nvPr/>
          </p:nvSpPr>
          <p:spPr>
            <a:xfrm>
              <a:off x="2135250" y="972900"/>
              <a:ext cx="7750" cy="5825"/>
            </a:xfrm>
            <a:custGeom>
              <a:avLst/>
              <a:gdLst/>
              <a:ahLst/>
              <a:cxnLst/>
              <a:rect l="l" t="t" r="r" b="b"/>
              <a:pathLst>
                <a:path w="310" h="233" extrusionOk="0">
                  <a:moveTo>
                    <a:pt x="0" y="1"/>
                  </a:moveTo>
                  <a:lnTo>
                    <a:pt x="0" y="83"/>
                  </a:lnTo>
                  <a:lnTo>
                    <a:pt x="244" y="233"/>
                  </a:lnTo>
                  <a:lnTo>
                    <a:pt x="309" y="19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9"/>
            <p:cNvSpPr/>
            <p:nvPr/>
          </p:nvSpPr>
          <p:spPr>
            <a:xfrm>
              <a:off x="2127350" y="972900"/>
              <a:ext cx="7925" cy="5675"/>
            </a:xfrm>
            <a:custGeom>
              <a:avLst/>
              <a:gdLst/>
              <a:ahLst/>
              <a:cxnLst/>
              <a:rect l="l" t="t" r="r" b="b"/>
              <a:pathLst>
                <a:path w="317" h="227" extrusionOk="0">
                  <a:moveTo>
                    <a:pt x="316" y="1"/>
                  </a:moveTo>
                  <a:lnTo>
                    <a:pt x="0" y="191"/>
                  </a:lnTo>
                  <a:lnTo>
                    <a:pt x="64" y="227"/>
                  </a:lnTo>
                  <a:lnTo>
                    <a:pt x="316" y="83"/>
                  </a:lnTo>
                  <a:lnTo>
                    <a:pt x="31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9"/>
            <p:cNvSpPr/>
            <p:nvPr/>
          </p:nvSpPr>
          <p:spPr>
            <a:xfrm>
              <a:off x="2128925" y="974975"/>
              <a:ext cx="12425" cy="7225"/>
            </a:xfrm>
            <a:custGeom>
              <a:avLst/>
              <a:gdLst/>
              <a:ahLst/>
              <a:cxnLst/>
              <a:rect l="l" t="t" r="r" b="b"/>
              <a:pathLst>
                <a:path w="497" h="289" extrusionOk="0">
                  <a:moveTo>
                    <a:pt x="253" y="0"/>
                  </a:moveTo>
                  <a:lnTo>
                    <a:pt x="1" y="144"/>
                  </a:lnTo>
                  <a:lnTo>
                    <a:pt x="253" y="289"/>
                  </a:lnTo>
                  <a:lnTo>
                    <a:pt x="497" y="15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9"/>
            <p:cNvSpPr/>
            <p:nvPr/>
          </p:nvSpPr>
          <p:spPr>
            <a:xfrm>
              <a:off x="2126625" y="963700"/>
              <a:ext cx="17050" cy="17025"/>
            </a:xfrm>
            <a:custGeom>
              <a:avLst/>
              <a:gdLst/>
              <a:ahLst/>
              <a:cxnLst/>
              <a:rect l="l" t="t" r="r" b="b"/>
              <a:pathLst>
                <a:path w="682" h="681" extrusionOk="0">
                  <a:moveTo>
                    <a:pt x="341" y="0"/>
                  </a:moveTo>
                  <a:cubicBezTo>
                    <a:pt x="152" y="0"/>
                    <a:pt x="0" y="153"/>
                    <a:pt x="0" y="341"/>
                  </a:cubicBezTo>
                  <a:cubicBezTo>
                    <a:pt x="0" y="528"/>
                    <a:pt x="152" y="681"/>
                    <a:pt x="341" y="681"/>
                  </a:cubicBezTo>
                  <a:cubicBezTo>
                    <a:pt x="529" y="681"/>
                    <a:pt x="682" y="528"/>
                    <a:pt x="682" y="341"/>
                  </a:cubicBezTo>
                  <a:cubicBezTo>
                    <a:pt x="682" y="153"/>
                    <a:pt x="529" y="0"/>
                    <a:pt x="341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2127350" y="966600"/>
              <a:ext cx="17625" cy="14125"/>
            </a:xfrm>
            <a:custGeom>
              <a:avLst/>
              <a:gdLst/>
              <a:ahLst/>
              <a:cxnLst/>
              <a:rect l="l" t="t" r="r" b="b"/>
              <a:pathLst>
                <a:path w="705" h="565" extrusionOk="0">
                  <a:moveTo>
                    <a:pt x="569" y="0"/>
                  </a:moveTo>
                  <a:cubicBezTo>
                    <a:pt x="637" y="156"/>
                    <a:pt x="582" y="335"/>
                    <a:pt x="439" y="425"/>
                  </a:cubicBezTo>
                  <a:cubicBezTo>
                    <a:pt x="383" y="462"/>
                    <a:pt x="320" y="479"/>
                    <a:pt x="257" y="479"/>
                  </a:cubicBezTo>
                  <a:cubicBezTo>
                    <a:pt x="161" y="479"/>
                    <a:pt x="67" y="439"/>
                    <a:pt x="0" y="362"/>
                  </a:cubicBezTo>
                  <a:lnTo>
                    <a:pt x="0" y="362"/>
                  </a:lnTo>
                  <a:cubicBezTo>
                    <a:pt x="57" y="490"/>
                    <a:pt x="183" y="564"/>
                    <a:pt x="313" y="564"/>
                  </a:cubicBezTo>
                  <a:cubicBezTo>
                    <a:pt x="375" y="564"/>
                    <a:pt x="438" y="547"/>
                    <a:pt x="495" y="511"/>
                  </a:cubicBezTo>
                  <a:cubicBezTo>
                    <a:pt x="670" y="399"/>
                    <a:pt x="705" y="159"/>
                    <a:pt x="569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9"/>
            <p:cNvSpPr/>
            <p:nvPr/>
          </p:nvSpPr>
          <p:spPr>
            <a:xfrm>
              <a:off x="2137150" y="967850"/>
              <a:ext cx="2075" cy="850"/>
            </a:xfrm>
            <a:custGeom>
              <a:avLst/>
              <a:gdLst/>
              <a:ahLst/>
              <a:cxnLst/>
              <a:rect l="l" t="t" r="r" b="b"/>
              <a:pathLst>
                <a:path w="83" h="34" extrusionOk="0">
                  <a:moveTo>
                    <a:pt x="41" y="1"/>
                  </a:moveTo>
                  <a:cubicBezTo>
                    <a:pt x="21" y="1"/>
                    <a:pt x="0" y="11"/>
                    <a:pt x="7" y="33"/>
                  </a:cubicBezTo>
                  <a:cubicBezTo>
                    <a:pt x="11" y="18"/>
                    <a:pt x="24" y="8"/>
                    <a:pt x="39" y="8"/>
                  </a:cubicBezTo>
                  <a:cubicBezTo>
                    <a:pt x="40" y="8"/>
                    <a:pt x="41" y="8"/>
                    <a:pt x="42" y="8"/>
                  </a:cubicBezTo>
                  <a:cubicBezTo>
                    <a:pt x="43" y="8"/>
                    <a:pt x="44" y="8"/>
                    <a:pt x="44" y="8"/>
                  </a:cubicBezTo>
                  <a:cubicBezTo>
                    <a:pt x="58" y="8"/>
                    <a:pt x="71" y="18"/>
                    <a:pt x="76" y="33"/>
                  </a:cubicBezTo>
                  <a:cubicBezTo>
                    <a:pt x="82" y="11"/>
                    <a:pt x="62" y="1"/>
                    <a:pt x="41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9"/>
            <p:cNvSpPr/>
            <p:nvPr/>
          </p:nvSpPr>
          <p:spPr>
            <a:xfrm>
              <a:off x="2135425" y="970200"/>
              <a:ext cx="1875" cy="1250"/>
            </a:xfrm>
            <a:custGeom>
              <a:avLst/>
              <a:gdLst/>
              <a:ahLst/>
              <a:cxnLst/>
              <a:rect l="l" t="t" r="r" b="b"/>
              <a:pathLst>
                <a:path w="75" h="50" extrusionOk="0">
                  <a:moveTo>
                    <a:pt x="37" y="1"/>
                  </a:moveTo>
                  <a:cubicBezTo>
                    <a:pt x="19" y="1"/>
                    <a:pt x="0" y="13"/>
                    <a:pt x="0" y="38"/>
                  </a:cubicBezTo>
                  <a:cubicBezTo>
                    <a:pt x="0" y="42"/>
                    <a:pt x="0" y="46"/>
                    <a:pt x="3" y="49"/>
                  </a:cubicBezTo>
                  <a:cubicBezTo>
                    <a:pt x="8" y="35"/>
                    <a:pt x="22" y="25"/>
                    <a:pt x="38" y="25"/>
                  </a:cubicBezTo>
                  <a:cubicBezTo>
                    <a:pt x="53" y="25"/>
                    <a:pt x="67" y="35"/>
                    <a:pt x="73" y="49"/>
                  </a:cubicBezTo>
                  <a:cubicBezTo>
                    <a:pt x="73" y="46"/>
                    <a:pt x="74" y="42"/>
                    <a:pt x="74" y="38"/>
                  </a:cubicBezTo>
                  <a:cubicBezTo>
                    <a:pt x="74" y="13"/>
                    <a:pt x="56" y="1"/>
                    <a:pt x="37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9"/>
            <p:cNvSpPr/>
            <p:nvPr/>
          </p:nvSpPr>
          <p:spPr>
            <a:xfrm>
              <a:off x="2134325" y="966775"/>
              <a:ext cx="1950" cy="1075"/>
            </a:xfrm>
            <a:custGeom>
              <a:avLst/>
              <a:gdLst/>
              <a:ahLst/>
              <a:cxnLst/>
              <a:rect l="l" t="t" r="r" b="b"/>
              <a:pathLst>
                <a:path w="78" h="43" extrusionOk="0">
                  <a:moveTo>
                    <a:pt x="42" y="1"/>
                  </a:moveTo>
                  <a:cubicBezTo>
                    <a:pt x="21" y="1"/>
                    <a:pt x="0" y="16"/>
                    <a:pt x="5" y="43"/>
                  </a:cubicBezTo>
                  <a:cubicBezTo>
                    <a:pt x="10" y="28"/>
                    <a:pt x="24" y="18"/>
                    <a:pt x="40" y="18"/>
                  </a:cubicBezTo>
                  <a:cubicBezTo>
                    <a:pt x="56" y="18"/>
                    <a:pt x="71" y="28"/>
                    <a:pt x="75" y="43"/>
                  </a:cubicBezTo>
                  <a:cubicBezTo>
                    <a:pt x="76" y="40"/>
                    <a:pt x="78" y="36"/>
                    <a:pt x="78" y="31"/>
                  </a:cubicBezTo>
                  <a:cubicBezTo>
                    <a:pt x="74" y="10"/>
                    <a:pt x="58" y="1"/>
                    <a:pt x="42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9"/>
            <p:cNvSpPr/>
            <p:nvPr/>
          </p:nvSpPr>
          <p:spPr>
            <a:xfrm>
              <a:off x="2131800" y="967850"/>
              <a:ext cx="1875" cy="1250"/>
            </a:xfrm>
            <a:custGeom>
              <a:avLst/>
              <a:gdLst/>
              <a:ahLst/>
              <a:cxnLst/>
              <a:rect l="l" t="t" r="r" b="b"/>
              <a:pathLst>
                <a:path w="75" h="50" extrusionOk="0">
                  <a:moveTo>
                    <a:pt x="37" y="1"/>
                  </a:moveTo>
                  <a:cubicBezTo>
                    <a:pt x="19" y="1"/>
                    <a:pt x="0" y="13"/>
                    <a:pt x="0" y="37"/>
                  </a:cubicBezTo>
                  <a:cubicBezTo>
                    <a:pt x="0" y="42"/>
                    <a:pt x="2" y="45"/>
                    <a:pt x="3" y="49"/>
                  </a:cubicBezTo>
                  <a:cubicBezTo>
                    <a:pt x="8" y="35"/>
                    <a:pt x="22" y="24"/>
                    <a:pt x="38" y="24"/>
                  </a:cubicBezTo>
                  <a:cubicBezTo>
                    <a:pt x="53" y="24"/>
                    <a:pt x="67" y="35"/>
                    <a:pt x="73" y="49"/>
                  </a:cubicBezTo>
                  <a:cubicBezTo>
                    <a:pt x="74" y="45"/>
                    <a:pt x="74" y="42"/>
                    <a:pt x="74" y="37"/>
                  </a:cubicBezTo>
                  <a:cubicBezTo>
                    <a:pt x="74" y="13"/>
                    <a:pt x="56" y="1"/>
                    <a:pt x="37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9"/>
            <p:cNvSpPr/>
            <p:nvPr/>
          </p:nvSpPr>
          <p:spPr>
            <a:xfrm>
              <a:off x="2132275" y="965475"/>
              <a:ext cx="1025" cy="675"/>
            </a:xfrm>
            <a:custGeom>
              <a:avLst/>
              <a:gdLst/>
              <a:ahLst/>
              <a:cxnLst/>
              <a:rect l="l" t="t" r="r" b="b"/>
              <a:pathLst>
                <a:path w="41" h="27" extrusionOk="0">
                  <a:moveTo>
                    <a:pt x="21" y="0"/>
                  </a:moveTo>
                  <a:cubicBezTo>
                    <a:pt x="10" y="0"/>
                    <a:pt x="0" y="7"/>
                    <a:pt x="0" y="21"/>
                  </a:cubicBezTo>
                  <a:cubicBezTo>
                    <a:pt x="0" y="22"/>
                    <a:pt x="0" y="25"/>
                    <a:pt x="2" y="27"/>
                  </a:cubicBezTo>
                  <a:cubicBezTo>
                    <a:pt x="5" y="19"/>
                    <a:pt x="12" y="14"/>
                    <a:pt x="21" y="14"/>
                  </a:cubicBezTo>
                  <a:cubicBezTo>
                    <a:pt x="29" y="14"/>
                    <a:pt x="37" y="19"/>
                    <a:pt x="39" y="27"/>
                  </a:cubicBezTo>
                  <a:cubicBezTo>
                    <a:pt x="41" y="25"/>
                    <a:pt x="41" y="22"/>
                    <a:pt x="41" y="21"/>
                  </a:cubicBezTo>
                  <a:cubicBezTo>
                    <a:pt x="41" y="7"/>
                    <a:pt x="31" y="0"/>
                    <a:pt x="21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9"/>
            <p:cNvSpPr/>
            <p:nvPr/>
          </p:nvSpPr>
          <p:spPr>
            <a:xfrm>
              <a:off x="2139775" y="966900"/>
              <a:ext cx="1050" cy="700"/>
            </a:xfrm>
            <a:custGeom>
              <a:avLst/>
              <a:gdLst/>
              <a:ahLst/>
              <a:cxnLst/>
              <a:rect l="l" t="t" r="r" b="b"/>
              <a:pathLst>
                <a:path w="42" h="28" extrusionOk="0">
                  <a:moveTo>
                    <a:pt x="21" y="1"/>
                  </a:moveTo>
                  <a:cubicBezTo>
                    <a:pt x="11" y="1"/>
                    <a:pt x="1" y="7"/>
                    <a:pt x="1" y="20"/>
                  </a:cubicBezTo>
                  <a:cubicBezTo>
                    <a:pt x="1" y="23"/>
                    <a:pt x="1" y="25"/>
                    <a:pt x="2" y="28"/>
                  </a:cubicBezTo>
                  <a:cubicBezTo>
                    <a:pt x="5" y="19"/>
                    <a:pt x="12" y="13"/>
                    <a:pt x="21" y="13"/>
                  </a:cubicBezTo>
                  <a:cubicBezTo>
                    <a:pt x="30" y="13"/>
                    <a:pt x="37" y="19"/>
                    <a:pt x="40" y="28"/>
                  </a:cubicBezTo>
                  <a:cubicBezTo>
                    <a:pt x="41" y="25"/>
                    <a:pt x="41" y="23"/>
                    <a:pt x="41" y="20"/>
                  </a:cubicBezTo>
                  <a:cubicBezTo>
                    <a:pt x="41" y="7"/>
                    <a:pt x="31" y="1"/>
                    <a:pt x="21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9"/>
            <p:cNvSpPr/>
            <p:nvPr/>
          </p:nvSpPr>
          <p:spPr>
            <a:xfrm>
              <a:off x="2128750" y="970425"/>
              <a:ext cx="1875" cy="1250"/>
            </a:xfrm>
            <a:custGeom>
              <a:avLst/>
              <a:gdLst/>
              <a:ahLst/>
              <a:cxnLst/>
              <a:rect l="l" t="t" r="r" b="b"/>
              <a:pathLst>
                <a:path w="75" h="50" extrusionOk="0">
                  <a:moveTo>
                    <a:pt x="38" y="0"/>
                  </a:moveTo>
                  <a:cubicBezTo>
                    <a:pt x="19" y="0"/>
                    <a:pt x="1" y="13"/>
                    <a:pt x="1" y="37"/>
                  </a:cubicBezTo>
                  <a:cubicBezTo>
                    <a:pt x="1" y="42"/>
                    <a:pt x="1" y="46"/>
                    <a:pt x="2" y="49"/>
                  </a:cubicBezTo>
                  <a:cubicBezTo>
                    <a:pt x="6" y="35"/>
                    <a:pt x="21" y="24"/>
                    <a:pt x="37" y="24"/>
                  </a:cubicBezTo>
                  <a:cubicBezTo>
                    <a:pt x="53" y="24"/>
                    <a:pt x="67" y="35"/>
                    <a:pt x="72" y="49"/>
                  </a:cubicBezTo>
                  <a:cubicBezTo>
                    <a:pt x="73" y="46"/>
                    <a:pt x="73" y="42"/>
                    <a:pt x="75" y="37"/>
                  </a:cubicBezTo>
                  <a:cubicBezTo>
                    <a:pt x="75" y="13"/>
                    <a:pt x="56" y="0"/>
                    <a:pt x="38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9"/>
            <p:cNvSpPr/>
            <p:nvPr/>
          </p:nvSpPr>
          <p:spPr>
            <a:xfrm>
              <a:off x="2131225" y="972850"/>
              <a:ext cx="1875" cy="1250"/>
            </a:xfrm>
            <a:custGeom>
              <a:avLst/>
              <a:gdLst/>
              <a:ahLst/>
              <a:cxnLst/>
              <a:rect l="l" t="t" r="r" b="b"/>
              <a:pathLst>
                <a:path w="75" h="50" extrusionOk="0">
                  <a:moveTo>
                    <a:pt x="37" y="1"/>
                  </a:moveTo>
                  <a:cubicBezTo>
                    <a:pt x="19" y="1"/>
                    <a:pt x="0" y="13"/>
                    <a:pt x="0" y="38"/>
                  </a:cubicBezTo>
                  <a:cubicBezTo>
                    <a:pt x="0" y="42"/>
                    <a:pt x="2" y="46"/>
                    <a:pt x="3" y="49"/>
                  </a:cubicBezTo>
                  <a:cubicBezTo>
                    <a:pt x="8" y="35"/>
                    <a:pt x="22" y="25"/>
                    <a:pt x="38" y="25"/>
                  </a:cubicBezTo>
                  <a:cubicBezTo>
                    <a:pt x="54" y="25"/>
                    <a:pt x="67" y="35"/>
                    <a:pt x="73" y="49"/>
                  </a:cubicBezTo>
                  <a:cubicBezTo>
                    <a:pt x="74" y="46"/>
                    <a:pt x="74" y="42"/>
                    <a:pt x="74" y="38"/>
                  </a:cubicBezTo>
                  <a:cubicBezTo>
                    <a:pt x="74" y="13"/>
                    <a:pt x="56" y="1"/>
                    <a:pt x="37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9"/>
            <p:cNvSpPr/>
            <p:nvPr/>
          </p:nvSpPr>
          <p:spPr>
            <a:xfrm>
              <a:off x="2132850" y="970825"/>
              <a:ext cx="1875" cy="1225"/>
            </a:xfrm>
            <a:custGeom>
              <a:avLst/>
              <a:gdLst/>
              <a:ahLst/>
              <a:cxnLst/>
              <a:rect l="l" t="t" r="r" b="b"/>
              <a:pathLst>
                <a:path w="75" h="49" extrusionOk="0">
                  <a:moveTo>
                    <a:pt x="38" y="0"/>
                  </a:moveTo>
                  <a:cubicBezTo>
                    <a:pt x="19" y="0"/>
                    <a:pt x="1" y="13"/>
                    <a:pt x="1" y="37"/>
                  </a:cubicBezTo>
                  <a:cubicBezTo>
                    <a:pt x="1" y="42"/>
                    <a:pt x="1" y="46"/>
                    <a:pt x="2" y="49"/>
                  </a:cubicBezTo>
                  <a:cubicBezTo>
                    <a:pt x="8" y="34"/>
                    <a:pt x="21" y="24"/>
                    <a:pt x="37" y="24"/>
                  </a:cubicBezTo>
                  <a:cubicBezTo>
                    <a:pt x="53" y="24"/>
                    <a:pt x="67" y="34"/>
                    <a:pt x="72" y="49"/>
                  </a:cubicBezTo>
                  <a:cubicBezTo>
                    <a:pt x="73" y="46"/>
                    <a:pt x="74" y="42"/>
                    <a:pt x="74" y="37"/>
                  </a:cubicBezTo>
                  <a:cubicBezTo>
                    <a:pt x="74" y="13"/>
                    <a:pt x="56" y="0"/>
                    <a:pt x="38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9"/>
            <p:cNvSpPr/>
            <p:nvPr/>
          </p:nvSpPr>
          <p:spPr>
            <a:xfrm>
              <a:off x="2139075" y="970050"/>
              <a:ext cx="1875" cy="1250"/>
            </a:xfrm>
            <a:custGeom>
              <a:avLst/>
              <a:gdLst/>
              <a:ahLst/>
              <a:cxnLst/>
              <a:rect l="l" t="t" r="r" b="b"/>
              <a:pathLst>
                <a:path w="75" h="50" extrusionOk="0">
                  <a:moveTo>
                    <a:pt x="38" y="1"/>
                  </a:moveTo>
                  <a:cubicBezTo>
                    <a:pt x="19" y="1"/>
                    <a:pt x="1" y="13"/>
                    <a:pt x="1" y="38"/>
                  </a:cubicBezTo>
                  <a:cubicBezTo>
                    <a:pt x="1" y="41"/>
                    <a:pt x="2" y="45"/>
                    <a:pt x="4" y="50"/>
                  </a:cubicBezTo>
                  <a:cubicBezTo>
                    <a:pt x="8" y="35"/>
                    <a:pt x="23" y="25"/>
                    <a:pt x="39" y="25"/>
                  </a:cubicBezTo>
                  <a:cubicBezTo>
                    <a:pt x="55" y="25"/>
                    <a:pt x="68" y="35"/>
                    <a:pt x="73" y="50"/>
                  </a:cubicBezTo>
                  <a:cubicBezTo>
                    <a:pt x="75" y="45"/>
                    <a:pt x="75" y="41"/>
                    <a:pt x="75" y="38"/>
                  </a:cubicBezTo>
                  <a:cubicBezTo>
                    <a:pt x="75" y="13"/>
                    <a:pt x="56" y="1"/>
                    <a:pt x="38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9"/>
            <p:cNvSpPr/>
            <p:nvPr/>
          </p:nvSpPr>
          <p:spPr>
            <a:xfrm>
              <a:off x="2136625" y="972850"/>
              <a:ext cx="1875" cy="1250"/>
            </a:xfrm>
            <a:custGeom>
              <a:avLst/>
              <a:gdLst/>
              <a:ahLst/>
              <a:cxnLst/>
              <a:rect l="l" t="t" r="r" b="b"/>
              <a:pathLst>
                <a:path w="75" h="50" extrusionOk="0">
                  <a:moveTo>
                    <a:pt x="37" y="1"/>
                  </a:moveTo>
                  <a:cubicBezTo>
                    <a:pt x="19" y="1"/>
                    <a:pt x="0" y="13"/>
                    <a:pt x="0" y="38"/>
                  </a:cubicBezTo>
                  <a:cubicBezTo>
                    <a:pt x="0" y="42"/>
                    <a:pt x="2" y="46"/>
                    <a:pt x="3" y="49"/>
                  </a:cubicBezTo>
                  <a:cubicBezTo>
                    <a:pt x="8" y="35"/>
                    <a:pt x="22" y="25"/>
                    <a:pt x="38" y="25"/>
                  </a:cubicBezTo>
                  <a:cubicBezTo>
                    <a:pt x="53" y="25"/>
                    <a:pt x="67" y="35"/>
                    <a:pt x="73" y="49"/>
                  </a:cubicBezTo>
                  <a:cubicBezTo>
                    <a:pt x="73" y="46"/>
                    <a:pt x="74" y="42"/>
                    <a:pt x="74" y="38"/>
                  </a:cubicBezTo>
                  <a:cubicBezTo>
                    <a:pt x="74" y="13"/>
                    <a:pt x="56" y="1"/>
                    <a:pt x="37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9"/>
            <p:cNvSpPr/>
            <p:nvPr/>
          </p:nvSpPr>
          <p:spPr>
            <a:xfrm>
              <a:off x="2133350" y="974875"/>
              <a:ext cx="2075" cy="850"/>
            </a:xfrm>
            <a:custGeom>
              <a:avLst/>
              <a:gdLst/>
              <a:ahLst/>
              <a:cxnLst/>
              <a:rect l="l" t="t" r="r" b="b"/>
              <a:pathLst>
                <a:path w="83" h="34" extrusionOk="0">
                  <a:moveTo>
                    <a:pt x="41" y="1"/>
                  </a:moveTo>
                  <a:cubicBezTo>
                    <a:pt x="21" y="1"/>
                    <a:pt x="0" y="12"/>
                    <a:pt x="7" y="33"/>
                  </a:cubicBezTo>
                  <a:cubicBezTo>
                    <a:pt x="12" y="19"/>
                    <a:pt x="25" y="9"/>
                    <a:pt x="41" y="9"/>
                  </a:cubicBezTo>
                  <a:cubicBezTo>
                    <a:pt x="57" y="9"/>
                    <a:pt x="72" y="19"/>
                    <a:pt x="76" y="33"/>
                  </a:cubicBezTo>
                  <a:cubicBezTo>
                    <a:pt x="83" y="12"/>
                    <a:pt x="62" y="1"/>
                    <a:pt x="41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9"/>
            <p:cNvSpPr/>
            <p:nvPr/>
          </p:nvSpPr>
          <p:spPr>
            <a:xfrm>
              <a:off x="2128350" y="973625"/>
              <a:ext cx="1875" cy="1225"/>
            </a:xfrm>
            <a:custGeom>
              <a:avLst/>
              <a:gdLst/>
              <a:ahLst/>
              <a:cxnLst/>
              <a:rect l="l" t="t" r="r" b="b"/>
              <a:pathLst>
                <a:path w="75" h="49" extrusionOk="0">
                  <a:moveTo>
                    <a:pt x="38" y="0"/>
                  </a:moveTo>
                  <a:cubicBezTo>
                    <a:pt x="19" y="0"/>
                    <a:pt x="1" y="12"/>
                    <a:pt x="1" y="37"/>
                  </a:cubicBezTo>
                  <a:cubicBezTo>
                    <a:pt x="1" y="40"/>
                    <a:pt x="1" y="44"/>
                    <a:pt x="2" y="49"/>
                  </a:cubicBezTo>
                  <a:cubicBezTo>
                    <a:pt x="8" y="33"/>
                    <a:pt x="21" y="24"/>
                    <a:pt x="37" y="24"/>
                  </a:cubicBezTo>
                  <a:cubicBezTo>
                    <a:pt x="53" y="24"/>
                    <a:pt x="67" y="33"/>
                    <a:pt x="72" y="49"/>
                  </a:cubicBezTo>
                  <a:cubicBezTo>
                    <a:pt x="73" y="44"/>
                    <a:pt x="75" y="40"/>
                    <a:pt x="75" y="37"/>
                  </a:cubicBezTo>
                  <a:cubicBezTo>
                    <a:pt x="75" y="12"/>
                    <a:pt x="56" y="0"/>
                    <a:pt x="38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9"/>
            <p:cNvSpPr/>
            <p:nvPr/>
          </p:nvSpPr>
          <p:spPr>
            <a:xfrm>
              <a:off x="2129325" y="968250"/>
              <a:ext cx="1300" cy="850"/>
            </a:xfrm>
            <a:custGeom>
              <a:avLst/>
              <a:gdLst/>
              <a:ahLst/>
              <a:cxnLst/>
              <a:rect l="l" t="t" r="r" b="b"/>
              <a:pathLst>
                <a:path w="52" h="34" extrusionOk="0">
                  <a:moveTo>
                    <a:pt x="26" y="0"/>
                  </a:moveTo>
                  <a:cubicBezTo>
                    <a:pt x="14" y="0"/>
                    <a:pt x="1" y="8"/>
                    <a:pt x="1" y="24"/>
                  </a:cubicBezTo>
                  <a:cubicBezTo>
                    <a:pt x="1" y="27"/>
                    <a:pt x="1" y="30"/>
                    <a:pt x="2" y="33"/>
                  </a:cubicBezTo>
                  <a:cubicBezTo>
                    <a:pt x="5" y="23"/>
                    <a:pt x="15" y="17"/>
                    <a:pt x="26" y="17"/>
                  </a:cubicBezTo>
                  <a:cubicBezTo>
                    <a:pt x="37" y="17"/>
                    <a:pt x="46" y="23"/>
                    <a:pt x="50" y="33"/>
                  </a:cubicBezTo>
                  <a:cubicBezTo>
                    <a:pt x="50" y="30"/>
                    <a:pt x="50" y="27"/>
                    <a:pt x="52" y="24"/>
                  </a:cubicBezTo>
                  <a:cubicBezTo>
                    <a:pt x="52" y="8"/>
                    <a:pt x="39" y="0"/>
                    <a:pt x="26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9"/>
            <p:cNvSpPr/>
            <p:nvPr/>
          </p:nvSpPr>
          <p:spPr>
            <a:xfrm>
              <a:off x="2136325" y="964950"/>
              <a:ext cx="1300" cy="875"/>
            </a:xfrm>
            <a:custGeom>
              <a:avLst/>
              <a:gdLst/>
              <a:ahLst/>
              <a:cxnLst/>
              <a:rect l="l" t="t" r="r" b="b"/>
              <a:pathLst>
                <a:path w="52" h="35" extrusionOk="0">
                  <a:moveTo>
                    <a:pt x="26" y="1"/>
                  </a:moveTo>
                  <a:cubicBezTo>
                    <a:pt x="13" y="1"/>
                    <a:pt x="1" y="9"/>
                    <a:pt x="1" y="26"/>
                  </a:cubicBezTo>
                  <a:cubicBezTo>
                    <a:pt x="1" y="29"/>
                    <a:pt x="1" y="32"/>
                    <a:pt x="2" y="35"/>
                  </a:cubicBezTo>
                  <a:cubicBezTo>
                    <a:pt x="5" y="24"/>
                    <a:pt x="15" y="17"/>
                    <a:pt x="25" y="17"/>
                  </a:cubicBezTo>
                  <a:cubicBezTo>
                    <a:pt x="37" y="17"/>
                    <a:pt x="46" y="24"/>
                    <a:pt x="50" y="35"/>
                  </a:cubicBezTo>
                  <a:cubicBezTo>
                    <a:pt x="50" y="32"/>
                    <a:pt x="51" y="29"/>
                    <a:pt x="51" y="26"/>
                  </a:cubicBezTo>
                  <a:cubicBezTo>
                    <a:pt x="51" y="9"/>
                    <a:pt x="39" y="1"/>
                    <a:pt x="26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4" name="Google Shape;674;p29"/>
          <p:cNvSpPr txBox="1">
            <a:spLocks noGrp="1"/>
          </p:cNvSpPr>
          <p:nvPr>
            <p:ph type="title" idx="15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SOMMAIRE</a:t>
            </a:r>
            <a:endParaRPr dirty="0"/>
          </a:p>
        </p:txBody>
      </p:sp>
      <p:sp>
        <p:nvSpPr>
          <p:cNvPr id="675" name="Google Shape;675;p29"/>
          <p:cNvSpPr txBox="1">
            <a:spLocks noGrp="1"/>
          </p:cNvSpPr>
          <p:nvPr>
            <p:ph type="title" idx="2"/>
          </p:nvPr>
        </p:nvSpPr>
        <p:spPr>
          <a:xfrm>
            <a:off x="1128456" y="1941871"/>
            <a:ext cx="818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76" name="Google Shape;676;p29"/>
          <p:cNvSpPr txBox="1">
            <a:spLocks noGrp="1"/>
          </p:cNvSpPr>
          <p:nvPr>
            <p:ph type="title" idx="5"/>
          </p:nvPr>
        </p:nvSpPr>
        <p:spPr>
          <a:xfrm>
            <a:off x="7108823" y="2009287"/>
            <a:ext cx="818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679" name="Google Shape;679;p29"/>
          <p:cNvCxnSpPr/>
          <p:nvPr/>
        </p:nvCxnSpPr>
        <p:spPr>
          <a:xfrm>
            <a:off x="7216550" y="2513225"/>
            <a:ext cx="8472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diamond" w="lg" len="lg"/>
            <a:tailEnd type="none" w="lg" len="lg"/>
          </a:ln>
        </p:spPr>
      </p:cxnSp>
      <p:cxnSp>
        <p:nvCxnSpPr>
          <p:cNvPr id="681" name="Google Shape;681;p29"/>
          <p:cNvCxnSpPr/>
          <p:nvPr/>
        </p:nvCxnSpPr>
        <p:spPr>
          <a:xfrm rot="10800000">
            <a:off x="1108900" y="2513225"/>
            <a:ext cx="7371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diamond" w="lg" len="lg"/>
            <a:tailEnd type="none" w="lg" len="lg"/>
          </a:ln>
        </p:spPr>
      </p:cxnSp>
      <p:sp>
        <p:nvSpPr>
          <p:cNvPr id="683" name="Google Shape;683;p29"/>
          <p:cNvSpPr txBox="1">
            <a:spLocks noGrp="1"/>
          </p:cNvSpPr>
          <p:nvPr>
            <p:ph type="ctrTitle"/>
          </p:nvPr>
        </p:nvSpPr>
        <p:spPr>
          <a:xfrm>
            <a:off x="2207219" y="1817279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Probleme vs. Solution</a:t>
            </a:r>
            <a:endParaRPr dirty="0"/>
          </a:p>
        </p:txBody>
      </p:sp>
      <p:sp>
        <p:nvSpPr>
          <p:cNvPr id="684" name="Google Shape;684;p29"/>
          <p:cNvSpPr txBox="1">
            <a:spLocks noGrp="1"/>
          </p:cNvSpPr>
          <p:nvPr>
            <p:ph type="subTitle" idx="1"/>
          </p:nvPr>
        </p:nvSpPr>
        <p:spPr>
          <a:xfrm>
            <a:off x="2207219" y="2227025"/>
            <a:ext cx="24348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Problématique observée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Et solution apporté</a:t>
            </a:r>
            <a:endParaRPr dirty="0"/>
          </a:p>
        </p:txBody>
      </p:sp>
      <p:sp>
        <p:nvSpPr>
          <p:cNvPr id="686" name="Google Shape;686;p29"/>
          <p:cNvSpPr txBox="1">
            <a:spLocks noGrp="1"/>
          </p:cNvSpPr>
          <p:nvPr>
            <p:ph type="ctrTitle" idx="6"/>
          </p:nvPr>
        </p:nvSpPr>
        <p:spPr>
          <a:xfrm>
            <a:off x="4684981" y="1821441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F</a:t>
            </a:r>
            <a:r>
              <a:rPr lang="en" dirty="0"/>
              <a:t>onctionnement de l’app</a:t>
            </a:r>
            <a:endParaRPr dirty="0"/>
          </a:p>
        </p:txBody>
      </p:sp>
      <p:sp>
        <p:nvSpPr>
          <p:cNvPr id="688" name="Google Shape;688;p29"/>
          <p:cNvSpPr txBox="1">
            <a:spLocks noGrp="1"/>
          </p:cNvSpPr>
          <p:nvPr>
            <p:ph type="subTitle" idx="13"/>
          </p:nvPr>
        </p:nvSpPr>
        <p:spPr>
          <a:xfrm>
            <a:off x="4501981" y="2227032"/>
            <a:ext cx="24348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T</a:t>
            </a:r>
            <a:r>
              <a:rPr lang="en" dirty="0"/>
              <a:t>out ce que vous devez savoir apropo  de GBATTA</a:t>
            </a:r>
            <a:endParaRPr dirty="0"/>
          </a:p>
        </p:txBody>
      </p:sp>
      <p:sp>
        <p:nvSpPr>
          <p:cNvPr id="690" name="Google Shape;690;p29"/>
          <p:cNvSpPr/>
          <p:nvPr/>
        </p:nvSpPr>
        <p:spPr>
          <a:xfrm>
            <a:off x="699700" y="922825"/>
            <a:ext cx="945300" cy="68400"/>
          </a:xfrm>
          <a:prstGeom prst="rect">
            <a:avLst/>
          </a:prstGeom>
          <a:solidFill>
            <a:srgbClr val="F4AA9E">
              <a:alpha val="519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3" name="Google Shape;1983;p34"/>
          <p:cNvGrpSpPr/>
          <p:nvPr/>
        </p:nvGrpSpPr>
        <p:grpSpPr>
          <a:xfrm flipH="1">
            <a:off x="484400" y="647492"/>
            <a:ext cx="4223974" cy="3785488"/>
            <a:chOff x="4177618" y="768600"/>
            <a:chExt cx="3053107" cy="2025300"/>
          </a:xfrm>
        </p:grpSpPr>
        <p:sp>
          <p:nvSpPr>
            <p:cNvPr id="1984" name="Google Shape;1984;p34"/>
            <p:cNvSpPr/>
            <p:nvPr/>
          </p:nvSpPr>
          <p:spPr>
            <a:xfrm>
              <a:off x="4861325" y="768600"/>
              <a:ext cx="2369400" cy="2025300"/>
            </a:xfrm>
            <a:prstGeom prst="rect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4"/>
            <p:cNvSpPr/>
            <p:nvPr/>
          </p:nvSpPr>
          <p:spPr>
            <a:xfrm rot="10800000">
              <a:off x="4177618" y="2286676"/>
              <a:ext cx="683700" cy="309000"/>
            </a:xfrm>
            <a:prstGeom prst="rtTriangle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6" name="Google Shape;1986;p34"/>
          <p:cNvSpPr txBox="1">
            <a:spLocks noGrp="1"/>
          </p:cNvSpPr>
          <p:nvPr>
            <p:ph type="ctrTitle"/>
          </p:nvPr>
        </p:nvSpPr>
        <p:spPr>
          <a:xfrm flipH="1">
            <a:off x="4267488" y="733225"/>
            <a:ext cx="4454700" cy="23430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PROBLEME</a:t>
            </a:r>
            <a:br>
              <a:rPr lang="en" sz="4800" dirty="0"/>
            </a:br>
            <a:r>
              <a:rPr lang="en" sz="4800" dirty="0"/>
              <a:t>VS</a:t>
            </a:r>
            <a:br>
              <a:rPr lang="en" sz="4800" dirty="0"/>
            </a:br>
            <a:r>
              <a:rPr lang="en" sz="4800" dirty="0"/>
              <a:t>SOLUTION</a:t>
            </a:r>
            <a:endParaRPr sz="4800" dirty="0"/>
          </a:p>
        </p:txBody>
      </p:sp>
      <p:sp>
        <p:nvSpPr>
          <p:cNvPr id="1987" name="Google Shape;1987;p34"/>
          <p:cNvSpPr txBox="1">
            <a:spLocks noGrp="1"/>
          </p:cNvSpPr>
          <p:nvPr>
            <p:ph type="subTitle" idx="1"/>
          </p:nvPr>
        </p:nvSpPr>
        <p:spPr>
          <a:xfrm flipH="1">
            <a:off x="4235424" y="3773704"/>
            <a:ext cx="3116100" cy="84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dirty="0"/>
              <a:t>Problématique observée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dirty="0"/>
              <a:t>Et solution apporté</a:t>
            </a:r>
          </a:p>
        </p:txBody>
      </p:sp>
      <p:sp>
        <p:nvSpPr>
          <p:cNvPr id="1988" name="Google Shape;1988;p34"/>
          <p:cNvSpPr txBox="1">
            <a:spLocks noGrp="1"/>
          </p:cNvSpPr>
          <p:nvPr>
            <p:ph type="title" idx="2"/>
          </p:nvPr>
        </p:nvSpPr>
        <p:spPr>
          <a:xfrm flipH="1">
            <a:off x="989423" y="2155338"/>
            <a:ext cx="22683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/>
              <a:t>01</a:t>
            </a:r>
            <a:endParaRPr sz="1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3" name="Google Shape;1993;p35"/>
          <p:cNvCxnSpPr/>
          <p:nvPr/>
        </p:nvCxnSpPr>
        <p:spPr>
          <a:xfrm>
            <a:off x="5583825" y="1078475"/>
            <a:ext cx="3561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diamond" w="med" len="med"/>
            <a:tailEnd type="none" w="med" len="med"/>
          </a:ln>
        </p:spPr>
      </p:cxnSp>
      <p:grpSp>
        <p:nvGrpSpPr>
          <p:cNvPr id="1994" name="Google Shape;1994;p35"/>
          <p:cNvGrpSpPr/>
          <p:nvPr/>
        </p:nvGrpSpPr>
        <p:grpSpPr>
          <a:xfrm>
            <a:off x="1747326" y="641006"/>
            <a:ext cx="3603188" cy="4426937"/>
            <a:chOff x="905500" y="1465750"/>
            <a:chExt cx="444000" cy="579400"/>
          </a:xfrm>
        </p:grpSpPr>
        <p:sp>
          <p:nvSpPr>
            <p:cNvPr id="1995" name="Google Shape;1995;p35"/>
            <p:cNvSpPr/>
            <p:nvPr/>
          </p:nvSpPr>
          <p:spPr>
            <a:xfrm>
              <a:off x="925850" y="1759075"/>
              <a:ext cx="154925" cy="274950"/>
            </a:xfrm>
            <a:custGeom>
              <a:avLst/>
              <a:gdLst/>
              <a:ahLst/>
              <a:cxnLst/>
              <a:rect l="l" t="t" r="r" b="b"/>
              <a:pathLst>
                <a:path w="6197" h="10998" extrusionOk="0">
                  <a:moveTo>
                    <a:pt x="1582" y="0"/>
                  </a:moveTo>
                  <a:cubicBezTo>
                    <a:pt x="1533" y="0"/>
                    <a:pt x="1489" y="11"/>
                    <a:pt x="1450" y="33"/>
                  </a:cubicBezTo>
                  <a:lnTo>
                    <a:pt x="0" y="876"/>
                  </a:lnTo>
                  <a:cubicBezTo>
                    <a:pt x="28" y="866"/>
                    <a:pt x="58" y="861"/>
                    <a:pt x="91" y="861"/>
                  </a:cubicBezTo>
                  <a:cubicBezTo>
                    <a:pt x="159" y="861"/>
                    <a:pt x="236" y="884"/>
                    <a:pt x="318" y="931"/>
                  </a:cubicBezTo>
                  <a:lnTo>
                    <a:pt x="4198" y="3171"/>
                  </a:lnTo>
                  <a:cubicBezTo>
                    <a:pt x="4478" y="3332"/>
                    <a:pt x="4704" y="3724"/>
                    <a:pt x="4703" y="4044"/>
                  </a:cubicBezTo>
                  <a:lnTo>
                    <a:pt x="4684" y="10787"/>
                  </a:lnTo>
                  <a:cubicBezTo>
                    <a:pt x="4687" y="10860"/>
                    <a:pt x="4671" y="10931"/>
                    <a:pt x="4641" y="10997"/>
                  </a:cubicBezTo>
                  <a:lnTo>
                    <a:pt x="6030" y="10190"/>
                  </a:lnTo>
                  <a:cubicBezTo>
                    <a:pt x="6121" y="10136"/>
                    <a:pt x="6178" y="10024"/>
                    <a:pt x="6178" y="9865"/>
                  </a:cubicBezTo>
                  <a:lnTo>
                    <a:pt x="6197" y="3183"/>
                  </a:lnTo>
                  <a:cubicBezTo>
                    <a:pt x="6197" y="2862"/>
                    <a:pt x="5970" y="2471"/>
                    <a:pt x="5690" y="2310"/>
                  </a:cubicBezTo>
                  <a:lnTo>
                    <a:pt x="1810" y="70"/>
                  </a:lnTo>
                  <a:cubicBezTo>
                    <a:pt x="1728" y="22"/>
                    <a:pt x="1651" y="0"/>
                    <a:pt x="1582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5"/>
            <p:cNvSpPr/>
            <p:nvPr/>
          </p:nvSpPr>
          <p:spPr>
            <a:xfrm>
              <a:off x="909725" y="1780625"/>
              <a:ext cx="133700" cy="263650"/>
            </a:xfrm>
            <a:custGeom>
              <a:avLst/>
              <a:gdLst/>
              <a:ahLst/>
              <a:cxnLst/>
              <a:rect l="l" t="t" r="r" b="b"/>
              <a:pathLst>
                <a:path w="5348" h="10546" extrusionOk="0">
                  <a:moveTo>
                    <a:pt x="2" y="388"/>
                  </a:moveTo>
                  <a:cubicBezTo>
                    <a:pt x="1" y="389"/>
                    <a:pt x="1" y="389"/>
                    <a:pt x="0" y="389"/>
                  </a:cubicBezTo>
                  <a:lnTo>
                    <a:pt x="2" y="388"/>
                  </a:lnTo>
                  <a:close/>
                  <a:moveTo>
                    <a:pt x="736" y="0"/>
                  </a:moveTo>
                  <a:cubicBezTo>
                    <a:pt x="703" y="0"/>
                    <a:pt x="672" y="5"/>
                    <a:pt x="644" y="15"/>
                  </a:cubicBezTo>
                  <a:lnTo>
                    <a:pt x="2" y="388"/>
                  </a:lnTo>
                  <a:lnTo>
                    <a:pt x="2" y="388"/>
                  </a:lnTo>
                  <a:cubicBezTo>
                    <a:pt x="40" y="366"/>
                    <a:pt x="84" y="355"/>
                    <a:pt x="132" y="355"/>
                  </a:cubicBezTo>
                  <a:cubicBezTo>
                    <a:pt x="201" y="355"/>
                    <a:pt x="278" y="378"/>
                    <a:pt x="360" y="426"/>
                  </a:cubicBezTo>
                  <a:lnTo>
                    <a:pt x="4242" y="2666"/>
                  </a:lnTo>
                  <a:cubicBezTo>
                    <a:pt x="4520" y="2827"/>
                    <a:pt x="4746" y="3218"/>
                    <a:pt x="4745" y="3539"/>
                  </a:cubicBezTo>
                  <a:lnTo>
                    <a:pt x="4726" y="10222"/>
                  </a:lnTo>
                  <a:cubicBezTo>
                    <a:pt x="4726" y="10382"/>
                    <a:pt x="4669" y="10493"/>
                    <a:pt x="4579" y="10546"/>
                  </a:cubicBezTo>
                  <a:lnTo>
                    <a:pt x="5284" y="10137"/>
                  </a:lnTo>
                  <a:cubicBezTo>
                    <a:pt x="5315" y="10070"/>
                    <a:pt x="5331" y="9999"/>
                    <a:pt x="5328" y="9926"/>
                  </a:cubicBezTo>
                  <a:lnTo>
                    <a:pt x="5348" y="3184"/>
                  </a:lnTo>
                  <a:cubicBezTo>
                    <a:pt x="5348" y="2862"/>
                    <a:pt x="5122" y="2472"/>
                    <a:pt x="4843" y="2309"/>
                  </a:cubicBezTo>
                  <a:lnTo>
                    <a:pt x="961" y="69"/>
                  </a:lnTo>
                  <a:cubicBezTo>
                    <a:pt x="880" y="22"/>
                    <a:pt x="804" y="0"/>
                    <a:pt x="736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5"/>
            <p:cNvSpPr/>
            <p:nvPr/>
          </p:nvSpPr>
          <p:spPr>
            <a:xfrm>
              <a:off x="905500" y="1789500"/>
              <a:ext cx="122900" cy="255650"/>
            </a:xfrm>
            <a:custGeom>
              <a:avLst/>
              <a:gdLst/>
              <a:ahLst/>
              <a:cxnLst/>
              <a:rect l="l" t="t" r="r" b="b"/>
              <a:pathLst>
                <a:path w="4916" h="10226" extrusionOk="0">
                  <a:moveTo>
                    <a:pt x="302" y="1"/>
                  </a:moveTo>
                  <a:cubicBezTo>
                    <a:pt x="136" y="1"/>
                    <a:pt x="21" y="132"/>
                    <a:pt x="21" y="359"/>
                  </a:cubicBezTo>
                  <a:lnTo>
                    <a:pt x="2" y="7043"/>
                  </a:lnTo>
                  <a:cubicBezTo>
                    <a:pt x="1" y="7363"/>
                    <a:pt x="227" y="7755"/>
                    <a:pt x="507" y="7915"/>
                  </a:cubicBezTo>
                  <a:lnTo>
                    <a:pt x="4387" y="10156"/>
                  </a:lnTo>
                  <a:cubicBezTo>
                    <a:pt x="4469" y="10203"/>
                    <a:pt x="4546" y="10225"/>
                    <a:pt x="4615" y="10225"/>
                  </a:cubicBezTo>
                  <a:cubicBezTo>
                    <a:pt x="4781" y="10225"/>
                    <a:pt x="4895" y="10094"/>
                    <a:pt x="4895" y="9866"/>
                  </a:cubicBezTo>
                  <a:lnTo>
                    <a:pt x="4915" y="3184"/>
                  </a:lnTo>
                  <a:cubicBezTo>
                    <a:pt x="4915" y="2863"/>
                    <a:pt x="4689" y="2472"/>
                    <a:pt x="4411" y="2311"/>
                  </a:cubicBezTo>
                  <a:lnTo>
                    <a:pt x="529" y="69"/>
                  </a:lnTo>
                  <a:cubicBezTo>
                    <a:pt x="447" y="23"/>
                    <a:pt x="370" y="1"/>
                    <a:pt x="302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5"/>
            <p:cNvSpPr/>
            <p:nvPr/>
          </p:nvSpPr>
          <p:spPr>
            <a:xfrm>
              <a:off x="905550" y="1794225"/>
              <a:ext cx="122850" cy="246975"/>
            </a:xfrm>
            <a:custGeom>
              <a:avLst/>
              <a:gdLst/>
              <a:ahLst/>
              <a:cxnLst/>
              <a:rect l="l" t="t" r="r" b="b"/>
              <a:pathLst>
                <a:path w="4914" h="9879" extrusionOk="0">
                  <a:moveTo>
                    <a:pt x="47" y="1"/>
                  </a:moveTo>
                  <a:cubicBezTo>
                    <a:pt x="28" y="56"/>
                    <a:pt x="19" y="112"/>
                    <a:pt x="21" y="170"/>
                  </a:cubicBezTo>
                  <a:lnTo>
                    <a:pt x="21" y="247"/>
                  </a:lnTo>
                  <a:cubicBezTo>
                    <a:pt x="1498" y="1097"/>
                    <a:pt x="2977" y="1949"/>
                    <a:pt x="4453" y="2802"/>
                  </a:cubicBezTo>
                  <a:cubicBezTo>
                    <a:pt x="4606" y="2891"/>
                    <a:pt x="4759" y="2976"/>
                    <a:pt x="4913" y="3063"/>
                  </a:cubicBezTo>
                  <a:lnTo>
                    <a:pt x="4913" y="2993"/>
                  </a:lnTo>
                  <a:cubicBezTo>
                    <a:pt x="4912" y="2927"/>
                    <a:pt x="4903" y="2860"/>
                    <a:pt x="4887" y="2795"/>
                  </a:cubicBezTo>
                  <a:cubicBezTo>
                    <a:pt x="3273" y="1864"/>
                    <a:pt x="1659" y="933"/>
                    <a:pt x="47" y="1"/>
                  </a:cubicBezTo>
                  <a:close/>
                  <a:moveTo>
                    <a:pt x="18" y="840"/>
                  </a:moveTo>
                  <a:lnTo>
                    <a:pt x="18" y="1101"/>
                  </a:lnTo>
                  <a:cubicBezTo>
                    <a:pt x="1265" y="1817"/>
                    <a:pt x="2512" y="2537"/>
                    <a:pt x="3757" y="3256"/>
                  </a:cubicBezTo>
                  <a:cubicBezTo>
                    <a:pt x="4142" y="3478"/>
                    <a:pt x="4526" y="3700"/>
                    <a:pt x="4910" y="3920"/>
                  </a:cubicBezTo>
                  <a:lnTo>
                    <a:pt x="4910" y="3663"/>
                  </a:lnTo>
                  <a:lnTo>
                    <a:pt x="32" y="849"/>
                  </a:lnTo>
                  <a:lnTo>
                    <a:pt x="18" y="840"/>
                  </a:lnTo>
                  <a:close/>
                  <a:moveTo>
                    <a:pt x="15" y="1693"/>
                  </a:moveTo>
                  <a:lnTo>
                    <a:pt x="15" y="1948"/>
                  </a:lnTo>
                  <a:cubicBezTo>
                    <a:pt x="31" y="1960"/>
                    <a:pt x="47" y="1970"/>
                    <a:pt x="66" y="1981"/>
                  </a:cubicBezTo>
                  <a:lnTo>
                    <a:pt x="4581" y="4589"/>
                  </a:lnTo>
                  <a:cubicBezTo>
                    <a:pt x="4687" y="4651"/>
                    <a:pt x="4794" y="4712"/>
                    <a:pt x="4907" y="4776"/>
                  </a:cubicBezTo>
                  <a:lnTo>
                    <a:pt x="4907" y="4516"/>
                  </a:lnTo>
                  <a:cubicBezTo>
                    <a:pt x="3498" y="3705"/>
                    <a:pt x="2090" y="2892"/>
                    <a:pt x="683" y="2078"/>
                  </a:cubicBezTo>
                  <a:cubicBezTo>
                    <a:pt x="463" y="1951"/>
                    <a:pt x="241" y="1823"/>
                    <a:pt x="15" y="1693"/>
                  </a:cubicBezTo>
                  <a:close/>
                  <a:moveTo>
                    <a:pt x="5" y="5109"/>
                  </a:moveTo>
                  <a:cubicBezTo>
                    <a:pt x="5" y="5109"/>
                    <a:pt x="6" y="5110"/>
                    <a:pt x="6" y="5110"/>
                  </a:cubicBezTo>
                  <a:lnTo>
                    <a:pt x="6" y="5110"/>
                  </a:lnTo>
                  <a:lnTo>
                    <a:pt x="6" y="5109"/>
                  </a:lnTo>
                  <a:close/>
                  <a:moveTo>
                    <a:pt x="12" y="2545"/>
                  </a:moveTo>
                  <a:lnTo>
                    <a:pt x="12" y="2806"/>
                  </a:lnTo>
                  <a:cubicBezTo>
                    <a:pt x="22" y="2812"/>
                    <a:pt x="32" y="2819"/>
                    <a:pt x="42" y="2825"/>
                  </a:cubicBezTo>
                  <a:cubicBezTo>
                    <a:pt x="1665" y="3758"/>
                    <a:pt x="3285" y="4693"/>
                    <a:pt x="4904" y="5630"/>
                  </a:cubicBezTo>
                  <a:lnTo>
                    <a:pt x="4904" y="5370"/>
                  </a:lnTo>
                  <a:cubicBezTo>
                    <a:pt x="3273" y="4429"/>
                    <a:pt x="1643" y="3488"/>
                    <a:pt x="12" y="2545"/>
                  </a:cubicBezTo>
                  <a:close/>
                  <a:moveTo>
                    <a:pt x="10" y="3401"/>
                  </a:moveTo>
                  <a:lnTo>
                    <a:pt x="10" y="3660"/>
                  </a:lnTo>
                  <a:cubicBezTo>
                    <a:pt x="1642" y="4602"/>
                    <a:pt x="3273" y="5543"/>
                    <a:pt x="4903" y="6484"/>
                  </a:cubicBezTo>
                  <a:lnTo>
                    <a:pt x="4903" y="6224"/>
                  </a:lnTo>
                  <a:cubicBezTo>
                    <a:pt x="3341" y="5324"/>
                    <a:pt x="1780" y="4423"/>
                    <a:pt x="219" y="3521"/>
                  </a:cubicBezTo>
                  <a:cubicBezTo>
                    <a:pt x="151" y="3482"/>
                    <a:pt x="83" y="3443"/>
                    <a:pt x="10" y="3401"/>
                  </a:cubicBezTo>
                  <a:close/>
                  <a:moveTo>
                    <a:pt x="6" y="4255"/>
                  </a:moveTo>
                  <a:lnTo>
                    <a:pt x="8" y="4516"/>
                  </a:lnTo>
                  <a:cubicBezTo>
                    <a:pt x="16" y="4522"/>
                    <a:pt x="25" y="4528"/>
                    <a:pt x="35" y="4533"/>
                  </a:cubicBezTo>
                  <a:cubicBezTo>
                    <a:pt x="1519" y="5386"/>
                    <a:pt x="2999" y="6240"/>
                    <a:pt x="4480" y="7096"/>
                  </a:cubicBezTo>
                  <a:cubicBezTo>
                    <a:pt x="4617" y="7175"/>
                    <a:pt x="4755" y="7255"/>
                    <a:pt x="4900" y="7339"/>
                  </a:cubicBezTo>
                  <a:lnTo>
                    <a:pt x="4900" y="7080"/>
                  </a:lnTo>
                  <a:cubicBezTo>
                    <a:pt x="3269" y="6139"/>
                    <a:pt x="1637" y="5198"/>
                    <a:pt x="6" y="4255"/>
                  </a:cubicBezTo>
                  <a:close/>
                  <a:moveTo>
                    <a:pt x="6" y="5110"/>
                  </a:moveTo>
                  <a:lnTo>
                    <a:pt x="6" y="5370"/>
                  </a:lnTo>
                  <a:cubicBezTo>
                    <a:pt x="1637" y="6310"/>
                    <a:pt x="3269" y="7251"/>
                    <a:pt x="4900" y="8192"/>
                  </a:cubicBezTo>
                  <a:lnTo>
                    <a:pt x="4900" y="7931"/>
                  </a:lnTo>
                  <a:cubicBezTo>
                    <a:pt x="3415" y="7078"/>
                    <a:pt x="1933" y="6223"/>
                    <a:pt x="451" y="5366"/>
                  </a:cubicBezTo>
                  <a:cubicBezTo>
                    <a:pt x="305" y="5282"/>
                    <a:pt x="159" y="5198"/>
                    <a:pt x="6" y="5110"/>
                  </a:cubicBezTo>
                  <a:close/>
                  <a:moveTo>
                    <a:pt x="2" y="5963"/>
                  </a:moveTo>
                  <a:lnTo>
                    <a:pt x="3" y="6224"/>
                  </a:lnTo>
                  <a:cubicBezTo>
                    <a:pt x="9" y="6227"/>
                    <a:pt x="15" y="6231"/>
                    <a:pt x="21" y="6236"/>
                  </a:cubicBezTo>
                  <a:cubicBezTo>
                    <a:pt x="1646" y="7171"/>
                    <a:pt x="3272" y="8108"/>
                    <a:pt x="4896" y="9047"/>
                  </a:cubicBezTo>
                  <a:lnTo>
                    <a:pt x="4896" y="8788"/>
                  </a:lnTo>
                  <a:cubicBezTo>
                    <a:pt x="3264" y="7847"/>
                    <a:pt x="1633" y="6906"/>
                    <a:pt x="2" y="5963"/>
                  </a:cubicBezTo>
                  <a:close/>
                  <a:moveTo>
                    <a:pt x="0" y="6817"/>
                  </a:moveTo>
                  <a:lnTo>
                    <a:pt x="0" y="6852"/>
                  </a:lnTo>
                  <a:cubicBezTo>
                    <a:pt x="2" y="6936"/>
                    <a:pt x="15" y="7020"/>
                    <a:pt x="39" y="7102"/>
                  </a:cubicBezTo>
                  <a:cubicBezTo>
                    <a:pt x="1559" y="7976"/>
                    <a:pt x="3079" y="8853"/>
                    <a:pt x="4597" y="9730"/>
                  </a:cubicBezTo>
                  <a:cubicBezTo>
                    <a:pt x="4681" y="9780"/>
                    <a:pt x="4765" y="9828"/>
                    <a:pt x="4854" y="9878"/>
                  </a:cubicBezTo>
                  <a:cubicBezTo>
                    <a:pt x="4881" y="9815"/>
                    <a:pt x="4896" y="9746"/>
                    <a:pt x="4894" y="9677"/>
                  </a:cubicBezTo>
                  <a:lnTo>
                    <a:pt x="4894" y="9641"/>
                  </a:lnTo>
                  <a:cubicBezTo>
                    <a:pt x="3263" y="8699"/>
                    <a:pt x="1632" y="7758"/>
                    <a:pt x="0" y="6817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5"/>
            <p:cNvSpPr/>
            <p:nvPr/>
          </p:nvSpPr>
          <p:spPr>
            <a:xfrm>
              <a:off x="949925" y="1770850"/>
              <a:ext cx="103300" cy="57875"/>
            </a:xfrm>
            <a:custGeom>
              <a:avLst/>
              <a:gdLst/>
              <a:ahLst/>
              <a:cxnLst/>
              <a:rect l="l" t="t" r="r" b="b"/>
              <a:pathLst>
                <a:path w="4132" h="2315" extrusionOk="0">
                  <a:moveTo>
                    <a:pt x="663" y="1"/>
                  </a:moveTo>
                  <a:cubicBezTo>
                    <a:pt x="517" y="1"/>
                    <a:pt x="364" y="36"/>
                    <a:pt x="244" y="106"/>
                  </a:cubicBezTo>
                  <a:cubicBezTo>
                    <a:pt x="25" y="232"/>
                    <a:pt x="0" y="425"/>
                    <a:pt x="190" y="534"/>
                  </a:cubicBezTo>
                  <a:lnTo>
                    <a:pt x="3148" y="2241"/>
                  </a:lnTo>
                  <a:cubicBezTo>
                    <a:pt x="3234" y="2290"/>
                    <a:pt x="3349" y="2315"/>
                    <a:pt x="3469" y="2315"/>
                  </a:cubicBezTo>
                  <a:cubicBezTo>
                    <a:pt x="3615" y="2315"/>
                    <a:pt x="3769" y="2279"/>
                    <a:pt x="3889" y="2210"/>
                  </a:cubicBezTo>
                  <a:cubicBezTo>
                    <a:pt x="4108" y="2083"/>
                    <a:pt x="4131" y="1891"/>
                    <a:pt x="3941" y="1782"/>
                  </a:cubicBezTo>
                  <a:lnTo>
                    <a:pt x="985" y="74"/>
                  </a:lnTo>
                  <a:cubicBezTo>
                    <a:pt x="899" y="25"/>
                    <a:pt x="784" y="1"/>
                    <a:pt x="663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5"/>
            <p:cNvSpPr/>
            <p:nvPr/>
          </p:nvSpPr>
          <p:spPr>
            <a:xfrm>
              <a:off x="960150" y="1690825"/>
              <a:ext cx="63375" cy="91175"/>
            </a:xfrm>
            <a:custGeom>
              <a:avLst/>
              <a:gdLst/>
              <a:ahLst/>
              <a:cxnLst/>
              <a:rect l="l" t="t" r="r" b="b"/>
              <a:pathLst>
                <a:path w="2535" h="3647" extrusionOk="0">
                  <a:moveTo>
                    <a:pt x="345" y="1"/>
                  </a:moveTo>
                  <a:cubicBezTo>
                    <a:pt x="166" y="1"/>
                    <a:pt x="1" y="144"/>
                    <a:pt x="0" y="345"/>
                  </a:cubicBezTo>
                  <a:lnTo>
                    <a:pt x="0" y="3465"/>
                  </a:lnTo>
                  <a:cubicBezTo>
                    <a:pt x="0" y="3565"/>
                    <a:pt x="81" y="3646"/>
                    <a:pt x="181" y="3646"/>
                  </a:cubicBezTo>
                  <a:cubicBezTo>
                    <a:pt x="281" y="3646"/>
                    <a:pt x="363" y="3565"/>
                    <a:pt x="363" y="3465"/>
                  </a:cubicBezTo>
                  <a:lnTo>
                    <a:pt x="363" y="375"/>
                  </a:lnTo>
                  <a:lnTo>
                    <a:pt x="2225" y="1451"/>
                  </a:lnTo>
                  <a:cubicBezTo>
                    <a:pt x="2255" y="1472"/>
                    <a:pt x="2290" y="1481"/>
                    <a:pt x="2324" y="1481"/>
                  </a:cubicBezTo>
                  <a:cubicBezTo>
                    <a:pt x="2387" y="1481"/>
                    <a:pt x="2448" y="1449"/>
                    <a:pt x="2483" y="1390"/>
                  </a:cubicBezTo>
                  <a:cubicBezTo>
                    <a:pt x="2535" y="1300"/>
                    <a:pt x="2500" y="1184"/>
                    <a:pt x="2406" y="1138"/>
                  </a:cubicBezTo>
                  <a:lnTo>
                    <a:pt x="516" y="47"/>
                  </a:lnTo>
                  <a:cubicBezTo>
                    <a:pt x="461" y="15"/>
                    <a:pt x="402" y="1"/>
                    <a:pt x="345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5"/>
            <p:cNvSpPr/>
            <p:nvPr/>
          </p:nvSpPr>
          <p:spPr>
            <a:xfrm>
              <a:off x="977725" y="1697575"/>
              <a:ext cx="47650" cy="32425"/>
            </a:xfrm>
            <a:custGeom>
              <a:avLst/>
              <a:gdLst/>
              <a:ahLst/>
              <a:cxnLst/>
              <a:rect l="l" t="t" r="r" b="b"/>
              <a:pathLst>
                <a:path w="1906" h="1297" extrusionOk="0">
                  <a:moveTo>
                    <a:pt x="308" y="0"/>
                  </a:moveTo>
                  <a:cubicBezTo>
                    <a:pt x="214" y="0"/>
                    <a:pt x="123" y="49"/>
                    <a:pt x="73" y="135"/>
                  </a:cubicBezTo>
                  <a:cubicBezTo>
                    <a:pt x="0" y="260"/>
                    <a:pt x="38" y="420"/>
                    <a:pt x="158" y="499"/>
                  </a:cubicBezTo>
                  <a:lnTo>
                    <a:pt x="1478" y="1261"/>
                  </a:lnTo>
                  <a:cubicBezTo>
                    <a:pt x="1520" y="1284"/>
                    <a:pt x="1566" y="1297"/>
                    <a:pt x="1614" y="1297"/>
                  </a:cubicBezTo>
                  <a:cubicBezTo>
                    <a:pt x="1736" y="1296"/>
                    <a:pt x="1843" y="1213"/>
                    <a:pt x="1874" y="1095"/>
                  </a:cubicBezTo>
                  <a:cubicBezTo>
                    <a:pt x="1906" y="977"/>
                    <a:pt x="1855" y="852"/>
                    <a:pt x="1751" y="791"/>
                  </a:cubicBezTo>
                  <a:lnTo>
                    <a:pt x="431" y="30"/>
                  </a:lnTo>
                  <a:cubicBezTo>
                    <a:pt x="392" y="10"/>
                    <a:pt x="349" y="0"/>
                    <a:pt x="308" y="0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5"/>
            <p:cNvSpPr/>
            <p:nvPr/>
          </p:nvSpPr>
          <p:spPr>
            <a:xfrm>
              <a:off x="1012525" y="1718500"/>
              <a:ext cx="30475" cy="106100"/>
            </a:xfrm>
            <a:custGeom>
              <a:avLst/>
              <a:gdLst/>
              <a:ahLst/>
              <a:cxnLst/>
              <a:rect l="l" t="t" r="r" b="b"/>
              <a:pathLst>
                <a:path w="1219" h="4244" extrusionOk="0">
                  <a:moveTo>
                    <a:pt x="210" y="0"/>
                  </a:moveTo>
                  <a:cubicBezTo>
                    <a:pt x="148" y="0"/>
                    <a:pt x="86" y="32"/>
                    <a:pt x="53" y="90"/>
                  </a:cubicBezTo>
                  <a:cubicBezTo>
                    <a:pt x="0" y="182"/>
                    <a:pt x="35" y="298"/>
                    <a:pt x="130" y="344"/>
                  </a:cubicBezTo>
                  <a:lnTo>
                    <a:pt x="686" y="666"/>
                  </a:lnTo>
                  <a:cubicBezTo>
                    <a:pt x="792" y="727"/>
                    <a:pt x="856" y="838"/>
                    <a:pt x="856" y="959"/>
                  </a:cubicBezTo>
                  <a:lnTo>
                    <a:pt x="856" y="4062"/>
                  </a:lnTo>
                  <a:cubicBezTo>
                    <a:pt x="856" y="4162"/>
                    <a:pt x="937" y="4243"/>
                    <a:pt x="1037" y="4243"/>
                  </a:cubicBezTo>
                  <a:cubicBezTo>
                    <a:pt x="1137" y="4243"/>
                    <a:pt x="1219" y="4162"/>
                    <a:pt x="1219" y="4062"/>
                  </a:cubicBezTo>
                  <a:lnTo>
                    <a:pt x="1219" y="959"/>
                  </a:lnTo>
                  <a:cubicBezTo>
                    <a:pt x="1217" y="709"/>
                    <a:pt x="1084" y="477"/>
                    <a:pt x="868" y="353"/>
                  </a:cubicBezTo>
                  <a:lnTo>
                    <a:pt x="311" y="31"/>
                  </a:lnTo>
                  <a:cubicBezTo>
                    <a:pt x="280" y="10"/>
                    <a:pt x="245" y="0"/>
                    <a:pt x="210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5"/>
            <p:cNvSpPr/>
            <p:nvPr/>
          </p:nvSpPr>
          <p:spPr>
            <a:xfrm>
              <a:off x="934225" y="1827450"/>
              <a:ext cx="65500" cy="67825"/>
            </a:xfrm>
            <a:custGeom>
              <a:avLst/>
              <a:gdLst/>
              <a:ahLst/>
              <a:cxnLst/>
              <a:rect l="l" t="t" r="r" b="b"/>
              <a:pathLst>
                <a:path w="2620" h="2713" extrusionOk="0">
                  <a:moveTo>
                    <a:pt x="116" y="0"/>
                  </a:moveTo>
                  <a:cubicBezTo>
                    <a:pt x="48" y="0"/>
                    <a:pt x="0" y="63"/>
                    <a:pt x="0" y="168"/>
                  </a:cubicBezTo>
                  <a:lnTo>
                    <a:pt x="0" y="1032"/>
                  </a:lnTo>
                  <a:cubicBezTo>
                    <a:pt x="0" y="1173"/>
                    <a:pt x="86" y="1337"/>
                    <a:pt x="192" y="1399"/>
                  </a:cubicBezTo>
                  <a:lnTo>
                    <a:pt x="2428" y="2690"/>
                  </a:lnTo>
                  <a:cubicBezTo>
                    <a:pt x="2455" y="2705"/>
                    <a:pt x="2480" y="2712"/>
                    <a:pt x="2504" y="2712"/>
                  </a:cubicBezTo>
                  <a:cubicBezTo>
                    <a:pt x="2572" y="2712"/>
                    <a:pt x="2619" y="2650"/>
                    <a:pt x="2619" y="2545"/>
                  </a:cubicBezTo>
                  <a:lnTo>
                    <a:pt x="2619" y="1680"/>
                  </a:lnTo>
                  <a:cubicBezTo>
                    <a:pt x="2619" y="1540"/>
                    <a:pt x="2534" y="1376"/>
                    <a:pt x="2428" y="1314"/>
                  </a:cubicBezTo>
                  <a:lnTo>
                    <a:pt x="192" y="23"/>
                  </a:lnTo>
                  <a:cubicBezTo>
                    <a:pt x="165" y="7"/>
                    <a:pt x="139" y="0"/>
                    <a:pt x="116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5"/>
            <p:cNvSpPr/>
            <p:nvPr/>
          </p:nvSpPr>
          <p:spPr>
            <a:xfrm>
              <a:off x="924800" y="1779425"/>
              <a:ext cx="119875" cy="255200"/>
            </a:xfrm>
            <a:custGeom>
              <a:avLst/>
              <a:gdLst/>
              <a:ahLst/>
              <a:cxnLst/>
              <a:rect l="l" t="t" r="r" b="b"/>
              <a:pathLst>
                <a:path w="4795" h="10208" extrusionOk="0">
                  <a:moveTo>
                    <a:pt x="151" y="1"/>
                  </a:moveTo>
                  <a:lnTo>
                    <a:pt x="42" y="63"/>
                  </a:lnTo>
                  <a:lnTo>
                    <a:pt x="0" y="88"/>
                  </a:lnTo>
                  <a:cubicBezTo>
                    <a:pt x="8" y="103"/>
                    <a:pt x="24" y="113"/>
                    <a:pt x="41" y="113"/>
                  </a:cubicBezTo>
                  <a:cubicBezTo>
                    <a:pt x="46" y="113"/>
                    <a:pt x="52" y="112"/>
                    <a:pt x="57" y="110"/>
                  </a:cubicBezTo>
                  <a:cubicBezTo>
                    <a:pt x="80" y="101"/>
                    <a:pt x="105" y="97"/>
                    <a:pt x="132" y="97"/>
                  </a:cubicBezTo>
                  <a:cubicBezTo>
                    <a:pt x="194" y="97"/>
                    <a:pt x="263" y="119"/>
                    <a:pt x="334" y="160"/>
                  </a:cubicBezTo>
                  <a:lnTo>
                    <a:pt x="4216" y="2401"/>
                  </a:lnTo>
                  <a:cubicBezTo>
                    <a:pt x="4481" y="2553"/>
                    <a:pt x="4696" y="2926"/>
                    <a:pt x="4696" y="3230"/>
                  </a:cubicBezTo>
                  <a:lnTo>
                    <a:pt x="4677" y="9973"/>
                  </a:lnTo>
                  <a:cubicBezTo>
                    <a:pt x="4678" y="10038"/>
                    <a:pt x="4665" y="10104"/>
                    <a:pt x="4638" y="10162"/>
                  </a:cubicBezTo>
                  <a:cubicBezTo>
                    <a:pt x="4630" y="10176"/>
                    <a:pt x="4630" y="10193"/>
                    <a:pt x="4639" y="10208"/>
                  </a:cubicBezTo>
                  <a:lnTo>
                    <a:pt x="4681" y="10183"/>
                  </a:lnTo>
                  <a:lnTo>
                    <a:pt x="4749" y="10144"/>
                  </a:lnTo>
                  <a:cubicBezTo>
                    <a:pt x="4767" y="10088"/>
                    <a:pt x="4775" y="10031"/>
                    <a:pt x="4775" y="9973"/>
                  </a:cubicBezTo>
                  <a:lnTo>
                    <a:pt x="4793" y="3232"/>
                  </a:lnTo>
                  <a:cubicBezTo>
                    <a:pt x="4794" y="2895"/>
                    <a:pt x="4556" y="2485"/>
                    <a:pt x="4265" y="2317"/>
                  </a:cubicBezTo>
                  <a:lnTo>
                    <a:pt x="383" y="76"/>
                  </a:lnTo>
                  <a:cubicBezTo>
                    <a:pt x="314" y="31"/>
                    <a:pt x="232" y="7"/>
                    <a:pt x="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5"/>
            <p:cNvSpPr/>
            <p:nvPr/>
          </p:nvSpPr>
          <p:spPr>
            <a:xfrm>
              <a:off x="1216900" y="1465750"/>
              <a:ext cx="132600" cy="171725"/>
            </a:xfrm>
            <a:custGeom>
              <a:avLst/>
              <a:gdLst/>
              <a:ahLst/>
              <a:cxnLst/>
              <a:rect l="l" t="t" r="r" b="b"/>
              <a:pathLst>
                <a:path w="5304" h="6869" extrusionOk="0">
                  <a:moveTo>
                    <a:pt x="1754" y="1"/>
                  </a:moveTo>
                  <a:cubicBezTo>
                    <a:pt x="1682" y="1"/>
                    <a:pt x="1609" y="5"/>
                    <a:pt x="1535" y="15"/>
                  </a:cubicBezTo>
                  <a:cubicBezTo>
                    <a:pt x="741" y="118"/>
                    <a:pt x="1" y="839"/>
                    <a:pt x="158" y="2086"/>
                  </a:cubicBezTo>
                  <a:cubicBezTo>
                    <a:pt x="163" y="2128"/>
                    <a:pt x="958" y="2367"/>
                    <a:pt x="1662" y="2367"/>
                  </a:cubicBezTo>
                  <a:cubicBezTo>
                    <a:pt x="1839" y="2367"/>
                    <a:pt x="2011" y="2352"/>
                    <a:pt x="2163" y="2315"/>
                  </a:cubicBezTo>
                  <a:lnTo>
                    <a:pt x="2163" y="2315"/>
                  </a:lnTo>
                  <a:cubicBezTo>
                    <a:pt x="2164" y="2325"/>
                    <a:pt x="2162" y="3318"/>
                    <a:pt x="2208" y="3874"/>
                  </a:cubicBezTo>
                  <a:cubicBezTo>
                    <a:pt x="2240" y="4254"/>
                    <a:pt x="2621" y="4493"/>
                    <a:pt x="2946" y="4597"/>
                  </a:cubicBezTo>
                  <a:cubicBezTo>
                    <a:pt x="3269" y="4702"/>
                    <a:pt x="3377" y="4915"/>
                    <a:pt x="3448" y="5234"/>
                  </a:cubicBezTo>
                  <a:cubicBezTo>
                    <a:pt x="3517" y="5546"/>
                    <a:pt x="3513" y="5863"/>
                    <a:pt x="3558" y="6176"/>
                  </a:cubicBezTo>
                  <a:cubicBezTo>
                    <a:pt x="3581" y="6327"/>
                    <a:pt x="3591" y="6479"/>
                    <a:pt x="3633" y="6626"/>
                  </a:cubicBezTo>
                  <a:cubicBezTo>
                    <a:pt x="3687" y="6809"/>
                    <a:pt x="3908" y="6868"/>
                    <a:pt x="4135" y="6868"/>
                  </a:cubicBezTo>
                  <a:cubicBezTo>
                    <a:pt x="4323" y="6868"/>
                    <a:pt x="4515" y="6827"/>
                    <a:pt x="4617" y="6784"/>
                  </a:cubicBezTo>
                  <a:cubicBezTo>
                    <a:pt x="5075" y="6591"/>
                    <a:pt x="5262" y="6081"/>
                    <a:pt x="5281" y="5615"/>
                  </a:cubicBezTo>
                  <a:cubicBezTo>
                    <a:pt x="5304" y="5047"/>
                    <a:pt x="5078" y="4519"/>
                    <a:pt x="4759" y="4058"/>
                  </a:cubicBezTo>
                  <a:cubicBezTo>
                    <a:pt x="4577" y="3797"/>
                    <a:pt x="4370" y="3556"/>
                    <a:pt x="4160" y="3318"/>
                  </a:cubicBezTo>
                  <a:cubicBezTo>
                    <a:pt x="3822" y="2938"/>
                    <a:pt x="3529" y="2532"/>
                    <a:pt x="3472" y="2015"/>
                  </a:cubicBezTo>
                  <a:cubicBezTo>
                    <a:pt x="3430" y="1626"/>
                    <a:pt x="3441" y="1262"/>
                    <a:pt x="3253" y="907"/>
                  </a:cubicBezTo>
                  <a:cubicBezTo>
                    <a:pt x="2959" y="344"/>
                    <a:pt x="2378" y="1"/>
                    <a:pt x="1754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5"/>
            <p:cNvSpPr/>
            <p:nvPr/>
          </p:nvSpPr>
          <p:spPr>
            <a:xfrm>
              <a:off x="1182050" y="1935850"/>
              <a:ext cx="81650" cy="59450"/>
            </a:xfrm>
            <a:custGeom>
              <a:avLst/>
              <a:gdLst/>
              <a:ahLst/>
              <a:cxnLst/>
              <a:rect l="l" t="t" r="r" b="b"/>
              <a:pathLst>
                <a:path w="3266" h="2378" extrusionOk="0">
                  <a:moveTo>
                    <a:pt x="2807" y="1"/>
                  </a:moveTo>
                  <a:cubicBezTo>
                    <a:pt x="2805" y="1"/>
                    <a:pt x="2802" y="1"/>
                    <a:pt x="2800" y="1"/>
                  </a:cubicBezTo>
                  <a:lnTo>
                    <a:pt x="1744" y="124"/>
                  </a:lnTo>
                  <a:lnTo>
                    <a:pt x="696" y="926"/>
                  </a:lnTo>
                  <a:lnTo>
                    <a:pt x="261" y="1184"/>
                  </a:lnTo>
                  <a:cubicBezTo>
                    <a:pt x="131" y="1258"/>
                    <a:pt x="41" y="1387"/>
                    <a:pt x="15" y="1535"/>
                  </a:cubicBezTo>
                  <a:cubicBezTo>
                    <a:pt x="3" y="1608"/>
                    <a:pt x="0" y="1682"/>
                    <a:pt x="7" y="1754"/>
                  </a:cubicBezTo>
                  <a:cubicBezTo>
                    <a:pt x="16" y="1837"/>
                    <a:pt x="44" y="1915"/>
                    <a:pt x="88" y="1983"/>
                  </a:cubicBezTo>
                  <a:cubicBezTo>
                    <a:pt x="189" y="2130"/>
                    <a:pt x="423" y="2362"/>
                    <a:pt x="919" y="2378"/>
                  </a:cubicBezTo>
                  <a:cubicBezTo>
                    <a:pt x="924" y="2378"/>
                    <a:pt x="930" y="2378"/>
                    <a:pt x="935" y="2378"/>
                  </a:cubicBezTo>
                  <a:cubicBezTo>
                    <a:pt x="1027" y="2378"/>
                    <a:pt x="1117" y="2353"/>
                    <a:pt x="1196" y="2308"/>
                  </a:cubicBezTo>
                  <a:lnTo>
                    <a:pt x="2997" y="1267"/>
                  </a:lnTo>
                  <a:cubicBezTo>
                    <a:pt x="3166" y="1171"/>
                    <a:pt x="3266" y="990"/>
                    <a:pt x="3260" y="797"/>
                  </a:cubicBezTo>
                  <a:cubicBezTo>
                    <a:pt x="3254" y="635"/>
                    <a:pt x="3231" y="435"/>
                    <a:pt x="3161" y="249"/>
                  </a:cubicBezTo>
                  <a:cubicBezTo>
                    <a:pt x="3107" y="100"/>
                    <a:pt x="2965" y="1"/>
                    <a:pt x="2807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5"/>
            <p:cNvSpPr/>
            <p:nvPr/>
          </p:nvSpPr>
          <p:spPr>
            <a:xfrm>
              <a:off x="1182225" y="1958275"/>
              <a:ext cx="81150" cy="37125"/>
            </a:xfrm>
            <a:custGeom>
              <a:avLst/>
              <a:gdLst/>
              <a:ahLst/>
              <a:cxnLst/>
              <a:rect l="l" t="t" r="r" b="b"/>
              <a:pathLst>
                <a:path w="3246" h="1485" extrusionOk="0">
                  <a:moveTo>
                    <a:pt x="1210" y="1199"/>
                  </a:moveTo>
                  <a:cubicBezTo>
                    <a:pt x="1120" y="1250"/>
                    <a:pt x="1017" y="1276"/>
                    <a:pt x="914" y="1273"/>
                  </a:cubicBezTo>
                  <a:cubicBezTo>
                    <a:pt x="385" y="1256"/>
                    <a:pt x="134" y="1008"/>
                    <a:pt x="28" y="853"/>
                  </a:cubicBezTo>
                  <a:cubicBezTo>
                    <a:pt x="18" y="837"/>
                    <a:pt x="9" y="821"/>
                    <a:pt x="0" y="803"/>
                  </a:cubicBezTo>
                  <a:cubicBezTo>
                    <a:pt x="0" y="822"/>
                    <a:pt x="0" y="840"/>
                    <a:pt x="2" y="859"/>
                  </a:cubicBezTo>
                  <a:cubicBezTo>
                    <a:pt x="9" y="940"/>
                    <a:pt x="37" y="1019"/>
                    <a:pt x="83" y="1088"/>
                  </a:cubicBezTo>
                  <a:cubicBezTo>
                    <a:pt x="183" y="1234"/>
                    <a:pt x="418" y="1466"/>
                    <a:pt x="912" y="1482"/>
                  </a:cubicBezTo>
                  <a:cubicBezTo>
                    <a:pt x="1010" y="1485"/>
                    <a:pt x="1107" y="1460"/>
                    <a:pt x="1189" y="1412"/>
                  </a:cubicBezTo>
                  <a:lnTo>
                    <a:pt x="2992" y="371"/>
                  </a:lnTo>
                  <a:cubicBezTo>
                    <a:pt x="3128" y="292"/>
                    <a:pt x="3222" y="155"/>
                    <a:pt x="3246" y="0"/>
                  </a:cubicBezTo>
                  <a:cubicBezTo>
                    <a:pt x="3211" y="33"/>
                    <a:pt x="3173" y="64"/>
                    <a:pt x="3130" y="89"/>
                  </a:cubicBezTo>
                  <a:close/>
                </a:path>
              </a:pathLst>
            </a:custGeom>
            <a:solidFill>
              <a:srgbClr val="F1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5"/>
            <p:cNvSpPr/>
            <p:nvPr/>
          </p:nvSpPr>
          <p:spPr>
            <a:xfrm>
              <a:off x="1225400" y="1688175"/>
              <a:ext cx="28700" cy="263625"/>
            </a:xfrm>
            <a:custGeom>
              <a:avLst/>
              <a:gdLst/>
              <a:ahLst/>
              <a:cxnLst/>
              <a:rect l="l" t="t" r="r" b="b"/>
              <a:pathLst>
                <a:path w="1148" h="10545" extrusionOk="0">
                  <a:moveTo>
                    <a:pt x="574" y="0"/>
                  </a:moveTo>
                  <a:cubicBezTo>
                    <a:pt x="287" y="0"/>
                    <a:pt x="0" y="79"/>
                    <a:pt x="0" y="237"/>
                  </a:cubicBezTo>
                  <a:lnTo>
                    <a:pt x="106" y="10095"/>
                  </a:lnTo>
                  <a:cubicBezTo>
                    <a:pt x="106" y="10411"/>
                    <a:pt x="264" y="10545"/>
                    <a:pt x="582" y="10545"/>
                  </a:cubicBezTo>
                  <a:cubicBezTo>
                    <a:pt x="898" y="10545"/>
                    <a:pt x="1068" y="10391"/>
                    <a:pt x="1068" y="10073"/>
                  </a:cubicBezTo>
                  <a:lnTo>
                    <a:pt x="1147" y="237"/>
                  </a:lnTo>
                  <a:cubicBezTo>
                    <a:pt x="1147" y="79"/>
                    <a:pt x="861" y="0"/>
                    <a:pt x="574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5"/>
            <p:cNvSpPr/>
            <p:nvPr/>
          </p:nvSpPr>
          <p:spPr>
            <a:xfrm>
              <a:off x="1217900" y="1933275"/>
              <a:ext cx="25000" cy="25700"/>
            </a:xfrm>
            <a:custGeom>
              <a:avLst/>
              <a:gdLst/>
              <a:ahLst/>
              <a:cxnLst/>
              <a:rect l="l" t="t" r="r" b="b"/>
              <a:pathLst>
                <a:path w="1000" h="1028" extrusionOk="0">
                  <a:moveTo>
                    <a:pt x="348" y="967"/>
                  </a:moveTo>
                  <a:lnTo>
                    <a:pt x="300" y="951"/>
                  </a:lnTo>
                  <a:cubicBezTo>
                    <a:pt x="231" y="929"/>
                    <a:pt x="168" y="888"/>
                    <a:pt x="119" y="833"/>
                  </a:cubicBezTo>
                  <a:lnTo>
                    <a:pt x="119" y="833"/>
                  </a:lnTo>
                  <a:cubicBezTo>
                    <a:pt x="36" y="742"/>
                    <a:pt x="0" y="619"/>
                    <a:pt x="18" y="497"/>
                  </a:cubicBezTo>
                  <a:lnTo>
                    <a:pt x="60" y="221"/>
                  </a:lnTo>
                  <a:cubicBezTo>
                    <a:pt x="80" y="82"/>
                    <a:pt x="228" y="1"/>
                    <a:pt x="355" y="59"/>
                  </a:cubicBezTo>
                  <a:lnTo>
                    <a:pt x="840" y="274"/>
                  </a:lnTo>
                  <a:cubicBezTo>
                    <a:pt x="951" y="323"/>
                    <a:pt x="999" y="458"/>
                    <a:pt x="943" y="567"/>
                  </a:cubicBezTo>
                  <a:lnTo>
                    <a:pt x="840" y="762"/>
                  </a:lnTo>
                  <a:cubicBezTo>
                    <a:pt x="747" y="941"/>
                    <a:pt x="540" y="1028"/>
                    <a:pt x="348" y="967"/>
                  </a:cubicBezTo>
                  <a:close/>
                </a:path>
              </a:pathLst>
            </a:custGeom>
            <a:solidFill>
              <a:srgbClr val="F1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5"/>
            <p:cNvSpPr/>
            <p:nvPr/>
          </p:nvSpPr>
          <p:spPr>
            <a:xfrm>
              <a:off x="1217500" y="1687200"/>
              <a:ext cx="44975" cy="85700"/>
            </a:xfrm>
            <a:custGeom>
              <a:avLst/>
              <a:gdLst/>
              <a:ahLst/>
              <a:cxnLst/>
              <a:rect l="l" t="t" r="r" b="b"/>
              <a:pathLst>
                <a:path w="1799" h="3428" extrusionOk="0">
                  <a:moveTo>
                    <a:pt x="13" y="1"/>
                  </a:moveTo>
                  <a:lnTo>
                    <a:pt x="2" y="2694"/>
                  </a:lnTo>
                  <a:cubicBezTo>
                    <a:pt x="0" y="3187"/>
                    <a:pt x="399" y="3425"/>
                    <a:pt x="892" y="3427"/>
                  </a:cubicBezTo>
                  <a:lnTo>
                    <a:pt x="895" y="3427"/>
                  </a:lnTo>
                  <a:cubicBezTo>
                    <a:pt x="1386" y="3427"/>
                    <a:pt x="1787" y="3191"/>
                    <a:pt x="1788" y="2699"/>
                  </a:cubicBezTo>
                  <a:lnTo>
                    <a:pt x="1798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5"/>
            <p:cNvSpPr/>
            <p:nvPr/>
          </p:nvSpPr>
          <p:spPr>
            <a:xfrm>
              <a:off x="1224500" y="1964800"/>
              <a:ext cx="81650" cy="59425"/>
            </a:xfrm>
            <a:custGeom>
              <a:avLst/>
              <a:gdLst/>
              <a:ahLst/>
              <a:cxnLst/>
              <a:rect l="l" t="t" r="r" b="b"/>
              <a:pathLst>
                <a:path w="3266" h="2377" extrusionOk="0">
                  <a:moveTo>
                    <a:pt x="2806" y="0"/>
                  </a:moveTo>
                  <a:cubicBezTo>
                    <a:pt x="2803" y="0"/>
                    <a:pt x="2801" y="0"/>
                    <a:pt x="2799" y="0"/>
                  </a:cubicBezTo>
                  <a:lnTo>
                    <a:pt x="1743" y="123"/>
                  </a:lnTo>
                  <a:lnTo>
                    <a:pt x="695" y="925"/>
                  </a:lnTo>
                  <a:lnTo>
                    <a:pt x="260" y="1183"/>
                  </a:lnTo>
                  <a:cubicBezTo>
                    <a:pt x="131" y="1259"/>
                    <a:pt x="39" y="1386"/>
                    <a:pt x="13" y="1534"/>
                  </a:cubicBezTo>
                  <a:cubicBezTo>
                    <a:pt x="1" y="1607"/>
                    <a:pt x="0" y="1681"/>
                    <a:pt x="7" y="1753"/>
                  </a:cubicBezTo>
                  <a:cubicBezTo>
                    <a:pt x="15" y="1836"/>
                    <a:pt x="42" y="1914"/>
                    <a:pt x="89" y="1982"/>
                  </a:cubicBezTo>
                  <a:cubicBezTo>
                    <a:pt x="189" y="2129"/>
                    <a:pt x="423" y="2361"/>
                    <a:pt x="918" y="2377"/>
                  </a:cubicBezTo>
                  <a:cubicBezTo>
                    <a:pt x="923" y="2377"/>
                    <a:pt x="928" y="2377"/>
                    <a:pt x="933" y="2377"/>
                  </a:cubicBezTo>
                  <a:cubicBezTo>
                    <a:pt x="1025" y="2377"/>
                    <a:pt x="1117" y="2352"/>
                    <a:pt x="1195" y="2307"/>
                  </a:cubicBezTo>
                  <a:lnTo>
                    <a:pt x="2997" y="1266"/>
                  </a:lnTo>
                  <a:cubicBezTo>
                    <a:pt x="3164" y="1170"/>
                    <a:pt x="3266" y="989"/>
                    <a:pt x="3258" y="796"/>
                  </a:cubicBezTo>
                  <a:cubicBezTo>
                    <a:pt x="3254" y="634"/>
                    <a:pt x="3229" y="434"/>
                    <a:pt x="3160" y="248"/>
                  </a:cubicBezTo>
                  <a:cubicBezTo>
                    <a:pt x="3105" y="99"/>
                    <a:pt x="2964" y="0"/>
                    <a:pt x="2806" y="0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5"/>
            <p:cNvSpPr/>
            <p:nvPr/>
          </p:nvSpPr>
          <p:spPr>
            <a:xfrm>
              <a:off x="1224625" y="1987150"/>
              <a:ext cx="81200" cy="37200"/>
            </a:xfrm>
            <a:custGeom>
              <a:avLst/>
              <a:gdLst/>
              <a:ahLst/>
              <a:cxnLst/>
              <a:rect l="l" t="t" r="r" b="b"/>
              <a:pathLst>
                <a:path w="3248" h="1488" extrusionOk="0">
                  <a:moveTo>
                    <a:pt x="1210" y="1200"/>
                  </a:moveTo>
                  <a:cubicBezTo>
                    <a:pt x="1120" y="1252"/>
                    <a:pt x="1019" y="1278"/>
                    <a:pt x="914" y="1275"/>
                  </a:cubicBezTo>
                  <a:cubicBezTo>
                    <a:pt x="387" y="1257"/>
                    <a:pt x="136" y="1010"/>
                    <a:pt x="30" y="855"/>
                  </a:cubicBezTo>
                  <a:cubicBezTo>
                    <a:pt x="20" y="839"/>
                    <a:pt x="10" y="823"/>
                    <a:pt x="1" y="806"/>
                  </a:cubicBezTo>
                  <a:cubicBezTo>
                    <a:pt x="1" y="824"/>
                    <a:pt x="1" y="840"/>
                    <a:pt x="2" y="861"/>
                  </a:cubicBezTo>
                  <a:cubicBezTo>
                    <a:pt x="10" y="942"/>
                    <a:pt x="39" y="1020"/>
                    <a:pt x="84" y="1090"/>
                  </a:cubicBezTo>
                  <a:cubicBezTo>
                    <a:pt x="184" y="1235"/>
                    <a:pt x="418" y="1468"/>
                    <a:pt x="914" y="1484"/>
                  </a:cubicBezTo>
                  <a:cubicBezTo>
                    <a:pt x="1012" y="1487"/>
                    <a:pt x="1107" y="1462"/>
                    <a:pt x="1191" y="1413"/>
                  </a:cubicBezTo>
                  <a:lnTo>
                    <a:pt x="2992" y="372"/>
                  </a:lnTo>
                  <a:cubicBezTo>
                    <a:pt x="3129" y="294"/>
                    <a:pt x="3223" y="157"/>
                    <a:pt x="3248" y="1"/>
                  </a:cubicBezTo>
                  <a:cubicBezTo>
                    <a:pt x="3213" y="36"/>
                    <a:pt x="3174" y="66"/>
                    <a:pt x="3132" y="91"/>
                  </a:cubicBezTo>
                  <a:close/>
                </a:path>
              </a:pathLst>
            </a:custGeom>
            <a:solidFill>
              <a:srgbClr val="F1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5"/>
            <p:cNvSpPr/>
            <p:nvPr/>
          </p:nvSpPr>
          <p:spPr>
            <a:xfrm>
              <a:off x="1267800" y="1755250"/>
              <a:ext cx="28750" cy="225475"/>
            </a:xfrm>
            <a:custGeom>
              <a:avLst/>
              <a:gdLst/>
              <a:ahLst/>
              <a:cxnLst/>
              <a:rect l="l" t="t" r="r" b="b"/>
              <a:pathLst>
                <a:path w="1150" h="9019" extrusionOk="0">
                  <a:moveTo>
                    <a:pt x="581" y="0"/>
                  </a:moveTo>
                  <a:cubicBezTo>
                    <a:pt x="292" y="0"/>
                    <a:pt x="1" y="79"/>
                    <a:pt x="1" y="234"/>
                  </a:cubicBezTo>
                  <a:lnTo>
                    <a:pt x="107" y="8569"/>
                  </a:lnTo>
                  <a:cubicBezTo>
                    <a:pt x="107" y="8887"/>
                    <a:pt x="266" y="9019"/>
                    <a:pt x="582" y="9019"/>
                  </a:cubicBezTo>
                  <a:cubicBezTo>
                    <a:pt x="900" y="9019"/>
                    <a:pt x="1070" y="8865"/>
                    <a:pt x="1070" y="8547"/>
                  </a:cubicBezTo>
                  <a:lnTo>
                    <a:pt x="1149" y="234"/>
                  </a:lnTo>
                  <a:cubicBezTo>
                    <a:pt x="1149" y="77"/>
                    <a:pt x="866" y="0"/>
                    <a:pt x="581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5"/>
            <p:cNvSpPr/>
            <p:nvPr/>
          </p:nvSpPr>
          <p:spPr>
            <a:xfrm>
              <a:off x="1260300" y="1962250"/>
              <a:ext cx="25000" cy="25650"/>
            </a:xfrm>
            <a:custGeom>
              <a:avLst/>
              <a:gdLst/>
              <a:ahLst/>
              <a:cxnLst/>
              <a:rect l="l" t="t" r="r" b="b"/>
              <a:pathLst>
                <a:path w="1000" h="1026" extrusionOk="0">
                  <a:moveTo>
                    <a:pt x="350" y="965"/>
                  </a:moveTo>
                  <a:lnTo>
                    <a:pt x="302" y="949"/>
                  </a:lnTo>
                  <a:cubicBezTo>
                    <a:pt x="233" y="927"/>
                    <a:pt x="169" y="887"/>
                    <a:pt x="121" y="833"/>
                  </a:cubicBezTo>
                  <a:lnTo>
                    <a:pt x="121" y="833"/>
                  </a:lnTo>
                  <a:cubicBezTo>
                    <a:pt x="38" y="740"/>
                    <a:pt x="1" y="617"/>
                    <a:pt x="20" y="495"/>
                  </a:cubicBezTo>
                  <a:lnTo>
                    <a:pt x="60" y="221"/>
                  </a:lnTo>
                  <a:cubicBezTo>
                    <a:pt x="80" y="82"/>
                    <a:pt x="228" y="1"/>
                    <a:pt x="357" y="57"/>
                  </a:cubicBezTo>
                  <a:lnTo>
                    <a:pt x="840" y="272"/>
                  </a:lnTo>
                  <a:cubicBezTo>
                    <a:pt x="953" y="321"/>
                    <a:pt x="1000" y="456"/>
                    <a:pt x="943" y="565"/>
                  </a:cubicBezTo>
                  <a:lnTo>
                    <a:pt x="842" y="762"/>
                  </a:lnTo>
                  <a:cubicBezTo>
                    <a:pt x="749" y="940"/>
                    <a:pt x="542" y="1026"/>
                    <a:pt x="350" y="965"/>
                  </a:cubicBezTo>
                  <a:close/>
                </a:path>
              </a:pathLst>
            </a:custGeom>
            <a:solidFill>
              <a:srgbClr val="F1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5"/>
            <p:cNvSpPr/>
            <p:nvPr/>
          </p:nvSpPr>
          <p:spPr>
            <a:xfrm>
              <a:off x="1259950" y="1716150"/>
              <a:ext cx="44975" cy="66650"/>
            </a:xfrm>
            <a:custGeom>
              <a:avLst/>
              <a:gdLst/>
              <a:ahLst/>
              <a:cxnLst/>
              <a:rect l="l" t="t" r="r" b="b"/>
              <a:pathLst>
                <a:path w="1799" h="2666" extrusionOk="0">
                  <a:moveTo>
                    <a:pt x="13" y="0"/>
                  </a:moveTo>
                  <a:lnTo>
                    <a:pt x="2" y="1932"/>
                  </a:lnTo>
                  <a:cubicBezTo>
                    <a:pt x="0" y="2425"/>
                    <a:pt x="399" y="2664"/>
                    <a:pt x="892" y="2665"/>
                  </a:cubicBezTo>
                  <a:lnTo>
                    <a:pt x="895" y="2665"/>
                  </a:lnTo>
                  <a:cubicBezTo>
                    <a:pt x="1386" y="2665"/>
                    <a:pt x="1785" y="2429"/>
                    <a:pt x="1787" y="1937"/>
                  </a:cubicBezTo>
                  <a:lnTo>
                    <a:pt x="1798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5"/>
            <p:cNvSpPr/>
            <p:nvPr/>
          </p:nvSpPr>
          <p:spPr>
            <a:xfrm>
              <a:off x="1144550" y="1553675"/>
              <a:ext cx="139500" cy="102725"/>
            </a:xfrm>
            <a:custGeom>
              <a:avLst/>
              <a:gdLst/>
              <a:ahLst/>
              <a:cxnLst/>
              <a:rect l="l" t="t" r="r" b="b"/>
              <a:pathLst>
                <a:path w="5580" h="4109" extrusionOk="0">
                  <a:moveTo>
                    <a:pt x="5008" y="0"/>
                  </a:moveTo>
                  <a:cubicBezTo>
                    <a:pt x="4787" y="0"/>
                    <a:pt x="4584" y="143"/>
                    <a:pt x="4516" y="364"/>
                  </a:cubicBezTo>
                  <a:cubicBezTo>
                    <a:pt x="4241" y="1292"/>
                    <a:pt x="3650" y="2479"/>
                    <a:pt x="3059" y="2959"/>
                  </a:cubicBezTo>
                  <a:cubicBezTo>
                    <a:pt x="2951" y="3047"/>
                    <a:pt x="2732" y="3085"/>
                    <a:pt x="2455" y="3085"/>
                  </a:cubicBezTo>
                  <a:cubicBezTo>
                    <a:pt x="1961" y="3085"/>
                    <a:pt x="1282" y="2964"/>
                    <a:pt x="711" y="2784"/>
                  </a:cubicBezTo>
                  <a:cubicBezTo>
                    <a:pt x="666" y="2771"/>
                    <a:pt x="620" y="2765"/>
                    <a:pt x="574" y="2765"/>
                  </a:cubicBezTo>
                  <a:cubicBezTo>
                    <a:pt x="356" y="2765"/>
                    <a:pt x="153" y="2906"/>
                    <a:pt x="85" y="3125"/>
                  </a:cubicBezTo>
                  <a:cubicBezTo>
                    <a:pt x="1" y="3387"/>
                    <a:pt x="141" y="3670"/>
                    <a:pt x="402" y="3763"/>
                  </a:cubicBezTo>
                  <a:cubicBezTo>
                    <a:pt x="682" y="3851"/>
                    <a:pt x="968" y="3924"/>
                    <a:pt x="1256" y="3980"/>
                  </a:cubicBezTo>
                  <a:cubicBezTo>
                    <a:pt x="1605" y="4050"/>
                    <a:pt x="2015" y="4108"/>
                    <a:pt x="2413" y="4108"/>
                  </a:cubicBezTo>
                  <a:cubicBezTo>
                    <a:pt x="2905" y="4108"/>
                    <a:pt x="3381" y="4020"/>
                    <a:pt x="3706" y="3757"/>
                  </a:cubicBezTo>
                  <a:cubicBezTo>
                    <a:pt x="4612" y="3023"/>
                    <a:pt x="5260" y="1463"/>
                    <a:pt x="5501" y="657"/>
                  </a:cubicBezTo>
                  <a:cubicBezTo>
                    <a:pt x="5579" y="386"/>
                    <a:pt x="5424" y="103"/>
                    <a:pt x="5154" y="22"/>
                  </a:cubicBezTo>
                  <a:cubicBezTo>
                    <a:pt x="5105" y="7"/>
                    <a:pt x="5056" y="0"/>
                    <a:pt x="5008" y="0"/>
                  </a:cubicBez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5"/>
            <p:cNvSpPr/>
            <p:nvPr/>
          </p:nvSpPr>
          <p:spPr>
            <a:xfrm>
              <a:off x="1204875" y="1548050"/>
              <a:ext cx="111525" cy="182950"/>
            </a:xfrm>
            <a:custGeom>
              <a:avLst/>
              <a:gdLst/>
              <a:ahLst/>
              <a:cxnLst/>
              <a:rect l="l" t="t" r="r" b="b"/>
              <a:pathLst>
                <a:path w="4461" h="7318" extrusionOk="0">
                  <a:moveTo>
                    <a:pt x="1847" y="1"/>
                  </a:moveTo>
                  <a:cubicBezTo>
                    <a:pt x="1832" y="1"/>
                    <a:pt x="1818" y="1"/>
                    <a:pt x="1804" y="2"/>
                  </a:cubicBezTo>
                  <a:cubicBezTo>
                    <a:pt x="54" y="60"/>
                    <a:pt x="1005" y="2855"/>
                    <a:pt x="768" y="4282"/>
                  </a:cubicBezTo>
                  <a:cubicBezTo>
                    <a:pt x="644" y="5025"/>
                    <a:pt x="1" y="4988"/>
                    <a:pt x="373" y="5663"/>
                  </a:cubicBezTo>
                  <a:cubicBezTo>
                    <a:pt x="834" y="6499"/>
                    <a:pt x="2100" y="7303"/>
                    <a:pt x="3056" y="7317"/>
                  </a:cubicBezTo>
                  <a:cubicBezTo>
                    <a:pt x="3061" y="7317"/>
                    <a:pt x="3066" y="7317"/>
                    <a:pt x="3072" y="7317"/>
                  </a:cubicBezTo>
                  <a:cubicBezTo>
                    <a:pt x="3380" y="7317"/>
                    <a:pt x="3862" y="7153"/>
                    <a:pt x="4083" y="6946"/>
                  </a:cubicBezTo>
                  <a:cubicBezTo>
                    <a:pt x="4461" y="6594"/>
                    <a:pt x="4371" y="5986"/>
                    <a:pt x="4319" y="5525"/>
                  </a:cubicBezTo>
                  <a:cubicBezTo>
                    <a:pt x="4216" y="4597"/>
                    <a:pt x="4065" y="3662"/>
                    <a:pt x="4078" y="2728"/>
                  </a:cubicBezTo>
                  <a:cubicBezTo>
                    <a:pt x="4090" y="2011"/>
                    <a:pt x="4313" y="1062"/>
                    <a:pt x="3650" y="571"/>
                  </a:cubicBezTo>
                  <a:lnTo>
                    <a:pt x="3646" y="567"/>
                  </a:lnTo>
                  <a:cubicBezTo>
                    <a:pt x="3251" y="276"/>
                    <a:pt x="2363" y="1"/>
                    <a:pt x="1847" y="1"/>
                  </a:cubicBez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5"/>
            <p:cNvSpPr/>
            <p:nvPr/>
          </p:nvSpPr>
          <p:spPr>
            <a:xfrm>
              <a:off x="1246025" y="1514825"/>
              <a:ext cx="30575" cy="64550"/>
            </a:xfrm>
            <a:custGeom>
              <a:avLst/>
              <a:gdLst/>
              <a:ahLst/>
              <a:cxnLst/>
              <a:rect l="l" t="t" r="r" b="b"/>
              <a:pathLst>
                <a:path w="1223" h="2582" extrusionOk="0">
                  <a:moveTo>
                    <a:pt x="643" y="1"/>
                  </a:moveTo>
                  <a:cubicBezTo>
                    <a:pt x="321" y="1"/>
                    <a:pt x="63" y="265"/>
                    <a:pt x="69" y="585"/>
                  </a:cubicBezTo>
                  <a:lnTo>
                    <a:pt x="150" y="1745"/>
                  </a:lnTo>
                  <a:cubicBezTo>
                    <a:pt x="150" y="2061"/>
                    <a:pt x="0" y="2582"/>
                    <a:pt x="318" y="2582"/>
                  </a:cubicBezTo>
                  <a:cubicBezTo>
                    <a:pt x="636" y="2582"/>
                    <a:pt x="1217" y="2061"/>
                    <a:pt x="1217" y="1745"/>
                  </a:cubicBezTo>
                  <a:lnTo>
                    <a:pt x="1217" y="585"/>
                  </a:lnTo>
                  <a:cubicBezTo>
                    <a:pt x="1223" y="265"/>
                    <a:pt x="963" y="1"/>
                    <a:pt x="643" y="1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5"/>
            <p:cNvSpPr/>
            <p:nvPr/>
          </p:nvSpPr>
          <p:spPr>
            <a:xfrm>
              <a:off x="1220575" y="1471950"/>
              <a:ext cx="73575" cy="82125"/>
            </a:xfrm>
            <a:custGeom>
              <a:avLst/>
              <a:gdLst/>
              <a:ahLst/>
              <a:cxnLst/>
              <a:rect l="l" t="t" r="r" b="b"/>
              <a:pathLst>
                <a:path w="2943" h="3285" extrusionOk="0">
                  <a:moveTo>
                    <a:pt x="1482" y="1"/>
                  </a:moveTo>
                  <a:cubicBezTo>
                    <a:pt x="1428" y="1"/>
                    <a:pt x="1374" y="4"/>
                    <a:pt x="1320" y="11"/>
                  </a:cubicBezTo>
                  <a:cubicBezTo>
                    <a:pt x="546" y="105"/>
                    <a:pt x="0" y="852"/>
                    <a:pt x="100" y="1678"/>
                  </a:cubicBezTo>
                  <a:cubicBezTo>
                    <a:pt x="169" y="2232"/>
                    <a:pt x="594" y="3062"/>
                    <a:pt x="1043" y="3269"/>
                  </a:cubicBezTo>
                  <a:cubicBezTo>
                    <a:pt x="1065" y="3279"/>
                    <a:pt x="1101" y="3284"/>
                    <a:pt x="1150" y="3284"/>
                  </a:cubicBezTo>
                  <a:cubicBezTo>
                    <a:pt x="1409" y="3284"/>
                    <a:pt x="2002" y="3136"/>
                    <a:pt x="2426" y="2731"/>
                  </a:cubicBezTo>
                  <a:cubicBezTo>
                    <a:pt x="2751" y="2419"/>
                    <a:pt x="2943" y="1659"/>
                    <a:pt x="2903" y="1334"/>
                  </a:cubicBezTo>
                  <a:cubicBezTo>
                    <a:pt x="2809" y="566"/>
                    <a:pt x="2190" y="1"/>
                    <a:pt x="1482" y="1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5"/>
            <p:cNvSpPr/>
            <p:nvPr/>
          </p:nvSpPr>
          <p:spPr>
            <a:xfrm>
              <a:off x="1220525" y="1471925"/>
              <a:ext cx="73625" cy="76025"/>
            </a:xfrm>
            <a:custGeom>
              <a:avLst/>
              <a:gdLst/>
              <a:ahLst/>
              <a:cxnLst/>
              <a:rect l="l" t="t" r="r" b="b"/>
              <a:pathLst>
                <a:path w="2945" h="3041" extrusionOk="0">
                  <a:moveTo>
                    <a:pt x="1482" y="0"/>
                  </a:moveTo>
                  <a:cubicBezTo>
                    <a:pt x="1429" y="0"/>
                    <a:pt x="1375" y="4"/>
                    <a:pt x="1321" y="10"/>
                  </a:cubicBezTo>
                  <a:cubicBezTo>
                    <a:pt x="548" y="106"/>
                    <a:pt x="1" y="853"/>
                    <a:pt x="102" y="1678"/>
                  </a:cubicBezTo>
                  <a:cubicBezTo>
                    <a:pt x="126" y="1868"/>
                    <a:pt x="191" y="2090"/>
                    <a:pt x="285" y="2308"/>
                  </a:cubicBezTo>
                  <a:cubicBezTo>
                    <a:pt x="531" y="2428"/>
                    <a:pt x="820" y="2476"/>
                    <a:pt x="1108" y="2476"/>
                  </a:cubicBezTo>
                  <a:cubicBezTo>
                    <a:pt x="1179" y="2476"/>
                    <a:pt x="1249" y="2473"/>
                    <a:pt x="1319" y="2468"/>
                  </a:cubicBezTo>
                  <a:cubicBezTo>
                    <a:pt x="1335" y="2467"/>
                    <a:pt x="1351" y="2466"/>
                    <a:pt x="1367" y="2466"/>
                  </a:cubicBezTo>
                  <a:cubicBezTo>
                    <a:pt x="1662" y="2466"/>
                    <a:pt x="1920" y="2669"/>
                    <a:pt x="1976" y="2964"/>
                  </a:cubicBezTo>
                  <a:cubicBezTo>
                    <a:pt x="1980" y="2990"/>
                    <a:pt x="1985" y="3015"/>
                    <a:pt x="1990" y="3041"/>
                  </a:cubicBezTo>
                  <a:cubicBezTo>
                    <a:pt x="2150" y="2958"/>
                    <a:pt x="2296" y="2854"/>
                    <a:pt x="2427" y="2730"/>
                  </a:cubicBezTo>
                  <a:cubicBezTo>
                    <a:pt x="2753" y="2420"/>
                    <a:pt x="2945" y="1660"/>
                    <a:pt x="2905" y="1335"/>
                  </a:cubicBezTo>
                  <a:cubicBezTo>
                    <a:pt x="2811" y="567"/>
                    <a:pt x="2191" y="0"/>
                    <a:pt x="1482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5"/>
            <p:cNvSpPr/>
            <p:nvPr/>
          </p:nvSpPr>
          <p:spPr>
            <a:xfrm>
              <a:off x="1251425" y="1526575"/>
              <a:ext cx="4775" cy="4100"/>
            </a:xfrm>
            <a:custGeom>
              <a:avLst/>
              <a:gdLst/>
              <a:ahLst/>
              <a:cxnLst/>
              <a:rect l="l" t="t" r="r" b="b"/>
              <a:pathLst>
                <a:path w="191" h="164" extrusionOk="0">
                  <a:moveTo>
                    <a:pt x="85" y="1"/>
                  </a:moveTo>
                  <a:cubicBezTo>
                    <a:pt x="37" y="2"/>
                    <a:pt x="0" y="41"/>
                    <a:pt x="3" y="89"/>
                  </a:cubicBezTo>
                  <a:cubicBezTo>
                    <a:pt x="7" y="135"/>
                    <a:pt x="45" y="163"/>
                    <a:pt x="85" y="163"/>
                  </a:cubicBezTo>
                  <a:cubicBezTo>
                    <a:pt x="106" y="163"/>
                    <a:pt x="127" y="155"/>
                    <a:pt x="144" y="137"/>
                  </a:cubicBezTo>
                  <a:cubicBezTo>
                    <a:pt x="190" y="85"/>
                    <a:pt x="154" y="1"/>
                    <a:pt x="8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5"/>
            <p:cNvSpPr/>
            <p:nvPr/>
          </p:nvSpPr>
          <p:spPr>
            <a:xfrm>
              <a:off x="1254725" y="1518650"/>
              <a:ext cx="5000" cy="3925"/>
            </a:xfrm>
            <a:custGeom>
              <a:avLst/>
              <a:gdLst/>
              <a:ahLst/>
              <a:cxnLst/>
              <a:rect l="l" t="t" r="r" b="b"/>
              <a:pathLst>
                <a:path w="200" h="157" extrusionOk="0">
                  <a:moveTo>
                    <a:pt x="87" y="1"/>
                  </a:moveTo>
                  <a:cubicBezTo>
                    <a:pt x="51" y="1"/>
                    <a:pt x="17" y="21"/>
                    <a:pt x="0" y="57"/>
                  </a:cubicBezTo>
                  <a:lnTo>
                    <a:pt x="174" y="157"/>
                  </a:lnTo>
                  <a:cubicBezTo>
                    <a:pt x="199" y="106"/>
                    <a:pt x="182" y="44"/>
                    <a:pt x="134" y="13"/>
                  </a:cubicBezTo>
                  <a:cubicBezTo>
                    <a:pt x="119" y="5"/>
                    <a:pt x="103" y="1"/>
                    <a:pt x="87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5"/>
            <p:cNvSpPr/>
            <p:nvPr/>
          </p:nvSpPr>
          <p:spPr>
            <a:xfrm>
              <a:off x="1245375" y="1543325"/>
              <a:ext cx="5125" cy="3575"/>
            </a:xfrm>
            <a:custGeom>
              <a:avLst/>
              <a:gdLst/>
              <a:ahLst/>
              <a:cxnLst/>
              <a:rect l="l" t="t" r="r" b="b"/>
              <a:pathLst>
                <a:path w="205" h="143" extrusionOk="0">
                  <a:moveTo>
                    <a:pt x="186" y="1"/>
                  </a:moveTo>
                  <a:lnTo>
                    <a:pt x="0" y="73"/>
                  </a:lnTo>
                  <a:cubicBezTo>
                    <a:pt x="13" y="116"/>
                    <a:pt x="52" y="143"/>
                    <a:pt x="94" y="143"/>
                  </a:cubicBezTo>
                  <a:cubicBezTo>
                    <a:pt x="105" y="143"/>
                    <a:pt x="116" y="141"/>
                    <a:pt x="126" y="137"/>
                  </a:cubicBezTo>
                  <a:cubicBezTo>
                    <a:pt x="179" y="114"/>
                    <a:pt x="205" y="54"/>
                    <a:pt x="186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1232150" y="1517675"/>
              <a:ext cx="4750" cy="4250"/>
            </a:xfrm>
            <a:custGeom>
              <a:avLst/>
              <a:gdLst/>
              <a:ahLst/>
              <a:cxnLst/>
              <a:rect l="l" t="t" r="r" b="b"/>
              <a:pathLst>
                <a:path w="190" h="170" extrusionOk="0">
                  <a:moveTo>
                    <a:pt x="111" y="1"/>
                  </a:moveTo>
                  <a:cubicBezTo>
                    <a:pt x="91" y="1"/>
                    <a:pt x="71" y="8"/>
                    <a:pt x="54" y="22"/>
                  </a:cubicBezTo>
                  <a:cubicBezTo>
                    <a:pt x="9" y="58"/>
                    <a:pt x="0" y="122"/>
                    <a:pt x="32" y="170"/>
                  </a:cubicBezTo>
                  <a:lnTo>
                    <a:pt x="190" y="43"/>
                  </a:lnTo>
                  <a:cubicBezTo>
                    <a:pt x="172" y="16"/>
                    <a:pt x="142" y="1"/>
                    <a:pt x="111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1234650" y="1526000"/>
              <a:ext cx="4775" cy="4050"/>
            </a:xfrm>
            <a:custGeom>
              <a:avLst/>
              <a:gdLst/>
              <a:ahLst/>
              <a:cxnLst/>
              <a:rect l="l" t="t" r="r" b="b"/>
              <a:pathLst>
                <a:path w="191" h="162" extrusionOk="0">
                  <a:moveTo>
                    <a:pt x="83" y="0"/>
                  </a:moveTo>
                  <a:cubicBezTo>
                    <a:pt x="36" y="2"/>
                    <a:pt x="0" y="41"/>
                    <a:pt x="2" y="87"/>
                  </a:cubicBezTo>
                  <a:cubicBezTo>
                    <a:pt x="5" y="133"/>
                    <a:pt x="44" y="162"/>
                    <a:pt x="83" y="162"/>
                  </a:cubicBezTo>
                  <a:cubicBezTo>
                    <a:pt x="104" y="162"/>
                    <a:pt x="126" y="153"/>
                    <a:pt x="142" y="135"/>
                  </a:cubicBezTo>
                  <a:cubicBezTo>
                    <a:pt x="190" y="83"/>
                    <a:pt x="154" y="0"/>
                    <a:pt x="83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1238000" y="1526475"/>
              <a:ext cx="7550" cy="12775"/>
            </a:xfrm>
            <a:custGeom>
              <a:avLst/>
              <a:gdLst/>
              <a:ahLst/>
              <a:cxnLst/>
              <a:rect l="l" t="t" r="r" b="b"/>
              <a:pathLst>
                <a:path w="302" h="511" extrusionOk="0">
                  <a:moveTo>
                    <a:pt x="301" y="0"/>
                  </a:moveTo>
                  <a:lnTo>
                    <a:pt x="1" y="445"/>
                  </a:lnTo>
                  <a:lnTo>
                    <a:pt x="291" y="51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1189150" y="1699250"/>
              <a:ext cx="25" cy="3750"/>
            </a:xfrm>
            <a:custGeom>
              <a:avLst/>
              <a:gdLst/>
              <a:ahLst/>
              <a:cxnLst/>
              <a:rect l="l" t="t" r="r" b="b"/>
              <a:pathLst>
                <a:path w="1" h="150" extrusionOk="0">
                  <a:moveTo>
                    <a:pt x="0" y="0"/>
                  </a:moveTo>
                  <a:lnTo>
                    <a:pt x="0" y="15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1188525" y="1698925"/>
              <a:ext cx="3425" cy="6025"/>
            </a:xfrm>
            <a:custGeom>
              <a:avLst/>
              <a:gdLst/>
              <a:ahLst/>
              <a:cxnLst/>
              <a:rect l="l" t="t" r="r" b="b"/>
              <a:pathLst>
                <a:path w="137" h="241" extrusionOk="0">
                  <a:moveTo>
                    <a:pt x="81" y="0"/>
                  </a:moveTo>
                  <a:cubicBezTo>
                    <a:pt x="61" y="0"/>
                    <a:pt x="42" y="5"/>
                    <a:pt x="24" y="13"/>
                  </a:cubicBezTo>
                  <a:cubicBezTo>
                    <a:pt x="12" y="19"/>
                    <a:pt x="2" y="32"/>
                    <a:pt x="1" y="47"/>
                  </a:cubicBezTo>
                  <a:lnTo>
                    <a:pt x="1" y="241"/>
                  </a:lnTo>
                  <a:cubicBezTo>
                    <a:pt x="2" y="228"/>
                    <a:pt x="11" y="215"/>
                    <a:pt x="24" y="209"/>
                  </a:cubicBezTo>
                  <a:cubicBezTo>
                    <a:pt x="42" y="200"/>
                    <a:pt x="61" y="195"/>
                    <a:pt x="81" y="195"/>
                  </a:cubicBezTo>
                  <a:cubicBezTo>
                    <a:pt x="100" y="195"/>
                    <a:pt x="119" y="200"/>
                    <a:pt x="137" y="209"/>
                  </a:cubicBezTo>
                  <a:lnTo>
                    <a:pt x="137" y="13"/>
                  </a:lnTo>
                  <a:cubicBezTo>
                    <a:pt x="119" y="5"/>
                    <a:pt x="100" y="0"/>
                    <a:pt x="81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1191925" y="1699250"/>
              <a:ext cx="650" cy="5750"/>
            </a:xfrm>
            <a:custGeom>
              <a:avLst/>
              <a:gdLst/>
              <a:ahLst/>
              <a:cxnLst/>
              <a:rect l="l" t="t" r="r" b="b"/>
              <a:pathLst>
                <a:path w="26" h="230" extrusionOk="0">
                  <a:moveTo>
                    <a:pt x="1" y="0"/>
                  </a:moveTo>
                  <a:lnTo>
                    <a:pt x="1" y="196"/>
                  </a:lnTo>
                  <a:cubicBezTo>
                    <a:pt x="14" y="202"/>
                    <a:pt x="23" y="215"/>
                    <a:pt x="24" y="229"/>
                  </a:cubicBezTo>
                  <a:cubicBezTo>
                    <a:pt x="24" y="170"/>
                    <a:pt x="26" y="92"/>
                    <a:pt x="24" y="34"/>
                  </a:cubicBezTo>
                  <a:cubicBezTo>
                    <a:pt x="23" y="19"/>
                    <a:pt x="14" y="6"/>
                    <a:pt x="1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1188575" y="1700075"/>
              <a:ext cx="4000" cy="6075"/>
            </a:xfrm>
            <a:custGeom>
              <a:avLst/>
              <a:gdLst/>
              <a:ahLst/>
              <a:cxnLst/>
              <a:rect l="l" t="t" r="r" b="b"/>
              <a:pathLst>
                <a:path w="160" h="243" extrusionOk="0">
                  <a:moveTo>
                    <a:pt x="0" y="1"/>
                  </a:moveTo>
                  <a:lnTo>
                    <a:pt x="0" y="195"/>
                  </a:lnTo>
                  <a:cubicBezTo>
                    <a:pt x="1" y="210"/>
                    <a:pt x="10" y="223"/>
                    <a:pt x="23" y="228"/>
                  </a:cubicBezTo>
                  <a:cubicBezTo>
                    <a:pt x="41" y="238"/>
                    <a:pt x="60" y="242"/>
                    <a:pt x="79" y="242"/>
                  </a:cubicBezTo>
                  <a:cubicBezTo>
                    <a:pt x="99" y="242"/>
                    <a:pt x="118" y="238"/>
                    <a:pt x="136" y="228"/>
                  </a:cubicBezTo>
                  <a:cubicBezTo>
                    <a:pt x="149" y="223"/>
                    <a:pt x="158" y="210"/>
                    <a:pt x="160" y="196"/>
                  </a:cubicBezTo>
                  <a:lnTo>
                    <a:pt x="160" y="1"/>
                  </a:lnTo>
                  <a:cubicBezTo>
                    <a:pt x="158" y="15"/>
                    <a:pt x="149" y="27"/>
                    <a:pt x="136" y="33"/>
                  </a:cubicBezTo>
                  <a:cubicBezTo>
                    <a:pt x="118" y="42"/>
                    <a:pt x="99" y="47"/>
                    <a:pt x="79" y="47"/>
                  </a:cubicBezTo>
                  <a:cubicBezTo>
                    <a:pt x="60" y="47"/>
                    <a:pt x="41" y="42"/>
                    <a:pt x="23" y="33"/>
                  </a:cubicBezTo>
                  <a:cubicBezTo>
                    <a:pt x="10" y="27"/>
                    <a:pt x="1" y="14"/>
                    <a:pt x="0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1164050" y="1688600"/>
              <a:ext cx="45575" cy="31200"/>
            </a:xfrm>
            <a:custGeom>
              <a:avLst/>
              <a:gdLst/>
              <a:ahLst/>
              <a:cxnLst/>
              <a:rect l="l" t="t" r="r" b="b"/>
              <a:pathLst>
                <a:path w="1823" h="1248" extrusionOk="0">
                  <a:moveTo>
                    <a:pt x="1" y="0"/>
                  </a:moveTo>
                  <a:lnTo>
                    <a:pt x="1" y="196"/>
                  </a:lnTo>
                  <a:lnTo>
                    <a:pt x="1822" y="1247"/>
                  </a:lnTo>
                  <a:lnTo>
                    <a:pt x="1822" y="10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1092900" y="1688600"/>
              <a:ext cx="71175" cy="46225"/>
            </a:xfrm>
            <a:custGeom>
              <a:avLst/>
              <a:gdLst/>
              <a:ahLst/>
              <a:cxnLst/>
              <a:rect l="l" t="t" r="r" b="b"/>
              <a:pathLst>
                <a:path w="2847" h="1849" extrusionOk="0">
                  <a:moveTo>
                    <a:pt x="2847" y="0"/>
                  </a:moveTo>
                  <a:lnTo>
                    <a:pt x="0" y="1655"/>
                  </a:lnTo>
                  <a:lnTo>
                    <a:pt x="0" y="1849"/>
                  </a:lnTo>
                  <a:lnTo>
                    <a:pt x="2847" y="196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1092900" y="1729950"/>
              <a:ext cx="45550" cy="31200"/>
            </a:xfrm>
            <a:custGeom>
              <a:avLst/>
              <a:gdLst/>
              <a:ahLst/>
              <a:cxnLst/>
              <a:rect l="l" t="t" r="r" b="b"/>
              <a:pathLst>
                <a:path w="1822" h="1248" extrusionOk="0">
                  <a:moveTo>
                    <a:pt x="0" y="1"/>
                  </a:moveTo>
                  <a:lnTo>
                    <a:pt x="0" y="195"/>
                  </a:lnTo>
                  <a:lnTo>
                    <a:pt x="1822" y="1248"/>
                  </a:lnTo>
                  <a:lnTo>
                    <a:pt x="1822" y="105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1106600" y="1743350"/>
              <a:ext cx="8625" cy="7400"/>
            </a:xfrm>
            <a:custGeom>
              <a:avLst/>
              <a:gdLst/>
              <a:ahLst/>
              <a:cxnLst/>
              <a:rect l="l" t="t" r="r" b="b"/>
              <a:pathLst>
                <a:path w="345" h="296" extrusionOk="0">
                  <a:moveTo>
                    <a:pt x="172" y="1"/>
                  </a:moveTo>
                  <a:cubicBezTo>
                    <a:pt x="130" y="1"/>
                    <a:pt x="89" y="11"/>
                    <a:pt x="51" y="30"/>
                  </a:cubicBezTo>
                  <a:cubicBezTo>
                    <a:pt x="18" y="49"/>
                    <a:pt x="0" y="74"/>
                    <a:pt x="0" y="100"/>
                  </a:cubicBezTo>
                  <a:lnTo>
                    <a:pt x="0" y="295"/>
                  </a:lnTo>
                  <a:cubicBezTo>
                    <a:pt x="0" y="269"/>
                    <a:pt x="18" y="245"/>
                    <a:pt x="51" y="226"/>
                  </a:cubicBezTo>
                  <a:cubicBezTo>
                    <a:pt x="89" y="206"/>
                    <a:pt x="130" y="196"/>
                    <a:pt x="172" y="196"/>
                  </a:cubicBezTo>
                  <a:cubicBezTo>
                    <a:pt x="213" y="196"/>
                    <a:pt x="255" y="206"/>
                    <a:pt x="293" y="226"/>
                  </a:cubicBezTo>
                  <a:cubicBezTo>
                    <a:pt x="327" y="245"/>
                    <a:pt x="343" y="271"/>
                    <a:pt x="343" y="295"/>
                  </a:cubicBezTo>
                  <a:lnTo>
                    <a:pt x="343" y="100"/>
                  </a:lnTo>
                  <a:cubicBezTo>
                    <a:pt x="344" y="75"/>
                    <a:pt x="327" y="49"/>
                    <a:pt x="293" y="30"/>
                  </a:cubicBezTo>
                  <a:cubicBezTo>
                    <a:pt x="255" y="11"/>
                    <a:pt x="213" y="1"/>
                    <a:pt x="172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1106625" y="1745825"/>
              <a:ext cx="8600" cy="7400"/>
            </a:xfrm>
            <a:custGeom>
              <a:avLst/>
              <a:gdLst/>
              <a:ahLst/>
              <a:cxnLst/>
              <a:rect l="l" t="t" r="r" b="b"/>
              <a:pathLst>
                <a:path w="344" h="296" extrusionOk="0">
                  <a:moveTo>
                    <a:pt x="1" y="1"/>
                  </a:moveTo>
                  <a:lnTo>
                    <a:pt x="1" y="196"/>
                  </a:lnTo>
                  <a:cubicBezTo>
                    <a:pt x="1" y="223"/>
                    <a:pt x="17" y="247"/>
                    <a:pt x="52" y="267"/>
                  </a:cubicBezTo>
                  <a:cubicBezTo>
                    <a:pt x="89" y="286"/>
                    <a:pt x="131" y="296"/>
                    <a:pt x="172" y="296"/>
                  </a:cubicBezTo>
                  <a:cubicBezTo>
                    <a:pt x="214" y="296"/>
                    <a:pt x="255" y="286"/>
                    <a:pt x="294" y="267"/>
                  </a:cubicBezTo>
                  <a:cubicBezTo>
                    <a:pt x="327" y="247"/>
                    <a:pt x="343" y="223"/>
                    <a:pt x="343" y="198"/>
                  </a:cubicBezTo>
                  <a:lnTo>
                    <a:pt x="343" y="2"/>
                  </a:lnTo>
                  <a:cubicBezTo>
                    <a:pt x="343" y="27"/>
                    <a:pt x="327" y="53"/>
                    <a:pt x="294" y="72"/>
                  </a:cubicBezTo>
                  <a:cubicBezTo>
                    <a:pt x="255" y="91"/>
                    <a:pt x="214" y="100"/>
                    <a:pt x="172" y="100"/>
                  </a:cubicBezTo>
                  <a:cubicBezTo>
                    <a:pt x="131" y="100"/>
                    <a:pt x="89" y="91"/>
                    <a:pt x="52" y="72"/>
                  </a:cubicBezTo>
                  <a:cubicBezTo>
                    <a:pt x="17" y="51"/>
                    <a:pt x="1" y="27"/>
                    <a:pt x="1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1138425" y="1714875"/>
              <a:ext cx="71200" cy="46275"/>
            </a:xfrm>
            <a:custGeom>
              <a:avLst/>
              <a:gdLst/>
              <a:ahLst/>
              <a:cxnLst/>
              <a:rect l="l" t="t" r="r" b="b"/>
              <a:pathLst>
                <a:path w="2848" h="1851" extrusionOk="0">
                  <a:moveTo>
                    <a:pt x="2847" y="0"/>
                  </a:moveTo>
                  <a:lnTo>
                    <a:pt x="1" y="1655"/>
                  </a:lnTo>
                  <a:lnTo>
                    <a:pt x="1" y="1851"/>
                  </a:lnTo>
                  <a:lnTo>
                    <a:pt x="2847" y="196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1081475" y="1683175"/>
              <a:ext cx="138150" cy="79325"/>
            </a:xfrm>
            <a:custGeom>
              <a:avLst/>
              <a:gdLst/>
              <a:ahLst/>
              <a:cxnLst/>
              <a:rect l="l" t="t" r="r" b="b"/>
              <a:pathLst>
                <a:path w="5526" h="3173" extrusionOk="0">
                  <a:moveTo>
                    <a:pt x="4363" y="630"/>
                  </a:moveTo>
                  <a:cubicBezTo>
                    <a:pt x="4383" y="630"/>
                    <a:pt x="4402" y="635"/>
                    <a:pt x="4420" y="643"/>
                  </a:cubicBezTo>
                  <a:cubicBezTo>
                    <a:pt x="4451" y="662"/>
                    <a:pt x="4451" y="691"/>
                    <a:pt x="4420" y="709"/>
                  </a:cubicBezTo>
                  <a:cubicBezTo>
                    <a:pt x="4402" y="718"/>
                    <a:pt x="4383" y="723"/>
                    <a:pt x="4363" y="723"/>
                  </a:cubicBezTo>
                  <a:cubicBezTo>
                    <a:pt x="4344" y="723"/>
                    <a:pt x="4325" y="718"/>
                    <a:pt x="4307" y="709"/>
                  </a:cubicBezTo>
                  <a:cubicBezTo>
                    <a:pt x="4277" y="691"/>
                    <a:pt x="4277" y="662"/>
                    <a:pt x="4307" y="643"/>
                  </a:cubicBezTo>
                  <a:cubicBezTo>
                    <a:pt x="4325" y="635"/>
                    <a:pt x="4344" y="630"/>
                    <a:pt x="4363" y="630"/>
                  </a:cubicBezTo>
                  <a:close/>
                  <a:moveTo>
                    <a:pt x="1178" y="2408"/>
                  </a:moveTo>
                  <a:cubicBezTo>
                    <a:pt x="1220" y="2408"/>
                    <a:pt x="1261" y="2418"/>
                    <a:pt x="1300" y="2437"/>
                  </a:cubicBezTo>
                  <a:cubicBezTo>
                    <a:pt x="1365" y="2476"/>
                    <a:pt x="1366" y="2539"/>
                    <a:pt x="1300" y="2578"/>
                  </a:cubicBezTo>
                  <a:cubicBezTo>
                    <a:pt x="1261" y="2597"/>
                    <a:pt x="1220" y="2607"/>
                    <a:pt x="1178" y="2607"/>
                  </a:cubicBezTo>
                  <a:cubicBezTo>
                    <a:pt x="1137" y="2607"/>
                    <a:pt x="1095" y="2597"/>
                    <a:pt x="1058" y="2578"/>
                  </a:cubicBezTo>
                  <a:cubicBezTo>
                    <a:pt x="991" y="2539"/>
                    <a:pt x="991" y="2476"/>
                    <a:pt x="1058" y="2437"/>
                  </a:cubicBezTo>
                  <a:cubicBezTo>
                    <a:pt x="1095" y="2418"/>
                    <a:pt x="1137" y="2408"/>
                    <a:pt x="1178" y="2408"/>
                  </a:cubicBezTo>
                  <a:close/>
                  <a:moveTo>
                    <a:pt x="3304" y="216"/>
                  </a:moveTo>
                  <a:lnTo>
                    <a:pt x="5125" y="1267"/>
                  </a:lnTo>
                  <a:lnTo>
                    <a:pt x="2279" y="2923"/>
                  </a:lnTo>
                  <a:lnTo>
                    <a:pt x="457" y="1872"/>
                  </a:lnTo>
                  <a:lnTo>
                    <a:pt x="3304" y="216"/>
                  </a:lnTo>
                  <a:close/>
                  <a:moveTo>
                    <a:pt x="3511" y="0"/>
                  </a:moveTo>
                  <a:cubicBezTo>
                    <a:pt x="3442" y="0"/>
                    <a:pt x="3373" y="15"/>
                    <a:pt x="3320" y="46"/>
                  </a:cubicBezTo>
                  <a:lnTo>
                    <a:pt x="106" y="1915"/>
                  </a:lnTo>
                  <a:cubicBezTo>
                    <a:pt x="1" y="1976"/>
                    <a:pt x="1" y="2075"/>
                    <a:pt x="108" y="2137"/>
                  </a:cubicBezTo>
                  <a:lnTo>
                    <a:pt x="1822" y="3127"/>
                  </a:lnTo>
                  <a:cubicBezTo>
                    <a:pt x="1875" y="3158"/>
                    <a:pt x="1944" y="3173"/>
                    <a:pt x="2014" y="3173"/>
                  </a:cubicBezTo>
                  <a:cubicBezTo>
                    <a:pt x="2083" y="3173"/>
                    <a:pt x="2152" y="3158"/>
                    <a:pt x="2205" y="3127"/>
                  </a:cubicBezTo>
                  <a:lnTo>
                    <a:pt x="5419" y="1260"/>
                  </a:lnTo>
                  <a:cubicBezTo>
                    <a:pt x="5525" y="1197"/>
                    <a:pt x="5524" y="1099"/>
                    <a:pt x="5418" y="1038"/>
                  </a:cubicBezTo>
                  <a:lnTo>
                    <a:pt x="3703" y="46"/>
                  </a:lnTo>
                  <a:cubicBezTo>
                    <a:pt x="3650" y="15"/>
                    <a:pt x="3580" y="0"/>
                    <a:pt x="3511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1186925" y="1698150"/>
              <a:ext cx="7275" cy="3875"/>
            </a:xfrm>
            <a:custGeom>
              <a:avLst/>
              <a:gdLst/>
              <a:ahLst/>
              <a:cxnLst/>
              <a:rect l="l" t="t" r="r" b="b"/>
              <a:pathLst>
                <a:path w="291" h="155" extrusionOk="0">
                  <a:moveTo>
                    <a:pt x="146" y="1"/>
                  </a:moveTo>
                  <a:cubicBezTo>
                    <a:pt x="114" y="1"/>
                    <a:pt x="82" y="8"/>
                    <a:pt x="53" y="23"/>
                  </a:cubicBezTo>
                  <a:cubicBezTo>
                    <a:pt x="1" y="54"/>
                    <a:pt x="1" y="102"/>
                    <a:pt x="53" y="131"/>
                  </a:cubicBezTo>
                  <a:cubicBezTo>
                    <a:pt x="82" y="147"/>
                    <a:pt x="114" y="154"/>
                    <a:pt x="146" y="154"/>
                  </a:cubicBezTo>
                  <a:cubicBezTo>
                    <a:pt x="178" y="154"/>
                    <a:pt x="210" y="147"/>
                    <a:pt x="240" y="131"/>
                  </a:cubicBezTo>
                  <a:cubicBezTo>
                    <a:pt x="291" y="101"/>
                    <a:pt x="291" y="53"/>
                    <a:pt x="240" y="23"/>
                  </a:cubicBezTo>
                  <a:cubicBezTo>
                    <a:pt x="210" y="8"/>
                    <a:pt x="178" y="1"/>
                    <a:pt x="146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1108625" y="1744650"/>
              <a:ext cx="4550" cy="2400"/>
            </a:xfrm>
            <a:custGeom>
              <a:avLst/>
              <a:gdLst/>
              <a:ahLst/>
              <a:cxnLst/>
              <a:rect l="l" t="t" r="r" b="b"/>
              <a:pathLst>
                <a:path w="182" h="96" extrusionOk="0">
                  <a:moveTo>
                    <a:pt x="91" y="0"/>
                  </a:moveTo>
                  <a:cubicBezTo>
                    <a:pt x="72" y="0"/>
                    <a:pt x="52" y="5"/>
                    <a:pt x="34" y="14"/>
                  </a:cubicBezTo>
                  <a:cubicBezTo>
                    <a:pt x="1" y="33"/>
                    <a:pt x="2" y="64"/>
                    <a:pt x="34" y="82"/>
                  </a:cubicBezTo>
                  <a:cubicBezTo>
                    <a:pt x="52" y="91"/>
                    <a:pt x="72" y="96"/>
                    <a:pt x="91" y="96"/>
                  </a:cubicBezTo>
                  <a:cubicBezTo>
                    <a:pt x="111" y="96"/>
                    <a:pt x="131" y="91"/>
                    <a:pt x="150" y="82"/>
                  </a:cubicBezTo>
                  <a:cubicBezTo>
                    <a:pt x="182" y="64"/>
                    <a:pt x="182" y="33"/>
                    <a:pt x="150" y="14"/>
                  </a:cubicBezTo>
                  <a:cubicBezTo>
                    <a:pt x="131" y="5"/>
                    <a:pt x="111" y="0"/>
                    <a:pt x="91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1092900" y="1688600"/>
              <a:ext cx="116725" cy="67650"/>
            </a:xfrm>
            <a:custGeom>
              <a:avLst/>
              <a:gdLst/>
              <a:ahLst/>
              <a:cxnLst/>
              <a:rect l="l" t="t" r="r" b="b"/>
              <a:pathLst>
                <a:path w="4669" h="2706" extrusionOk="0">
                  <a:moveTo>
                    <a:pt x="2847" y="0"/>
                  </a:moveTo>
                  <a:lnTo>
                    <a:pt x="0" y="1655"/>
                  </a:lnTo>
                  <a:lnTo>
                    <a:pt x="1822" y="2706"/>
                  </a:lnTo>
                  <a:lnTo>
                    <a:pt x="4668" y="1051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1082125" y="1711850"/>
              <a:ext cx="136775" cy="55550"/>
            </a:xfrm>
            <a:custGeom>
              <a:avLst/>
              <a:gdLst/>
              <a:ahLst/>
              <a:cxnLst/>
              <a:rect l="l" t="t" r="r" b="b"/>
              <a:pathLst>
                <a:path w="5471" h="2222" extrusionOk="0">
                  <a:moveTo>
                    <a:pt x="5470" y="1"/>
                  </a:moveTo>
                  <a:lnTo>
                    <a:pt x="5470" y="7"/>
                  </a:lnTo>
                  <a:lnTo>
                    <a:pt x="5470" y="7"/>
                  </a:lnTo>
                  <a:cubicBezTo>
                    <a:pt x="5470" y="5"/>
                    <a:pt x="5470" y="3"/>
                    <a:pt x="5470" y="1"/>
                  </a:cubicBezTo>
                  <a:close/>
                  <a:moveTo>
                    <a:pt x="5470" y="7"/>
                  </a:moveTo>
                  <a:cubicBezTo>
                    <a:pt x="5469" y="46"/>
                    <a:pt x="5443" y="82"/>
                    <a:pt x="5393" y="111"/>
                  </a:cubicBezTo>
                  <a:lnTo>
                    <a:pt x="2179" y="1979"/>
                  </a:lnTo>
                  <a:cubicBezTo>
                    <a:pt x="2126" y="2010"/>
                    <a:pt x="2056" y="2026"/>
                    <a:pt x="1987" y="2026"/>
                  </a:cubicBezTo>
                  <a:cubicBezTo>
                    <a:pt x="1918" y="2026"/>
                    <a:pt x="1849" y="2010"/>
                    <a:pt x="1796" y="1979"/>
                  </a:cubicBezTo>
                  <a:lnTo>
                    <a:pt x="82" y="990"/>
                  </a:lnTo>
                  <a:cubicBezTo>
                    <a:pt x="27" y="958"/>
                    <a:pt x="1" y="917"/>
                    <a:pt x="1" y="878"/>
                  </a:cubicBezTo>
                  <a:lnTo>
                    <a:pt x="1" y="1073"/>
                  </a:lnTo>
                  <a:cubicBezTo>
                    <a:pt x="1" y="1113"/>
                    <a:pt x="28" y="1154"/>
                    <a:pt x="82" y="1184"/>
                  </a:cubicBezTo>
                  <a:lnTo>
                    <a:pt x="1796" y="2175"/>
                  </a:lnTo>
                  <a:cubicBezTo>
                    <a:pt x="1849" y="2206"/>
                    <a:pt x="1918" y="2221"/>
                    <a:pt x="1988" y="2221"/>
                  </a:cubicBezTo>
                  <a:cubicBezTo>
                    <a:pt x="2057" y="2221"/>
                    <a:pt x="2126" y="2206"/>
                    <a:pt x="2179" y="2175"/>
                  </a:cubicBezTo>
                  <a:lnTo>
                    <a:pt x="5392" y="307"/>
                  </a:lnTo>
                  <a:cubicBezTo>
                    <a:pt x="5444" y="276"/>
                    <a:pt x="5470" y="237"/>
                    <a:pt x="5470" y="197"/>
                  </a:cubicBezTo>
                  <a:lnTo>
                    <a:pt x="5470" y="7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1188375" y="1577575"/>
              <a:ext cx="123025" cy="166025"/>
            </a:xfrm>
            <a:custGeom>
              <a:avLst/>
              <a:gdLst/>
              <a:ahLst/>
              <a:cxnLst/>
              <a:rect l="l" t="t" r="r" b="b"/>
              <a:pathLst>
                <a:path w="4921" h="6641" extrusionOk="0">
                  <a:moveTo>
                    <a:pt x="4301" y="0"/>
                  </a:moveTo>
                  <a:cubicBezTo>
                    <a:pt x="4274" y="0"/>
                    <a:pt x="4247" y="2"/>
                    <a:pt x="4219" y="7"/>
                  </a:cubicBezTo>
                  <a:cubicBezTo>
                    <a:pt x="3939" y="52"/>
                    <a:pt x="3748" y="316"/>
                    <a:pt x="3793" y="595"/>
                  </a:cubicBezTo>
                  <a:cubicBezTo>
                    <a:pt x="3897" y="1242"/>
                    <a:pt x="4051" y="3259"/>
                    <a:pt x="3411" y="4029"/>
                  </a:cubicBezTo>
                  <a:cubicBezTo>
                    <a:pt x="3060" y="4451"/>
                    <a:pt x="1417" y="5230"/>
                    <a:pt x="363" y="5650"/>
                  </a:cubicBezTo>
                  <a:cubicBezTo>
                    <a:pt x="134" y="5740"/>
                    <a:pt x="1" y="5982"/>
                    <a:pt x="47" y="6223"/>
                  </a:cubicBezTo>
                  <a:cubicBezTo>
                    <a:pt x="94" y="6465"/>
                    <a:pt x="305" y="6641"/>
                    <a:pt x="553" y="6641"/>
                  </a:cubicBezTo>
                  <a:cubicBezTo>
                    <a:pt x="617" y="6641"/>
                    <a:pt x="682" y="6629"/>
                    <a:pt x="743" y="6605"/>
                  </a:cubicBezTo>
                  <a:cubicBezTo>
                    <a:pt x="1207" y="6420"/>
                    <a:pt x="3559" y="5460"/>
                    <a:pt x="4202" y="4686"/>
                  </a:cubicBezTo>
                  <a:cubicBezTo>
                    <a:pt x="4666" y="4126"/>
                    <a:pt x="4906" y="3230"/>
                    <a:pt x="4917" y="2019"/>
                  </a:cubicBezTo>
                  <a:cubicBezTo>
                    <a:pt x="4921" y="1489"/>
                    <a:pt x="4885" y="958"/>
                    <a:pt x="4808" y="433"/>
                  </a:cubicBezTo>
                  <a:cubicBezTo>
                    <a:pt x="4767" y="179"/>
                    <a:pt x="4549" y="0"/>
                    <a:pt x="4301" y="0"/>
                  </a:cubicBez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5"/>
            <p:cNvSpPr/>
            <p:nvPr/>
          </p:nvSpPr>
          <p:spPr>
            <a:xfrm>
              <a:off x="1279050" y="1676625"/>
              <a:ext cx="24600" cy="30300"/>
            </a:xfrm>
            <a:custGeom>
              <a:avLst/>
              <a:gdLst/>
              <a:ahLst/>
              <a:cxnLst/>
              <a:rect l="l" t="t" r="r" b="b"/>
              <a:pathLst>
                <a:path w="984" h="1212" extrusionOk="0">
                  <a:moveTo>
                    <a:pt x="984" y="1"/>
                  </a:moveTo>
                  <a:lnTo>
                    <a:pt x="984" y="1"/>
                  </a:lnTo>
                  <a:cubicBezTo>
                    <a:pt x="438" y="106"/>
                    <a:pt x="37" y="647"/>
                    <a:pt x="0" y="1211"/>
                  </a:cubicBezTo>
                  <a:cubicBezTo>
                    <a:pt x="241" y="1046"/>
                    <a:pt x="444" y="881"/>
                    <a:pt x="575" y="724"/>
                  </a:cubicBezTo>
                  <a:cubicBezTo>
                    <a:pt x="738" y="525"/>
                    <a:pt x="875" y="283"/>
                    <a:pt x="984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5"/>
            <p:cNvSpPr/>
            <p:nvPr/>
          </p:nvSpPr>
          <p:spPr>
            <a:xfrm>
              <a:off x="1196950" y="1592450"/>
              <a:ext cx="97525" cy="126625"/>
            </a:xfrm>
            <a:custGeom>
              <a:avLst/>
              <a:gdLst/>
              <a:ahLst/>
              <a:cxnLst/>
              <a:rect l="l" t="t" r="r" b="b"/>
              <a:pathLst>
                <a:path w="3901" h="5065" extrusionOk="0">
                  <a:moveTo>
                    <a:pt x="3450" y="0"/>
                  </a:moveTo>
                  <a:lnTo>
                    <a:pt x="3450" y="0"/>
                  </a:lnTo>
                  <a:cubicBezTo>
                    <a:pt x="3554" y="647"/>
                    <a:pt x="3706" y="2664"/>
                    <a:pt x="3067" y="3434"/>
                  </a:cubicBezTo>
                  <a:cubicBezTo>
                    <a:pt x="2717" y="3856"/>
                    <a:pt x="1074" y="4635"/>
                    <a:pt x="20" y="5055"/>
                  </a:cubicBezTo>
                  <a:cubicBezTo>
                    <a:pt x="5" y="5061"/>
                    <a:pt x="0" y="5064"/>
                    <a:pt x="5" y="5064"/>
                  </a:cubicBezTo>
                  <a:cubicBezTo>
                    <a:pt x="74" y="5064"/>
                    <a:pt x="2645" y="4273"/>
                    <a:pt x="3251" y="3544"/>
                  </a:cubicBezTo>
                  <a:cubicBezTo>
                    <a:pt x="3715" y="2985"/>
                    <a:pt x="3901" y="1253"/>
                    <a:pt x="3450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1152275" y="1725850"/>
              <a:ext cx="52325" cy="32050"/>
            </a:xfrm>
            <a:custGeom>
              <a:avLst/>
              <a:gdLst/>
              <a:ahLst/>
              <a:cxnLst/>
              <a:rect l="l" t="t" r="r" b="b"/>
              <a:pathLst>
                <a:path w="2093" h="1282" extrusionOk="0">
                  <a:moveTo>
                    <a:pt x="64" y="1211"/>
                  </a:moveTo>
                  <a:cubicBezTo>
                    <a:pt x="64" y="1212"/>
                    <a:pt x="64" y="1212"/>
                    <a:pt x="64" y="1212"/>
                  </a:cubicBezTo>
                  <a:lnTo>
                    <a:pt x="64" y="1212"/>
                  </a:lnTo>
                  <a:cubicBezTo>
                    <a:pt x="64" y="1212"/>
                    <a:pt x="64" y="1211"/>
                    <a:pt x="64" y="1211"/>
                  </a:cubicBezTo>
                  <a:close/>
                  <a:moveTo>
                    <a:pt x="1728" y="0"/>
                  </a:moveTo>
                  <a:cubicBezTo>
                    <a:pt x="1685" y="0"/>
                    <a:pt x="1140" y="305"/>
                    <a:pt x="900" y="315"/>
                  </a:cubicBezTo>
                  <a:cubicBezTo>
                    <a:pt x="625" y="325"/>
                    <a:pt x="375" y="423"/>
                    <a:pt x="119" y="423"/>
                  </a:cubicBezTo>
                  <a:cubicBezTo>
                    <a:pt x="99" y="423"/>
                    <a:pt x="80" y="422"/>
                    <a:pt x="60" y="421"/>
                  </a:cubicBezTo>
                  <a:cubicBezTo>
                    <a:pt x="58" y="421"/>
                    <a:pt x="56" y="421"/>
                    <a:pt x="54" y="421"/>
                  </a:cubicBezTo>
                  <a:cubicBezTo>
                    <a:pt x="25" y="421"/>
                    <a:pt x="1" y="449"/>
                    <a:pt x="8" y="479"/>
                  </a:cubicBezTo>
                  <a:cubicBezTo>
                    <a:pt x="63" y="703"/>
                    <a:pt x="422" y="716"/>
                    <a:pt x="534" y="745"/>
                  </a:cubicBezTo>
                  <a:cubicBezTo>
                    <a:pt x="714" y="792"/>
                    <a:pt x="570" y="919"/>
                    <a:pt x="570" y="919"/>
                  </a:cubicBezTo>
                  <a:cubicBezTo>
                    <a:pt x="570" y="919"/>
                    <a:pt x="73" y="1212"/>
                    <a:pt x="64" y="1212"/>
                  </a:cubicBezTo>
                  <a:cubicBezTo>
                    <a:pt x="64" y="1212"/>
                    <a:pt x="64" y="1212"/>
                    <a:pt x="64" y="1212"/>
                  </a:cubicBezTo>
                  <a:lnTo>
                    <a:pt x="64" y="1212"/>
                  </a:lnTo>
                  <a:cubicBezTo>
                    <a:pt x="231" y="1242"/>
                    <a:pt x="432" y="1281"/>
                    <a:pt x="624" y="1281"/>
                  </a:cubicBezTo>
                  <a:cubicBezTo>
                    <a:pt x="757" y="1281"/>
                    <a:pt x="887" y="1262"/>
                    <a:pt x="997" y="1209"/>
                  </a:cubicBezTo>
                  <a:cubicBezTo>
                    <a:pt x="1288" y="1068"/>
                    <a:pt x="1928" y="631"/>
                    <a:pt x="2007" y="460"/>
                  </a:cubicBezTo>
                  <a:cubicBezTo>
                    <a:pt x="2092" y="258"/>
                    <a:pt x="1969" y="0"/>
                    <a:pt x="1748" y="0"/>
                  </a:cubicBezTo>
                  <a:cubicBezTo>
                    <a:pt x="1743" y="0"/>
                    <a:pt x="1737" y="0"/>
                    <a:pt x="1730" y="1"/>
                  </a:cubicBezTo>
                  <a:cubicBezTo>
                    <a:pt x="1730" y="0"/>
                    <a:pt x="1729" y="0"/>
                    <a:pt x="1728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1215798" y="1465751"/>
              <a:ext cx="133700" cy="155448"/>
            </a:xfrm>
            <a:custGeom>
              <a:avLst/>
              <a:gdLst/>
              <a:ahLst/>
              <a:cxnLst/>
              <a:rect l="l" t="t" r="r" b="b"/>
              <a:pathLst>
                <a:path w="5348" h="6668" extrusionOk="0">
                  <a:moveTo>
                    <a:pt x="1798" y="1"/>
                  </a:moveTo>
                  <a:cubicBezTo>
                    <a:pt x="1725" y="1"/>
                    <a:pt x="1652" y="5"/>
                    <a:pt x="1579" y="15"/>
                  </a:cubicBezTo>
                  <a:cubicBezTo>
                    <a:pt x="785" y="119"/>
                    <a:pt x="0" y="923"/>
                    <a:pt x="157" y="2168"/>
                  </a:cubicBezTo>
                  <a:cubicBezTo>
                    <a:pt x="162" y="2207"/>
                    <a:pt x="583" y="2548"/>
                    <a:pt x="1246" y="2548"/>
                  </a:cubicBezTo>
                  <a:cubicBezTo>
                    <a:pt x="1368" y="2548"/>
                    <a:pt x="1498" y="2536"/>
                    <a:pt x="1636" y="2509"/>
                  </a:cubicBezTo>
                  <a:cubicBezTo>
                    <a:pt x="1667" y="2503"/>
                    <a:pt x="1699" y="2500"/>
                    <a:pt x="1730" y="2500"/>
                  </a:cubicBezTo>
                  <a:cubicBezTo>
                    <a:pt x="1988" y="2500"/>
                    <a:pt x="2209" y="2707"/>
                    <a:pt x="2214" y="2976"/>
                  </a:cubicBezTo>
                  <a:cubicBezTo>
                    <a:pt x="2220" y="3278"/>
                    <a:pt x="2230" y="3621"/>
                    <a:pt x="2252" y="3874"/>
                  </a:cubicBezTo>
                  <a:cubicBezTo>
                    <a:pt x="2284" y="4254"/>
                    <a:pt x="2601" y="4626"/>
                    <a:pt x="2942" y="4641"/>
                  </a:cubicBezTo>
                  <a:cubicBezTo>
                    <a:pt x="4269" y="4697"/>
                    <a:pt x="4991" y="5714"/>
                    <a:pt x="4861" y="6668"/>
                  </a:cubicBezTo>
                  <a:cubicBezTo>
                    <a:pt x="5174" y="6429"/>
                    <a:pt x="5309" y="6007"/>
                    <a:pt x="5325" y="5617"/>
                  </a:cubicBezTo>
                  <a:cubicBezTo>
                    <a:pt x="5348" y="5047"/>
                    <a:pt x="5122" y="4519"/>
                    <a:pt x="4803" y="4058"/>
                  </a:cubicBezTo>
                  <a:cubicBezTo>
                    <a:pt x="4621" y="3797"/>
                    <a:pt x="4414" y="3556"/>
                    <a:pt x="4204" y="3318"/>
                  </a:cubicBezTo>
                  <a:cubicBezTo>
                    <a:pt x="3866" y="2938"/>
                    <a:pt x="3573" y="2534"/>
                    <a:pt x="3516" y="2015"/>
                  </a:cubicBezTo>
                  <a:cubicBezTo>
                    <a:pt x="3474" y="1627"/>
                    <a:pt x="3485" y="1262"/>
                    <a:pt x="3297" y="907"/>
                  </a:cubicBezTo>
                  <a:cubicBezTo>
                    <a:pt x="3003" y="346"/>
                    <a:pt x="2421" y="1"/>
                    <a:pt x="1798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8" name="Google Shape;2048;p35"/>
          <p:cNvSpPr txBox="1">
            <a:spLocks noGrp="1"/>
          </p:cNvSpPr>
          <p:nvPr>
            <p:ph type="title"/>
          </p:nvPr>
        </p:nvSpPr>
        <p:spPr>
          <a:xfrm>
            <a:off x="597374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PROBLEME</a:t>
            </a:r>
            <a:endParaRPr dirty="0"/>
          </a:p>
        </p:txBody>
      </p:sp>
      <p:sp>
        <p:nvSpPr>
          <p:cNvPr id="2049" name="Google Shape;2049;p35"/>
          <p:cNvSpPr/>
          <p:nvPr/>
        </p:nvSpPr>
        <p:spPr>
          <a:xfrm>
            <a:off x="699700" y="922825"/>
            <a:ext cx="945300" cy="68400"/>
          </a:xfrm>
          <a:prstGeom prst="rect">
            <a:avLst/>
          </a:prstGeom>
          <a:solidFill>
            <a:srgbClr val="F4AA9E">
              <a:alpha val="519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6" name="Google Shape;4336;p44"/>
          <p:cNvSpPr txBox="1">
            <a:spLocks noGrp="1"/>
          </p:cNvSpPr>
          <p:nvPr>
            <p:ph type="title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fr-FR" b="0" i="0" dirty="0">
                <a:solidFill>
                  <a:srgbClr val="111111"/>
                </a:solidFill>
                <a:effectLst/>
                <a:latin typeface="-apple-system"/>
              </a:rPr>
              <a:t>Profit mal communiqué</a:t>
            </a:r>
          </a:p>
        </p:txBody>
      </p:sp>
      <p:pic>
        <p:nvPicPr>
          <p:cNvPr id="4337" name="Google Shape;4337;p44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99" y="1519346"/>
            <a:ext cx="3351333" cy="3283354"/>
          </a:xfrm>
          <a:prstGeom prst="rect">
            <a:avLst/>
          </a:prstGeom>
          <a:noFill/>
          <a:ln>
            <a:noFill/>
          </a:ln>
        </p:spPr>
      </p:pic>
      <p:sp>
        <p:nvSpPr>
          <p:cNvPr id="4338" name="Google Shape;4338;p44"/>
          <p:cNvSpPr/>
          <p:nvPr/>
        </p:nvSpPr>
        <p:spPr>
          <a:xfrm>
            <a:off x="699700" y="922825"/>
            <a:ext cx="945300" cy="68400"/>
          </a:xfrm>
          <a:prstGeom prst="rect">
            <a:avLst/>
          </a:prstGeom>
          <a:solidFill>
            <a:srgbClr val="F4AA9E">
              <a:alpha val="519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39" name="Google Shape;4339;p44"/>
          <p:cNvCxnSpPr/>
          <p:nvPr/>
        </p:nvCxnSpPr>
        <p:spPr>
          <a:xfrm>
            <a:off x="5334950" y="3134075"/>
            <a:ext cx="279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4340" name="Google Shape;4340;p44"/>
          <p:cNvCxnSpPr/>
          <p:nvPr/>
        </p:nvCxnSpPr>
        <p:spPr>
          <a:xfrm>
            <a:off x="5334950" y="3808650"/>
            <a:ext cx="279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1" name="Google Shape;4336;p44">
            <a:extLst>
              <a:ext uri="{FF2B5EF4-FFF2-40B4-BE49-F238E27FC236}">
                <a16:creationId xmlns:a16="http://schemas.microsoft.com/office/drawing/2014/main" id="{07F5FA4D-91F4-4F74-B5B7-2D1359856648}"/>
              </a:ext>
            </a:extLst>
          </p:cNvPr>
          <p:cNvSpPr txBox="1">
            <a:spLocks/>
          </p:cNvSpPr>
          <p:nvPr/>
        </p:nvSpPr>
        <p:spPr>
          <a:xfrm>
            <a:off x="5169668" y="2444806"/>
            <a:ext cx="4047905" cy="1580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3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pPr algn="l"/>
            <a:r>
              <a:rPr lang="fr-FR" sz="2000" b="0" dirty="0">
                <a:solidFill>
                  <a:schemeClr val="tx1"/>
                </a:solidFill>
                <a:latin typeface="-apple-system"/>
              </a:rPr>
              <a:t>Les frais d’agence peuvent parfois être mal compris ou mal communiqués, ce qui peut entraîner des malentendus et des conflits</a:t>
            </a:r>
            <a:endParaRPr lang="fr-FR" sz="2000" b="0" i="0" dirty="0">
              <a:solidFill>
                <a:schemeClr val="tx1"/>
              </a:solidFill>
              <a:effectLst/>
              <a:latin typeface="-apple-syste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06" name="Google Shape;6706;p51"/>
          <p:cNvGrpSpPr/>
          <p:nvPr/>
        </p:nvGrpSpPr>
        <p:grpSpPr>
          <a:xfrm>
            <a:off x="1397727" y="1226838"/>
            <a:ext cx="5522620" cy="3715830"/>
            <a:chOff x="5920438" y="2369275"/>
            <a:chExt cx="430400" cy="311525"/>
          </a:xfrm>
        </p:grpSpPr>
        <p:sp>
          <p:nvSpPr>
            <p:cNvPr id="6707" name="Google Shape;6707;p51"/>
            <p:cNvSpPr/>
            <p:nvPr/>
          </p:nvSpPr>
          <p:spPr>
            <a:xfrm>
              <a:off x="5920438" y="2463350"/>
              <a:ext cx="430400" cy="204825"/>
            </a:xfrm>
            <a:custGeom>
              <a:avLst/>
              <a:gdLst/>
              <a:ahLst/>
              <a:cxnLst/>
              <a:rect l="l" t="t" r="r" b="b"/>
              <a:pathLst>
                <a:path w="17216" h="8193" extrusionOk="0">
                  <a:moveTo>
                    <a:pt x="8607" y="0"/>
                  </a:moveTo>
                  <a:cubicBezTo>
                    <a:pt x="6601" y="0"/>
                    <a:pt x="4594" y="400"/>
                    <a:pt x="3063" y="1200"/>
                  </a:cubicBezTo>
                  <a:cubicBezTo>
                    <a:pt x="0" y="2799"/>
                    <a:pt x="2" y="5393"/>
                    <a:pt x="3063" y="6993"/>
                  </a:cubicBezTo>
                  <a:cubicBezTo>
                    <a:pt x="4595" y="7793"/>
                    <a:pt x="6602" y="8192"/>
                    <a:pt x="8608" y="8192"/>
                  </a:cubicBezTo>
                  <a:cubicBezTo>
                    <a:pt x="10615" y="8192"/>
                    <a:pt x="12622" y="7793"/>
                    <a:pt x="14153" y="6993"/>
                  </a:cubicBezTo>
                  <a:cubicBezTo>
                    <a:pt x="17215" y="5393"/>
                    <a:pt x="17215" y="2799"/>
                    <a:pt x="14153" y="1200"/>
                  </a:cubicBezTo>
                  <a:cubicBezTo>
                    <a:pt x="12621" y="400"/>
                    <a:pt x="10614" y="0"/>
                    <a:pt x="8607" y="0"/>
                  </a:cubicBezTo>
                  <a:close/>
                </a:path>
              </a:pathLst>
            </a:cu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8" name="Google Shape;6708;p51"/>
            <p:cNvSpPr/>
            <p:nvPr/>
          </p:nvSpPr>
          <p:spPr>
            <a:xfrm>
              <a:off x="5997725" y="2568450"/>
              <a:ext cx="267450" cy="112325"/>
            </a:xfrm>
            <a:custGeom>
              <a:avLst/>
              <a:gdLst/>
              <a:ahLst/>
              <a:cxnLst/>
              <a:rect l="l" t="t" r="r" b="b"/>
              <a:pathLst>
                <a:path w="10698" h="4493" extrusionOk="0">
                  <a:moveTo>
                    <a:pt x="112" y="1"/>
                  </a:moveTo>
                  <a:cubicBezTo>
                    <a:pt x="46" y="51"/>
                    <a:pt x="5" y="128"/>
                    <a:pt x="1" y="212"/>
                  </a:cubicBezTo>
                  <a:lnTo>
                    <a:pt x="1" y="381"/>
                  </a:lnTo>
                  <a:cubicBezTo>
                    <a:pt x="5" y="470"/>
                    <a:pt x="52" y="552"/>
                    <a:pt x="127" y="601"/>
                  </a:cubicBezTo>
                  <a:lnTo>
                    <a:pt x="6816" y="4462"/>
                  </a:lnTo>
                  <a:cubicBezTo>
                    <a:pt x="6856" y="4483"/>
                    <a:pt x="6899" y="4493"/>
                    <a:pt x="6943" y="4493"/>
                  </a:cubicBezTo>
                  <a:cubicBezTo>
                    <a:pt x="6986" y="4493"/>
                    <a:pt x="7030" y="4483"/>
                    <a:pt x="7070" y="4462"/>
                  </a:cubicBezTo>
                  <a:lnTo>
                    <a:pt x="10570" y="2443"/>
                  </a:lnTo>
                  <a:cubicBezTo>
                    <a:pt x="10646" y="2393"/>
                    <a:pt x="10694" y="2311"/>
                    <a:pt x="10698" y="2222"/>
                  </a:cubicBezTo>
                  <a:lnTo>
                    <a:pt x="10698" y="2054"/>
                  </a:lnTo>
                  <a:cubicBezTo>
                    <a:pt x="10694" y="1971"/>
                    <a:pt x="10653" y="1894"/>
                    <a:pt x="10588" y="1844"/>
                  </a:cubicBezTo>
                  <a:lnTo>
                    <a:pt x="10588" y="1844"/>
                  </a:lnTo>
                  <a:cubicBezTo>
                    <a:pt x="10640" y="1884"/>
                    <a:pt x="10634" y="1942"/>
                    <a:pt x="10570" y="1980"/>
                  </a:cubicBezTo>
                  <a:lnTo>
                    <a:pt x="7071" y="4000"/>
                  </a:lnTo>
                  <a:cubicBezTo>
                    <a:pt x="7031" y="4020"/>
                    <a:pt x="6987" y="4030"/>
                    <a:pt x="6943" y="4030"/>
                  </a:cubicBezTo>
                  <a:cubicBezTo>
                    <a:pt x="6899" y="4030"/>
                    <a:pt x="6856" y="4020"/>
                    <a:pt x="6816" y="4000"/>
                  </a:cubicBezTo>
                  <a:lnTo>
                    <a:pt x="127" y="138"/>
                  </a:lnTo>
                  <a:cubicBezTo>
                    <a:pt x="63" y="101"/>
                    <a:pt x="57" y="43"/>
                    <a:pt x="112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9" name="Google Shape;6709;p51"/>
            <p:cNvSpPr/>
            <p:nvPr/>
          </p:nvSpPr>
          <p:spPr>
            <a:xfrm>
              <a:off x="5999175" y="2516950"/>
              <a:ext cx="264600" cy="152275"/>
            </a:xfrm>
            <a:custGeom>
              <a:avLst/>
              <a:gdLst/>
              <a:ahLst/>
              <a:cxnLst/>
              <a:rect l="l" t="t" r="r" b="b"/>
              <a:pathLst>
                <a:path w="10584" h="6091" extrusionOk="0">
                  <a:moveTo>
                    <a:pt x="4296" y="535"/>
                  </a:moveTo>
                  <a:cubicBezTo>
                    <a:pt x="4319" y="535"/>
                    <a:pt x="4341" y="540"/>
                    <a:pt x="4363" y="553"/>
                  </a:cubicBezTo>
                  <a:lnTo>
                    <a:pt x="9605" y="3580"/>
                  </a:lnTo>
                  <a:cubicBezTo>
                    <a:pt x="9665" y="3615"/>
                    <a:pt x="9665" y="3670"/>
                    <a:pt x="9605" y="3706"/>
                  </a:cubicBezTo>
                  <a:lnTo>
                    <a:pt x="6423" y="5544"/>
                  </a:lnTo>
                  <a:cubicBezTo>
                    <a:pt x="6389" y="5561"/>
                    <a:pt x="6352" y="5570"/>
                    <a:pt x="6314" y="5570"/>
                  </a:cubicBezTo>
                  <a:cubicBezTo>
                    <a:pt x="6277" y="5570"/>
                    <a:pt x="6240" y="5561"/>
                    <a:pt x="6206" y="5544"/>
                  </a:cubicBezTo>
                  <a:lnTo>
                    <a:pt x="997" y="2536"/>
                  </a:lnTo>
                  <a:cubicBezTo>
                    <a:pt x="938" y="2501"/>
                    <a:pt x="938" y="2446"/>
                    <a:pt x="997" y="2412"/>
                  </a:cubicBezTo>
                  <a:lnTo>
                    <a:pt x="4180" y="573"/>
                  </a:lnTo>
                  <a:cubicBezTo>
                    <a:pt x="4218" y="551"/>
                    <a:pt x="4258" y="535"/>
                    <a:pt x="4296" y="535"/>
                  </a:cubicBezTo>
                  <a:close/>
                  <a:moveTo>
                    <a:pt x="3698" y="0"/>
                  </a:moveTo>
                  <a:cubicBezTo>
                    <a:pt x="3654" y="0"/>
                    <a:pt x="3611" y="10"/>
                    <a:pt x="3571" y="31"/>
                  </a:cubicBezTo>
                  <a:lnTo>
                    <a:pt x="70" y="2052"/>
                  </a:lnTo>
                  <a:cubicBezTo>
                    <a:pt x="1" y="2093"/>
                    <a:pt x="1" y="2158"/>
                    <a:pt x="70" y="2198"/>
                  </a:cubicBezTo>
                  <a:lnTo>
                    <a:pt x="6760" y="6060"/>
                  </a:lnTo>
                  <a:cubicBezTo>
                    <a:pt x="6799" y="6080"/>
                    <a:pt x="6843" y="6090"/>
                    <a:pt x="6886" y="6090"/>
                  </a:cubicBezTo>
                  <a:cubicBezTo>
                    <a:pt x="6930" y="6090"/>
                    <a:pt x="6973" y="6080"/>
                    <a:pt x="7013" y="6060"/>
                  </a:cubicBezTo>
                  <a:lnTo>
                    <a:pt x="10514" y="4040"/>
                  </a:lnTo>
                  <a:cubicBezTo>
                    <a:pt x="10583" y="3999"/>
                    <a:pt x="10583" y="3933"/>
                    <a:pt x="10512" y="3892"/>
                  </a:cubicBezTo>
                  <a:lnTo>
                    <a:pt x="3825" y="31"/>
                  </a:lnTo>
                  <a:cubicBezTo>
                    <a:pt x="3785" y="10"/>
                    <a:pt x="3741" y="0"/>
                    <a:pt x="3698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0" name="Google Shape;6710;p51"/>
            <p:cNvSpPr/>
            <p:nvPr/>
          </p:nvSpPr>
          <p:spPr>
            <a:xfrm>
              <a:off x="5997700" y="2568450"/>
              <a:ext cx="173600" cy="112350"/>
            </a:xfrm>
            <a:custGeom>
              <a:avLst/>
              <a:gdLst/>
              <a:ahLst/>
              <a:cxnLst/>
              <a:rect l="l" t="t" r="r" b="b"/>
              <a:pathLst>
                <a:path w="6944" h="4494" extrusionOk="0">
                  <a:moveTo>
                    <a:pt x="113" y="1"/>
                  </a:moveTo>
                  <a:lnTo>
                    <a:pt x="113" y="1"/>
                  </a:lnTo>
                  <a:cubicBezTo>
                    <a:pt x="111" y="2"/>
                    <a:pt x="109" y="4"/>
                    <a:pt x="108" y="5"/>
                  </a:cubicBezTo>
                  <a:lnTo>
                    <a:pt x="108" y="5"/>
                  </a:lnTo>
                  <a:cubicBezTo>
                    <a:pt x="110" y="4"/>
                    <a:pt x="111" y="2"/>
                    <a:pt x="113" y="1"/>
                  </a:cubicBezTo>
                  <a:close/>
                  <a:moveTo>
                    <a:pt x="108" y="5"/>
                  </a:moveTo>
                  <a:cubicBezTo>
                    <a:pt x="44" y="56"/>
                    <a:pt x="5" y="131"/>
                    <a:pt x="0" y="212"/>
                  </a:cubicBezTo>
                  <a:lnTo>
                    <a:pt x="0" y="381"/>
                  </a:lnTo>
                  <a:cubicBezTo>
                    <a:pt x="5" y="469"/>
                    <a:pt x="53" y="552"/>
                    <a:pt x="128" y="601"/>
                  </a:cubicBezTo>
                  <a:lnTo>
                    <a:pt x="6816" y="4462"/>
                  </a:lnTo>
                  <a:cubicBezTo>
                    <a:pt x="6853" y="4482"/>
                    <a:pt x="6893" y="4493"/>
                    <a:pt x="6936" y="4493"/>
                  </a:cubicBezTo>
                  <a:cubicBezTo>
                    <a:pt x="6938" y="4493"/>
                    <a:pt x="6941" y="4493"/>
                    <a:pt x="6943" y="4493"/>
                  </a:cubicBezTo>
                  <a:lnTo>
                    <a:pt x="6943" y="4030"/>
                  </a:lnTo>
                  <a:cubicBezTo>
                    <a:pt x="6941" y="4030"/>
                    <a:pt x="6938" y="4030"/>
                    <a:pt x="6936" y="4030"/>
                  </a:cubicBezTo>
                  <a:cubicBezTo>
                    <a:pt x="6893" y="4030"/>
                    <a:pt x="6853" y="4019"/>
                    <a:pt x="6816" y="4000"/>
                  </a:cubicBezTo>
                  <a:lnTo>
                    <a:pt x="128" y="138"/>
                  </a:lnTo>
                  <a:cubicBezTo>
                    <a:pt x="65" y="103"/>
                    <a:pt x="59" y="46"/>
                    <a:pt x="108" y="5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1" name="Google Shape;6711;p51"/>
            <p:cNvSpPr/>
            <p:nvPr/>
          </p:nvSpPr>
          <p:spPr>
            <a:xfrm>
              <a:off x="6047575" y="2544950"/>
              <a:ext cx="6650" cy="3500"/>
            </a:xfrm>
            <a:custGeom>
              <a:avLst/>
              <a:gdLst/>
              <a:ahLst/>
              <a:cxnLst/>
              <a:rect l="l" t="t" r="r" b="b"/>
              <a:pathLst>
                <a:path w="266" h="140" extrusionOk="0">
                  <a:moveTo>
                    <a:pt x="133" y="1"/>
                  </a:moveTo>
                  <a:cubicBezTo>
                    <a:pt x="104" y="1"/>
                    <a:pt x="75" y="7"/>
                    <a:pt x="48" y="21"/>
                  </a:cubicBezTo>
                  <a:cubicBezTo>
                    <a:pt x="1" y="47"/>
                    <a:pt x="1" y="92"/>
                    <a:pt x="48" y="120"/>
                  </a:cubicBezTo>
                  <a:cubicBezTo>
                    <a:pt x="75" y="133"/>
                    <a:pt x="104" y="139"/>
                    <a:pt x="133" y="139"/>
                  </a:cubicBezTo>
                  <a:cubicBezTo>
                    <a:pt x="162" y="139"/>
                    <a:pt x="191" y="133"/>
                    <a:pt x="218" y="120"/>
                  </a:cubicBezTo>
                  <a:cubicBezTo>
                    <a:pt x="266" y="92"/>
                    <a:pt x="266" y="47"/>
                    <a:pt x="218" y="21"/>
                  </a:cubicBezTo>
                  <a:cubicBezTo>
                    <a:pt x="191" y="7"/>
                    <a:pt x="162" y="1"/>
                    <a:pt x="1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2" name="Google Shape;6712;p51"/>
            <p:cNvSpPr/>
            <p:nvPr/>
          </p:nvSpPr>
          <p:spPr>
            <a:xfrm>
              <a:off x="6202150" y="2632900"/>
              <a:ext cx="15625" cy="9050"/>
            </a:xfrm>
            <a:custGeom>
              <a:avLst/>
              <a:gdLst/>
              <a:ahLst/>
              <a:cxnLst/>
              <a:rect l="l" t="t" r="r" b="b"/>
              <a:pathLst>
                <a:path w="625" h="362" fill="none" extrusionOk="0">
                  <a:moveTo>
                    <a:pt x="514" y="297"/>
                  </a:moveTo>
                  <a:cubicBezTo>
                    <a:pt x="624" y="233"/>
                    <a:pt x="624" y="128"/>
                    <a:pt x="514" y="65"/>
                  </a:cubicBezTo>
                  <a:cubicBezTo>
                    <a:pt x="402" y="1"/>
                    <a:pt x="224" y="1"/>
                    <a:pt x="112" y="65"/>
                  </a:cubicBezTo>
                  <a:cubicBezTo>
                    <a:pt x="1" y="128"/>
                    <a:pt x="1" y="233"/>
                    <a:pt x="112" y="297"/>
                  </a:cubicBezTo>
                  <a:cubicBezTo>
                    <a:pt x="223" y="360"/>
                    <a:pt x="402" y="362"/>
                    <a:pt x="514" y="297"/>
                  </a:cubicBezTo>
                  <a:close/>
                </a:path>
              </a:pathLst>
            </a:custGeom>
            <a:noFill/>
            <a:ln w="475" cap="flat" cmpd="sng">
              <a:solidFill>
                <a:srgbClr val="595959"/>
              </a:solidFill>
              <a:prstDash val="solid"/>
              <a:miter lim="1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3" name="Google Shape;6713;p51"/>
            <p:cNvSpPr/>
            <p:nvPr/>
          </p:nvSpPr>
          <p:spPr>
            <a:xfrm>
              <a:off x="6046575" y="2544200"/>
              <a:ext cx="21875" cy="12350"/>
            </a:xfrm>
            <a:custGeom>
              <a:avLst/>
              <a:gdLst/>
              <a:ahLst/>
              <a:cxnLst/>
              <a:rect l="l" t="t" r="r" b="b"/>
              <a:pathLst>
                <a:path w="875" h="494" extrusionOk="0">
                  <a:moveTo>
                    <a:pt x="771" y="1"/>
                  </a:moveTo>
                  <a:cubicBezTo>
                    <a:pt x="746" y="1"/>
                    <a:pt x="722" y="7"/>
                    <a:pt x="700" y="18"/>
                  </a:cubicBezTo>
                  <a:lnTo>
                    <a:pt x="41" y="399"/>
                  </a:lnTo>
                  <a:cubicBezTo>
                    <a:pt x="1" y="422"/>
                    <a:pt x="0" y="457"/>
                    <a:pt x="36" y="479"/>
                  </a:cubicBezTo>
                  <a:cubicBezTo>
                    <a:pt x="57" y="489"/>
                    <a:pt x="80" y="494"/>
                    <a:pt x="103" y="494"/>
                  </a:cubicBezTo>
                  <a:cubicBezTo>
                    <a:pt x="127" y="494"/>
                    <a:pt x="152" y="488"/>
                    <a:pt x="174" y="476"/>
                  </a:cubicBezTo>
                  <a:lnTo>
                    <a:pt x="834" y="96"/>
                  </a:lnTo>
                  <a:cubicBezTo>
                    <a:pt x="873" y="73"/>
                    <a:pt x="874" y="37"/>
                    <a:pt x="838" y="16"/>
                  </a:cubicBezTo>
                  <a:cubicBezTo>
                    <a:pt x="816" y="6"/>
                    <a:pt x="793" y="1"/>
                    <a:pt x="77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4" name="Google Shape;6714;p51"/>
            <p:cNvSpPr/>
            <p:nvPr/>
          </p:nvSpPr>
          <p:spPr>
            <a:xfrm>
              <a:off x="6022525" y="2530300"/>
              <a:ext cx="218275" cy="125900"/>
            </a:xfrm>
            <a:custGeom>
              <a:avLst/>
              <a:gdLst/>
              <a:ahLst/>
              <a:cxnLst/>
              <a:rect l="l" t="t" r="r" b="b"/>
              <a:pathLst>
                <a:path w="8731" h="5036" extrusionOk="0">
                  <a:moveTo>
                    <a:pt x="3361" y="0"/>
                  </a:moveTo>
                  <a:cubicBezTo>
                    <a:pt x="3322" y="0"/>
                    <a:pt x="3282" y="17"/>
                    <a:pt x="3244" y="39"/>
                  </a:cubicBezTo>
                  <a:lnTo>
                    <a:pt x="62" y="1876"/>
                  </a:lnTo>
                  <a:cubicBezTo>
                    <a:pt x="2" y="1911"/>
                    <a:pt x="1" y="1967"/>
                    <a:pt x="62" y="2002"/>
                  </a:cubicBezTo>
                  <a:lnTo>
                    <a:pt x="5270" y="5010"/>
                  </a:lnTo>
                  <a:cubicBezTo>
                    <a:pt x="5304" y="5027"/>
                    <a:pt x="5341" y="5036"/>
                    <a:pt x="5378" y="5036"/>
                  </a:cubicBezTo>
                  <a:cubicBezTo>
                    <a:pt x="5416" y="5036"/>
                    <a:pt x="5453" y="5027"/>
                    <a:pt x="5488" y="5010"/>
                  </a:cubicBezTo>
                  <a:lnTo>
                    <a:pt x="8669" y="3172"/>
                  </a:lnTo>
                  <a:cubicBezTo>
                    <a:pt x="8730" y="3138"/>
                    <a:pt x="8730" y="3081"/>
                    <a:pt x="8669" y="3046"/>
                  </a:cubicBezTo>
                  <a:lnTo>
                    <a:pt x="3427" y="19"/>
                  </a:lnTo>
                  <a:cubicBezTo>
                    <a:pt x="3405" y="6"/>
                    <a:pt x="3383" y="0"/>
                    <a:pt x="3361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5" name="Google Shape;6715;p51"/>
            <p:cNvSpPr/>
            <p:nvPr/>
          </p:nvSpPr>
          <p:spPr>
            <a:xfrm>
              <a:off x="6022525" y="2530300"/>
              <a:ext cx="218275" cy="125900"/>
            </a:xfrm>
            <a:custGeom>
              <a:avLst/>
              <a:gdLst/>
              <a:ahLst/>
              <a:cxnLst/>
              <a:rect l="l" t="t" r="r" b="b"/>
              <a:pathLst>
                <a:path w="8731" h="5036" extrusionOk="0">
                  <a:moveTo>
                    <a:pt x="3361" y="0"/>
                  </a:moveTo>
                  <a:cubicBezTo>
                    <a:pt x="3322" y="0"/>
                    <a:pt x="3282" y="17"/>
                    <a:pt x="3244" y="39"/>
                  </a:cubicBezTo>
                  <a:lnTo>
                    <a:pt x="62" y="1876"/>
                  </a:lnTo>
                  <a:cubicBezTo>
                    <a:pt x="2" y="1911"/>
                    <a:pt x="1" y="1967"/>
                    <a:pt x="62" y="2002"/>
                  </a:cubicBezTo>
                  <a:lnTo>
                    <a:pt x="5270" y="5010"/>
                  </a:lnTo>
                  <a:cubicBezTo>
                    <a:pt x="5304" y="5027"/>
                    <a:pt x="5341" y="5036"/>
                    <a:pt x="5378" y="5036"/>
                  </a:cubicBezTo>
                  <a:cubicBezTo>
                    <a:pt x="5416" y="5036"/>
                    <a:pt x="5453" y="5027"/>
                    <a:pt x="5488" y="5010"/>
                  </a:cubicBezTo>
                  <a:lnTo>
                    <a:pt x="8669" y="3172"/>
                  </a:lnTo>
                  <a:cubicBezTo>
                    <a:pt x="8730" y="3138"/>
                    <a:pt x="8730" y="3081"/>
                    <a:pt x="8669" y="3046"/>
                  </a:cubicBezTo>
                  <a:lnTo>
                    <a:pt x="3427" y="19"/>
                  </a:lnTo>
                  <a:cubicBezTo>
                    <a:pt x="3405" y="6"/>
                    <a:pt x="3383" y="0"/>
                    <a:pt x="33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6" name="Google Shape;6716;p51"/>
            <p:cNvSpPr/>
            <p:nvPr/>
          </p:nvSpPr>
          <p:spPr>
            <a:xfrm>
              <a:off x="6032200" y="2580325"/>
              <a:ext cx="2000" cy="1100"/>
            </a:xfrm>
            <a:custGeom>
              <a:avLst/>
              <a:gdLst/>
              <a:ahLst/>
              <a:cxnLst/>
              <a:rect l="l" t="t" r="r" b="b"/>
              <a:pathLst>
                <a:path w="80" h="44" extrusionOk="0">
                  <a:moveTo>
                    <a:pt x="25" y="1"/>
                  </a:moveTo>
                  <a:cubicBezTo>
                    <a:pt x="20" y="1"/>
                    <a:pt x="15" y="2"/>
                    <a:pt x="11" y="4"/>
                  </a:cubicBezTo>
                  <a:lnTo>
                    <a:pt x="8" y="6"/>
                  </a:lnTo>
                  <a:cubicBezTo>
                    <a:pt x="1" y="8"/>
                    <a:pt x="1" y="19"/>
                    <a:pt x="8" y="22"/>
                  </a:cubicBezTo>
                  <a:lnTo>
                    <a:pt x="41" y="40"/>
                  </a:lnTo>
                  <a:cubicBezTo>
                    <a:pt x="46" y="43"/>
                    <a:pt x="50" y="44"/>
                    <a:pt x="55" y="44"/>
                  </a:cubicBezTo>
                  <a:cubicBezTo>
                    <a:pt x="60" y="44"/>
                    <a:pt x="64" y="43"/>
                    <a:pt x="67" y="40"/>
                  </a:cubicBezTo>
                  <a:lnTo>
                    <a:pt x="72" y="39"/>
                  </a:lnTo>
                  <a:cubicBezTo>
                    <a:pt x="79" y="35"/>
                    <a:pt x="79" y="27"/>
                    <a:pt x="72" y="23"/>
                  </a:cubicBezTo>
                  <a:lnTo>
                    <a:pt x="38" y="4"/>
                  </a:lnTo>
                  <a:cubicBezTo>
                    <a:pt x="34" y="2"/>
                    <a:pt x="29" y="1"/>
                    <a:pt x="2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7" name="Google Shape;6717;p51"/>
            <p:cNvSpPr/>
            <p:nvPr/>
          </p:nvSpPr>
          <p:spPr>
            <a:xfrm>
              <a:off x="6033075" y="2579100"/>
              <a:ext cx="2625" cy="1450"/>
            </a:xfrm>
            <a:custGeom>
              <a:avLst/>
              <a:gdLst/>
              <a:ahLst/>
              <a:cxnLst/>
              <a:rect l="l" t="t" r="r" b="b"/>
              <a:pathLst>
                <a:path w="105" h="58" extrusionOk="0">
                  <a:moveTo>
                    <a:pt x="26" y="1"/>
                  </a:moveTo>
                  <a:cubicBezTo>
                    <a:pt x="21" y="1"/>
                    <a:pt x="17" y="2"/>
                    <a:pt x="12" y="4"/>
                  </a:cubicBezTo>
                  <a:lnTo>
                    <a:pt x="9" y="5"/>
                  </a:lnTo>
                  <a:cubicBezTo>
                    <a:pt x="1" y="10"/>
                    <a:pt x="2" y="17"/>
                    <a:pt x="9" y="21"/>
                  </a:cubicBezTo>
                  <a:lnTo>
                    <a:pt x="67" y="55"/>
                  </a:lnTo>
                  <a:cubicBezTo>
                    <a:pt x="72" y="57"/>
                    <a:pt x="76" y="58"/>
                    <a:pt x="80" y="58"/>
                  </a:cubicBezTo>
                  <a:cubicBezTo>
                    <a:pt x="85" y="58"/>
                    <a:pt x="89" y="57"/>
                    <a:pt x="93" y="55"/>
                  </a:cubicBezTo>
                  <a:lnTo>
                    <a:pt x="98" y="53"/>
                  </a:lnTo>
                  <a:cubicBezTo>
                    <a:pt x="105" y="50"/>
                    <a:pt x="105" y="40"/>
                    <a:pt x="98" y="37"/>
                  </a:cubicBezTo>
                  <a:lnTo>
                    <a:pt x="38" y="4"/>
                  </a:lnTo>
                  <a:cubicBezTo>
                    <a:pt x="35" y="2"/>
                    <a:pt x="30" y="1"/>
                    <a:pt x="26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8" name="Google Shape;6718;p51"/>
            <p:cNvSpPr/>
            <p:nvPr/>
          </p:nvSpPr>
          <p:spPr>
            <a:xfrm>
              <a:off x="6033975" y="2577875"/>
              <a:ext cx="3250" cy="1825"/>
            </a:xfrm>
            <a:custGeom>
              <a:avLst/>
              <a:gdLst/>
              <a:ahLst/>
              <a:cxnLst/>
              <a:rect l="l" t="t" r="r" b="b"/>
              <a:pathLst>
                <a:path w="130" h="73" extrusionOk="0">
                  <a:moveTo>
                    <a:pt x="25" y="0"/>
                  </a:moveTo>
                  <a:cubicBezTo>
                    <a:pt x="20" y="0"/>
                    <a:pt x="16" y="1"/>
                    <a:pt x="12" y="4"/>
                  </a:cubicBezTo>
                  <a:lnTo>
                    <a:pt x="8" y="5"/>
                  </a:lnTo>
                  <a:cubicBezTo>
                    <a:pt x="1" y="9"/>
                    <a:pt x="1" y="17"/>
                    <a:pt x="8" y="21"/>
                  </a:cubicBezTo>
                  <a:lnTo>
                    <a:pt x="92" y="69"/>
                  </a:lnTo>
                  <a:cubicBezTo>
                    <a:pt x="96" y="71"/>
                    <a:pt x="100" y="72"/>
                    <a:pt x="105" y="72"/>
                  </a:cubicBezTo>
                  <a:cubicBezTo>
                    <a:pt x="109" y="72"/>
                    <a:pt x="114" y="71"/>
                    <a:pt x="118" y="69"/>
                  </a:cubicBezTo>
                  <a:lnTo>
                    <a:pt x="123" y="67"/>
                  </a:lnTo>
                  <a:cubicBezTo>
                    <a:pt x="130" y="64"/>
                    <a:pt x="130" y="54"/>
                    <a:pt x="123" y="51"/>
                  </a:cubicBezTo>
                  <a:lnTo>
                    <a:pt x="39" y="4"/>
                  </a:lnTo>
                  <a:cubicBezTo>
                    <a:pt x="34" y="1"/>
                    <a:pt x="29" y="0"/>
                    <a:pt x="25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9" name="Google Shape;6719;p51"/>
            <p:cNvSpPr/>
            <p:nvPr/>
          </p:nvSpPr>
          <p:spPr>
            <a:xfrm>
              <a:off x="6033975" y="2576125"/>
              <a:ext cx="4750" cy="2700"/>
            </a:xfrm>
            <a:custGeom>
              <a:avLst/>
              <a:gdLst/>
              <a:ahLst/>
              <a:cxnLst/>
              <a:rect l="l" t="t" r="r" b="b"/>
              <a:pathLst>
                <a:path w="190" h="108" extrusionOk="0">
                  <a:moveTo>
                    <a:pt x="25" y="1"/>
                  </a:moveTo>
                  <a:cubicBezTo>
                    <a:pt x="20" y="1"/>
                    <a:pt x="16" y="2"/>
                    <a:pt x="12" y="4"/>
                  </a:cubicBezTo>
                  <a:lnTo>
                    <a:pt x="8" y="5"/>
                  </a:lnTo>
                  <a:cubicBezTo>
                    <a:pt x="1" y="8"/>
                    <a:pt x="1" y="18"/>
                    <a:pt x="8" y="21"/>
                  </a:cubicBezTo>
                  <a:lnTo>
                    <a:pt x="152" y="104"/>
                  </a:lnTo>
                  <a:cubicBezTo>
                    <a:pt x="156" y="106"/>
                    <a:pt x="161" y="107"/>
                    <a:pt x="165" y="107"/>
                  </a:cubicBezTo>
                  <a:cubicBezTo>
                    <a:pt x="170" y="107"/>
                    <a:pt x="175" y="106"/>
                    <a:pt x="179" y="104"/>
                  </a:cubicBezTo>
                  <a:lnTo>
                    <a:pt x="182" y="103"/>
                  </a:lnTo>
                  <a:cubicBezTo>
                    <a:pt x="189" y="100"/>
                    <a:pt x="189" y="89"/>
                    <a:pt x="182" y="87"/>
                  </a:cubicBezTo>
                  <a:lnTo>
                    <a:pt x="39" y="4"/>
                  </a:lnTo>
                  <a:cubicBezTo>
                    <a:pt x="34" y="2"/>
                    <a:pt x="29" y="1"/>
                    <a:pt x="2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0" name="Google Shape;6720;p51"/>
            <p:cNvSpPr/>
            <p:nvPr/>
          </p:nvSpPr>
          <p:spPr>
            <a:xfrm>
              <a:off x="6039050" y="2574350"/>
              <a:ext cx="3650" cy="2850"/>
            </a:xfrm>
            <a:custGeom>
              <a:avLst/>
              <a:gdLst/>
              <a:ahLst/>
              <a:cxnLst/>
              <a:rect l="l" t="t" r="r" b="b"/>
              <a:pathLst>
                <a:path w="146" h="114" extrusionOk="0">
                  <a:moveTo>
                    <a:pt x="28" y="29"/>
                  </a:moveTo>
                  <a:lnTo>
                    <a:pt x="82" y="59"/>
                  </a:lnTo>
                  <a:lnTo>
                    <a:pt x="33" y="88"/>
                  </a:lnTo>
                  <a:lnTo>
                    <a:pt x="28" y="29"/>
                  </a:lnTo>
                  <a:close/>
                  <a:moveTo>
                    <a:pt x="23" y="1"/>
                  </a:moveTo>
                  <a:cubicBezTo>
                    <a:pt x="20" y="1"/>
                    <a:pt x="17" y="2"/>
                    <a:pt x="15" y="4"/>
                  </a:cubicBezTo>
                  <a:lnTo>
                    <a:pt x="5" y="10"/>
                  </a:lnTo>
                  <a:cubicBezTo>
                    <a:pt x="4" y="10"/>
                    <a:pt x="2" y="11"/>
                    <a:pt x="1" y="13"/>
                  </a:cubicBezTo>
                  <a:cubicBezTo>
                    <a:pt x="1" y="14"/>
                    <a:pt x="1" y="15"/>
                    <a:pt x="1" y="15"/>
                  </a:cubicBezTo>
                  <a:lnTo>
                    <a:pt x="5" y="101"/>
                  </a:lnTo>
                  <a:cubicBezTo>
                    <a:pt x="5" y="102"/>
                    <a:pt x="5" y="104"/>
                    <a:pt x="7" y="104"/>
                  </a:cubicBezTo>
                  <a:cubicBezTo>
                    <a:pt x="7" y="105"/>
                    <a:pt x="8" y="107"/>
                    <a:pt x="10" y="107"/>
                  </a:cubicBezTo>
                  <a:lnTo>
                    <a:pt x="17" y="111"/>
                  </a:lnTo>
                  <a:cubicBezTo>
                    <a:pt x="18" y="113"/>
                    <a:pt x="20" y="113"/>
                    <a:pt x="22" y="113"/>
                  </a:cubicBezTo>
                  <a:cubicBezTo>
                    <a:pt x="24" y="113"/>
                    <a:pt x="25" y="113"/>
                    <a:pt x="27" y="111"/>
                  </a:cubicBezTo>
                  <a:lnTo>
                    <a:pt x="95" y="72"/>
                  </a:lnTo>
                  <a:lnTo>
                    <a:pt x="115" y="85"/>
                  </a:lnTo>
                  <a:cubicBezTo>
                    <a:pt x="118" y="85"/>
                    <a:pt x="120" y="87"/>
                    <a:pt x="123" y="87"/>
                  </a:cubicBezTo>
                  <a:cubicBezTo>
                    <a:pt x="126" y="85"/>
                    <a:pt x="127" y="85"/>
                    <a:pt x="130" y="84"/>
                  </a:cubicBezTo>
                  <a:lnTo>
                    <a:pt x="140" y="76"/>
                  </a:lnTo>
                  <a:cubicBezTo>
                    <a:pt x="143" y="75"/>
                    <a:pt x="146" y="73"/>
                    <a:pt x="146" y="72"/>
                  </a:cubicBezTo>
                  <a:cubicBezTo>
                    <a:pt x="146" y="71"/>
                    <a:pt x="144" y="69"/>
                    <a:pt x="143" y="68"/>
                  </a:cubicBezTo>
                  <a:lnTo>
                    <a:pt x="121" y="56"/>
                  </a:lnTo>
                  <a:lnTo>
                    <a:pt x="136" y="47"/>
                  </a:lnTo>
                  <a:cubicBezTo>
                    <a:pt x="139" y="46"/>
                    <a:pt x="140" y="44"/>
                    <a:pt x="140" y="43"/>
                  </a:cubicBezTo>
                  <a:cubicBezTo>
                    <a:pt x="141" y="42"/>
                    <a:pt x="140" y="40"/>
                    <a:pt x="137" y="39"/>
                  </a:cubicBezTo>
                  <a:lnTo>
                    <a:pt x="133" y="36"/>
                  </a:lnTo>
                  <a:cubicBezTo>
                    <a:pt x="131" y="36"/>
                    <a:pt x="128" y="34"/>
                    <a:pt x="126" y="34"/>
                  </a:cubicBezTo>
                  <a:cubicBezTo>
                    <a:pt x="123" y="34"/>
                    <a:pt x="121" y="36"/>
                    <a:pt x="118" y="37"/>
                  </a:cubicBezTo>
                  <a:lnTo>
                    <a:pt x="104" y="46"/>
                  </a:lnTo>
                  <a:lnTo>
                    <a:pt x="30" y="4"/>
                  </a:lnTo>
                  <a:cubicBezTo>
                    <a:pt x="27" y="2"/>
                    <a:pt x="25" y="1"/>
                    <a:pt x="23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1" name="Google Shape;6721;p51"/>
            <p:cNvSpPr/>
            <p:nvPr/>
          </p:nvSpPr>
          <p:spPr>
            <a:xfrm>
              <a:off x="6041300" y="2572125"/>
              <a:ext cx="5425" cy="3075"/>
            </a:xfrm>
            <a:custGeom>
              <a:avLst/>
              <a:gdLst/>
              <a:ahLst/>
              <a:cxnLst/>
              <a:rect l="l" t="t" r="r" b="b"/>
              <a:pathLst>
                <a:path w="217" h="123" extrusionOk="0">
                  <a:moveTo>
                    <a:pt x="102" y="0"/>
                  </a:moveTo>
                  <a:cubicBezTo>
                    <a:pt x="101" y="0"/>
                    <a:pt x="100" y="1"/>
                    <a:pt x="99" y="2"/>
                  </a:cubicBezTo>
                  <a:cubicBezTo>
                    <a:pt x="91" y="3"/>
                    <a:pt x="81" y="4"/>
                    <a:pt x="72" y="9"/>
                  </a:cubicBezTo>
                  <a:cubicBezTo>
                    <a:pt x="62" y="13"/>
                    <a:pt x="51" y="17"/>
                    <a:pt x="41" y="23"/>
                  </a:cubicBezTo>
                  <a:cubicBezTo>
                    <a:pt x="18" y="36"/>
                    <a:pt x="5" y="51"/>
                    <a:pt x="2" y="65"/>
                  </a:cubicBezTo>
                  <a:cubicBezTo>
                    <a:pt x="1" y="80"/>
                    <a:pt x="11" y="93"/>
                    <a:pt x="31" y="104"/>
                  </a:cubicBezTo>
                  <a:cubicBezTo>
                    <a:pt x="51" y="116"/>
                    <a:pt x="72" y="122"/>
                    <a:pt x="93" y="122"/>
                  </a:cubicBezTo>
                  <a:cubicBezTo>
                    <a:pt x="96" y="122"/>
                    <a:pt x="98" y="122"/>
                    <a:pt x="101" y="122"/>
                  </a:cubicBezTo>
                  <a:cubicBezTo>
                    <a:pt x="127" y="120"/>
                    <a:pt x="152" y="112"/>
                    <a:pt x="175" y="99"/>
                  </a:cubicBezTo>
                  <a:cubicBezTo>
                    <a:pt x="192" y="90"/>
                    <a:pt x="207" y="77"/>
                    <a:pt x="217" y="61"/>
                  </a:cubicBezTo>
                  <a:lnTo>
                    <a:pt x="217" y="58"/>
                  </a:lnTo>
                  <a:cubicBezTo>
                    <a:pt x="217" y="57"/>
                    <a:pt x="215" y="57"/>
                    <a:pt x="214" y="55"/>
                  </a:cubicBezTo>
                  <a:lnTo>
                    <a:pt x="165" y="28"/>
                  </a:lnTo>
                  <a:cubicBezTo>
                    <a:pt x="162" y="26"/>
                    <a:pt x="159" y="25"/>
                    <a:pt x="157" y="25"/>
                  </a:cubicBezTo>
                  <a:cubicBezTo>
                    <a:pt x="153" y="25"/>
                    <a:pt x="150" y="26"/>
                    <a:pt x="149" y="28"/>
                  </a:cubicBezTo>
                  <a:lnTo>
                    <a:pt x="104" y="54"/>
                  </a:lnTo>
                  <a:cubicBezTo>
                    <a:pt x="101" y="55"/>
                    <a:pt x="98" y="57"/>
                    <a:pt x="98" y="58"/>
                  </a:cubicBezTo>
                  <a:cubicBezTo>
                    <a:pt x="98" y="60"/>
                    <a:pt x="99" y="61"/>
                    <a:pt x="102" y="62"/>
                  </a:cubicBezTo>
                  <a:lnTo>
                    <a:pt x="107" y="65"/>
                  </a:lnTo>
                  <a:cubicBezTo>
                    <a:pt x="108" y="67"/>
                    <a:pt x="111" y="67"/>
                    <a:pt x="114" y="67"/>
                  </a:cubicBezTo>
                  <a:cubicBezTo>
                    <a:pt x="115" y="67"/>
                    <a:pt x="118" y="65"/>
                    <a:pt x="121" y="64"/>
                  </a:cubicBezTo>
                  <a:lnTo>
                    <a:pt x="149" y="48"/>
                  </a:lnTo>
                  <a:lnTo>
                    <a:pt x="183" y="68"/>
                  </a:lnTo>
                  <a:cubicBezTo>
                    <a:pt x="181" y="71"/>
                    <a:pt x="178" y="74"/>
                    <a:pt x="173" y="77"/>
                  </a:cubicBezTo>
                  <a:cubicBezTo>
                    <a:pt x="169" y="81"/>
                    <a:pt x="163" y="84"/>
                    <a:pt x="157" y="87"/>
                  </a:cubicBezTo>
                  <a:cubicBezTo>
                    <a:pt x="143" y="96"/>
                    <a:pt x="127" y="102"/>
                    <a:pt x="110" y="102"/>
                  </a:cubicBezTo>
                  <a:cubicBezTo>
                    <a:pt x="107" y="102"/>
                    <a:pt x="105" y="102"/>
                    <a:pt x="103" y="102"/>
                  </a:cubicBezTo>
                  <a:cubicBezTo>
                    <a:pt x="88" y="102"/>
                    <a:pt x="73" y="97"/>
                    <a:pt x="59" y="89"/>
                  </a:cubicBezTo>
                  <a:cubicBezTo>
                    <a:pt x="43" y="80"/>
                    <a:pt x="36" y="70"/>
                    <a:pt x="37" y="60"/>
                  </a:cubicBezTo>
                  <a:cubicBezTo>
                    <a:pt x="38" y="51"/>
                    <a:pt x="47" y="41"/>
                    <a:pt x="63" y="31"/>
                  </a:cubicBezTo>
                  <a:cubicBezTo>
                    <a:pt x="76" y="23"/>
                    <a:pt x="91" y="19"/>
                    <a:pt x="105" y="16"/>
                  </a:cubicBezTo>
                  <a:lnTo>
                    <a:pt x="108" y="15"/>
                  </a:lnTo>
                  <a:cubicBezTo>
                    <a:pt x="110" y="13"/>
                    <a:pt x="110" y="13"/>
                    <a:pt x="108" y="12"/>
                  </a:cubicBezTo>
                  <a:lnTo>
                    <a:pt x="105" y="3"/>
                  </a:lnTo>
                  <a:cubicBezTo>
                    <a:pt x="105" y="2"/>
                    <a:pt x="105" y="2"/>
                    <a:pt x="104" y="2"/>
                  </a:cubicBezTo>
                  <a:cubicBezTo>
                    <a:pt x="104" y="1"/>
                    <a:pt x="103" y="0"/>
                    <a:pt x="102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2" name="Google Shape;6722;p51"/>
            <p:cNvSpPr/>
            <p:nvPr/>
          </p:nvSpPr>
          <p:spPr>
            <a:xfrm>
              <a:off x="6067125" y="2557100"/>
              <a:ext cx="4900" cy="2800"/>
            </a:xfrm>
            <a:custGeom>
              <a:avLst/>
              <a:gdLst/>
              <a:ahLst/>
              <a:cxnLst/>
              <a:rect l="l" t="t" r="r" b="b"/>
              <a:pathLst>
                <a:path w="196" h="112" extrusionOk="0">
                  <a:moveTo>
                    <a:pt x="99" y="0"/>
                  </a:moveTo>
                  <a:cubicBezTo>
                    <a:pt x="95" y="0"/>
                    <a:pt x="91" y="1"/>
                    <a:pt x="87" y="4"/>
                  </a:cubicBezTo>
                  <a:lnTo>
                    <a:pt x="7" y="50"/>
                  </a:lnTo>
                  <a:cubicBezTo>
                    <a:pt x="0" y="51"/>
                    <a:pt x="0" y="60"/>
                    <a:pt x="7" y="62"/>
                  </a:cubicBezTo>
                  <a:lnTo>
                    <a:pt x="87" y="108"/>
                  </a:lnTo>
                  <a:cubicBezTo>
                    <a:pt x="91" y="110"/>
                    <a:pt x="95" y="111"/>
                    <a:pt x="99" y="111"/>
                  </a:cubicBezTo>
                  <a:cubicBezTo>
                    <a:pt x="102" y="111"/>
                    <a:pt x="106" y="110"/>
                    <a:pt x="109" y="108"/>
                  </a:cubicBezTo>
                  <a:lnTo>
                    <a:pt x="190" y="62"/>
                  </a:lnTo>
                  <a:cubicBezTo>
                    <a:pt x="196" y="59"/>
                    <a:pt x="196" y="53"/>
                    <a:pt x="190" y="50"/>
                  </a:cubicBezTo>
                  <a:lnTo>
                    <a:pt x="109" y="4"/>
                  </a:lnTo>
                  <a:cubicBezTo>
                    <a:pt x="106" y="1"/>
                    <a:pt x="102" y="0"/>
                    <a:pt x="99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3" name="Google Shape;6723;p51"/>
            <p:cNvSpPr/>
            <p:nvPr/>
          </p:nvSpPr>
          <p:spPr>
            <a:xfrm>
              <a:off x="6066575" y="2556900"/>
              <a:ext cx="2825" cy="1400"/>
            </a:xfrm>
            <a:custGeom>
              <a:avLst/>
              <a:gdLst/>
              <a:ahLst/>
              <a:cxnLst/>
              <a:rect l="l" t="t" r="r" b="b"/>
              <a:pathLst>
                <a:path w="113" h="56" extrusionOk="0">
                  <a:moveTo>
                    <a:pt x="51" y="0"/>
                  </a:moveTo>
                  <a:cubicBezTo>
                    <a:pt x="38" y="0"/>
                    <a:pt x="27" y="1"/>
                    <a:pt x="16" y="7"/>
                  </a:cubicBezTo>
                  <a:cubicBezTo>
                    <a:pt x="0" y="16"/>
                    <a:pt x="0" y="30"/>
                    <a:pt x="16" y="39"/>
                  </a:cubicBezTo>
                  <a:lnTo>
                    <a:pt x="44" y="55"/>
                  </a:lnTo>
                  <a:lnTo>
                    <a:pt x="64" y="51"/>
                  </a:lnTo>
                  <a:lnTo>
                    <a:pt x="37" y="36"/>
                  </a:lnTo>
                  <a:cubicBezTo>
                    <a:pt x="25" y="32"/>
                    <a:pt x="25" y="16"/>
                    <a:pt x="37" y="12"/>
                  </a:cubicBezTo>
                  <a:cubicBezTo>
                    <a:pt x="41" y="9"/>
                    <a:pt x="45" y="7"/>
                    <a:pt x="51" y="7"/>
                  </a:cubicBezTo>
                  <a:cubicBezTo>
                    <a:pt x="56" y="7"/>
                    <a:pt x="60" y="9"/>
                    <a:pt x="64" y="12"/>
                  </a:cubicBezTo>
                  <a:lnTo>
                    <a:pt x="92" y="28"/>
                  </a:lnTo>
                  <a:lnTo>
                    <a:pt x="112" y="23"/>
                  </a:lnTo>
                  <a:lnTo>
                    <a:pt x="85" y="7"/>
                  </a:lnTo>
                  <a:cubicBezTo>
                    <a:pt x="74" y="1"/>
                    <a:pt x="63" y="0"/>
                    <a:pt x="51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4" name="Google Shape;6724;p51"/>
            <p:cNvSpPr/>
            <p:nvPr/>
          </p:nvSpPr>
          <p:spPr>
            <a:xfrm>
              <a:off x="6098650" y="2536000"/>
              <a:ext cx="9750" cy="5350"/>
            </a:xfrm>
            <a:custGeom>
              <a:avLst/>
              <a:gdLst/>
              <a:ahLst/>
              <a:cxnLst/>
              <a:rect l="l" t="t" r="r" b="b"/>
              <a:pathLst>
                <a:path w="390" h="214" extrusionOk="0">
                  <a:moveTo>
                    <a:pt x="260" y="10"/>
                  </a:moveTo>
                  <a:cubicBezTo>
                    <a:pt x="266" y="10"/>
                    <a:pt x="270" y="11"/>
                    <a:pt x="276" y="14"/>
                  </a:cubicBezTo>
                  <a:lnTo>
                    <a:pt x="350" y="57"/>
                  </a:lnTo>
                  <a:cubicBezTo>
                    <a:pt x="363" y="62"/>
                    <a:pt x="363" y="79"/>
                    <a:pt x="350" y="83"/>
                  </a:cubicBezTo>
                  <a:lnTo>
                    <a:pt x="147" y="201"/>
                  </a:lnTo>
                  <a:cubicBezTo>
                    <a:pt x="141" y="204"/>
                    <a:pt x="137" y="205"/>
                    <a:pt x="131" y="205"/>
                  </a:cubicBezTo>
                  <a:cubicBezTo>
                    <a:pt x="125" y="205"/>
                    <a:pt x="120" y="204"/>
                    <a:pt x="114" y="201"/>
                  </a:cubicBezTo>
                  <a:lnTo>
                    <a:pt x="40" y="159"/>
                  </a:lnTo>
                  <a:cubicBezTo>
                    <a:pt x="27" y="153"/>
                    <a:pt x="27" y="136"/>
                    <a:pt x="40" y="131"/>
                  </a:cubicBezTo>
                  <a:lnTo>
                    <a:pt x="243" y="14"/>
                  </a:lnTo>
                  <a:cubicBezTo>
                    <a:pt x="247" y="12"/>
                    <a:pt x="250" y="11"/>
                    <a:pt x="255" y="10"/>
                  </a:cubicBezTo>
                  <a:close/>
                  <a:moveTo>
                    <a:pt x="260" y="1"/>
                  </a:moveTo>
                  <a:cubicBezTo>
                    <a:pt x="246" y="1"/>
                    <a:pt x="233" y="4"/>
                    <a:pt x="221" y="10"/>
                  </a:cubicBezTo>
                  <a:lnTo>
                    <a:pt x="18" y="127"/>
                  </a:lnTo>
                  <a:cubicBezTo>
                    <a:pt x="1" y="137"/>
                    <a:pt x="1" y="153"/>
                    <a:pt x="18" y="163"/>
                  </a:cubicBezTo>
                  <a:lnTo>
                    <a:pt x="92" y="205"/>
                  </a:lnTo>
                  <a:cubicBezTo>
                    <a:pt x="104" y="211"/>
                    <a:pt x="117" y="214"/>
                    <a:pt x="131" y="214"/>
                  </a:cubicBezTo>
                  <a:cubicBezTo>
                    <a:pt x="137" y="214"/>
                    <a:pt x="143" y="214"/>
                    <a:pt x="149" y="213"/>
                  </a:cubicBezTo>
                  <a:cubicBezTo>
                    <a:pt x="156" y="211"/>
                    <a:pt x="163" y="208"/>
                    <a:pt x="169" y="205"/>
                  </a:cubicBezTo>
                  <a:lnTo>
                    <a:pt x="372" y="88"/>
                  </a:lnTo>
                  <a:cubicBezTo>
                    <a:pt x="389" y="78"/>
                    <a:pt x="389" y="62"/>
                    <a:pt x="372" y="52"/>
                  </a:cubicBezTo>
                  <a:lnTo>
                    <a:pt x="298" y="10"/>
                  </a:lnTo>
                  <a:cubicBezTo>
                    <a:pt x="286" y="4"/>
                    <a:pt x="273" y="1"/>
                    <a:pt x="26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5" name="Google Shape;6725;p51"/>
            <p:cNvSpPr/>
            <p:nvPr/>
          </p:nvSpPr>
          <p:spPr>
            <a:xfrm>
              <a:off x="6100075" y="2536600"/>
              <a:ext cx="6900" cy="4175"/>
            </a:xfrm>
            <a:custGeom>
              <a:avLst/>
              <a:gdLst/>
              <a:ahLst/>
              <a:cxnLst/>
              <a:rect l="l" t="t" r="r" b="b"/>
              <a:pathLst>
                <a:path w="276" h="167" extrusionOk="0">
                  <a:moveTo>
                    <a:pt x="196" y="0"/>
                  </a:moveTo>
                  <a:cubicBezTo>
                    <a:pt x="196" y="0"/>
                    <a:pt x="195" y="0"/>
                    <a:pt x="193" y="1"/>
                  </a:cubicBezTo>
                  <a:lnTo>
                    <a:pt x="10" y="107"/>
                  </a:lnTo>
                  <a:cubicBezTo>
                    <a:pt x="0" y="110"/>
                    <a:pt x="0" y="123"/>
                    <a:pt x="10" y="128"/>
                  </a:cubicBezTo>
                  <a:lnTo>
                    <a:pt x="77" y="165"/>
                  </a:lnTo>
                  <a:cubicBezTo>
                    <a:pt x="79" y="167"/>
                    <a:pt x="80" y="167"/>
                    <a:pt x="80" y="167"/>
                  </a:cubicBezTo>
                  <a:cubicBezTo>
                    <a:pt x="82" y="167"/>
                    <a:pt x="83" y="167"/>
                    <a:pt x="83" y="165"/>
                  </a:cubicBezTo>
                  <a:lnTo>
                    <a:pt x="266" y="59"/>
                  </a:lnTo>
                  <a:cubicBezTo>
                    <a:pt x="276" y="57"/>
                    <a:pt x="276" y="44"/>
                    <a:pt x="266" y="39"/>
                  </a:cubicBezTo>
                  <a:lnTo>
                    <a:pt x="199" y="1"/>
                  </a:lnTo>
                  <a:cubicBezTo>
                    <a:pt x="199" y="0"/>
                    <a:pt x="198" y="0"/>
                    <a:pt x="196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6" name="Google Shape;6726;p51"/>
            <p:cNvSpPr/>
            <p:nvPr/>
          </p:nvSpPr>
          <p:spPr>
            <a:xfrm>
              <a:off x="6106050" y="2536050"/>
              <a:ext cx="2275" cy="1250"/>
            </a:xfrm>
            <a:custGeom>
              <a:avLst/>
              <a:gdLst/>
              <a:ahLst/>
              <a:cxnLst/>
              <a:rect l="l" t="t" r="r" b="b"/>
              <a:pathLst>
                <a:path w="91" h="50" extrusionOk="0">
                  <a:moveTo>
                    <a:pt x="25" y="1"/>
                  </a:moveTo>
                  <a:cubicBezTo>
                    <a:pt x="21" y="1"/>
                    <a:pt x="17" y="1"/>
                    <a:pt x="14" y="2"/>
                  </a:cubicBezTo>
                  <a:lnTo>
                    <a:pt x="1" y="9"/>
                  </a:lnTo>
                  <a:lnTo>
                    <a:pt x="70" y="50"/>
                  </a:lnTo>
                  <a:lnTo>
                    <a:pt x="83" y="42"/>
                  </a:lnTo>
                  <a:cubicBezTo>
                    <a:pt x="90" y="37"/>
                    <a:pt x="83" y="26"/>
                    <a:pt x="69" y="18"/>
                  </a:cubicBezTo>
                  <a:lnTo>
                    <a:pt x="54" y="9"/>
                  </a:lnTo>
                  <a:cubicBezTo>
                    <a:pt x="46" y="4"/>
                    <a:pt x="35" y="1"/>
                    <a:pt x="2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7" name="Google Shape;6727;p51"/>
            <p:cNvSpPr/>
            <p:nvPr/>
          </p:nvSpPr>
          <p:spPr>
            <a:xfrm>
              <a:off x="6066975" y="2576700"/>
              <a:ext cx="20400" cy="11025"/>
            </a:xfrm>
            <a:custGeom>
              <a:avLst/>
              <a:gdLst/>
              <a:ahLst/>
              <a:cxnLst/>
              <a:rect l="l" t="t" r="r" b="b"/>
              <a:pathLst>
                <a:path w="816" h="441" extrusionOk="0">
                  <a:moveTo>
                    <a:pt x="330" y="72"/>
                  </a:moveTo>
                  <a:cubicBezTo>
                    <a:pt x="370" y="72"/>
                    <a:pt x="415" y="82"/>
                    <a:pt x="463" y="103"/>
                  </a:cubicBezTo>
                  <a:cubicBezTo>
                    <a:pt x="467" y="148"/>
                    <a:pt x="440" y="182"/>
                    <a:pt x="402" y="204"/>
                  </a:cubicBezTo>
                  <a:cubicBezTo>
                    <a:pt x="365" y="225"/>
                    <a:pt x="329" y="236"/>
                    <a:pt x="293" y="236"/>
                  </a:cubicBezTo>
                  <a:cubicBezTo>
                    <a:pt x="264" y="236"/>
                    <a:pt x="236" y="229"/>
                    <a:pt x="209" y="213"/>
                  </a:cubicBezTo>
                  <a:cubicBezTo>
                    <a:pt x="150" y="178"/>
                    <a:pt x="160" y="133"/>
                    <a:pt x="215" y="103"/>
                  </a:cubicBezTo>
                  <a:cubicBezTo>
                    <a:pt x="248" y="83"/>
                    <a:pt x="287" y="72"/>
                    <a:pt x="330" y="72"/>
                  </a:cubicBezTo>
                  <a:close/>
                  <a:moveTo>
                    <a:pt x="384" y="1"/>
                  </a:moveTo>
                  <a:cubicBezTo>
                    <a:pt x="301" y="1"/>
                    <a:pt x="219" y="22"/>
                    <a:pt x="145" y="64"/>
                  </a:cubicBezTo>
                  <a:cubicBezTo>
                    <a:pt x="32" y="129"/>
                    <a:pt x="0" y="219"/>
                    <a:pt x="99" y="277"/>
                  </a:cubicBezTo>
                  <a:cubicBezTo>
                    <a:pt x="143" y="302"/>
                    <a:pt x="191" y="313"/>
                    <a:pt x="240" y="313"/>
                  </a:cubicBezTo>
                  <a:cubicBezTo>
                    <a:pt x="308" y="313"/>
                    <a:pt x="379" y="291"/>
                    <a:pt x="444" y="254"/>
                  </a:cubicBezTo>
                  <a:cubicBezTo>
                    <a:pt x="492" y="226"/>
                    <a:pt x="528" y="181"/>
                    <a:pt x="531" y="138"/>
                  </a:cubicBezTo>
                  <a:cubicBezTo>
                    <a:pt x="662" y="220"/>
                    <a:pt x="640" y="285"/>
                    <a:pt x="557" y="333"/>
                  </a:cubicBezTo>
                  <a:cubicBezTo>
                    <a:pt x="514" y="356"/>
                    <a:pt x="464" y="370"/>
                    <a:pt x="415" y="372"/>
                  </a:cubicBezTo>
                  <a:lnTo>
                    <a:pt x="405" y="441"/>
                  </a:lnTo>
                  <a:cubicBezTo>
                    <a:pt x="486" y="436"/>
                    <a:pt x="566" y="412"/>
                    <a:pt x="637" y="371"/>
                  </a:cubicBezTo>
                  <a:cubicBezTo>
                    <a:pt x="773" y="293"/>
                    <a:pt x="815" y="177"/>
                    <a:pt x="624" y="65"/>
                  </a:cubicBezTo>
                  <a:cubicBezTo>
                    <a:pt x="550" y="22"/>
                    <a:pt x="467" y="1"/>
                    <a:pt x="384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8" name="Google Shape;6728;p51"/>
            <p:cNvSpPr/>
            <p:nvPr/>
          </p:nvSpPr>
          <p:spPr>
            <a:xfrm>
              <a:off x="6083150" y="2573350"/>
              <a:ext cx="12275" cy="6725"/>
            </a:xfrm>
            <a:custGeom>
              <a:avLst/>
              <a:gdLst/>
              <a:ahLst/>
              <a:cxnLst/>
              <a:rect l="l" t="t" r="r" b="b"/>
              <a:pathLst>
                <a:path w="491" h="269" extrusionOk="0">
                  <a:moveTo>
                    <a:pt x="135" y="1"/>
                  </a:moveTo>
                  <a:cubicBezTo>
                    <a:pt x="107" y="1"/>
                    <a:pt x="77" y="8"/>
                    <a:pt x="52" y="22"/>
                  </a:cubicBezTo>
                  <a:cubicBezTo>
                    <a:pt x="9" y="48"/>
                    <a:pt x="0" y="83"/>
                    <a:pt x="35" y="102"/>
                  </a:cubicBezTo>
                  <a:cubicBezTo>
                    <a:pt x="50" y="111"/>
                    <a:pt x="69" y="115"/>
                    <a:pt x="91" y="115"/>
                  </a:cubicBezTo>
                  <a:cubicBezTo>
                    <a:pt x="119" y="115"/>
                    <a:pt x="149" y="107"/>
                    <a:pt x="174" y="93"/>
                  </a:cubicBezTo>
                  <a:cubicBezTo>
                    <a:pt x="218" y="67"/>
                    <a:pt x="225" y="34"/>
                    <a:pt x="190" y="13"/>
                  </a:cubicBezTo>
                  <a:cubicBezTo>
                    <a:pt x="175" y="5"/>
                    <a:pt x="156" y="1"/>
                    <a:pt x="135" y="1"/>
                  </a:cubicBezTo>
                  <a:close/>
                  <a:moveTo>
                    <a:pt x="400" y="154"/>
                  </a:moveTo>
                  <a:cubicBezTo>
                    <a:pt x="373" y="154"/>
                    <a:pt x="343" y="162"/>
                    <a:pt x="318" y="176"/>
                  </a:cubicBezTo>
                  <a:cubicBezTo>
                    <a:pt x="274" y="202"/>
                    <a:pt x="265" y="235"/>
                    <a:pt x="302" y="256"/>
                  </a:cubicBezTo>
                  <a:cubicBezTo>
                    <a:pt x="316" y="264"/>
                    <a:pt x="336" y="268"/>
                    <a:pt x="356" y="268"/>
                  </a:cubicBezTo>
                  <a:cubicBezTo>
                    <a:pt x="384" y="268"/>
                    <a:pt x="414" y="261"/>
                    <a:pt x="440" y="245"/>
                  </a:cubicBezTo>
                  <a:cubicBezTo>
                    <a:pt x="483" y="221"/>
                    <a:pt x="490" y="187"/>
                    <a:pt x="455" y="167"/>
                  </a:cubicBezTo>
                  <a:cubicBezTo>
                    <a:pt x="441" y="158"/>
                    <a:pt x="421" y="154"/>
                    <a:pt x="400" y="154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9" name="Google Shape;6729;p51"/>
            <p:cNvSpPr/>
            <p:nvPr/>
          </p:nvSpPr>
          <p:spPr>
            <a:xfrm>
              <a:off x="6088075" y="2564800"/>
              <a:ext cx="19675" cy="10250"/>
            </a:xfrm>
            <a:custGeom>
              <a:avLst/>
              <a:gdLst/>
              <a:ahLst/>
              <a:cxnLst/>
              <a:rect l="l" t="t" r="r" b="b"/>
              <a:pathLst>
                <a:path w="787" h="410" extrusionOk="0">
                  <a:moveTo>
                    <a:pt x="299" y="74"/>
                  </a:moveTo>
                  <a:cubicBezTo>
                    <a:pt x="352" y="74"/>
                    <a:pt x="417" y="93"/>
                    <a:pt x="501" y="141"/>
                  </a:cubicBezTo>
                  <a:cubicBezTo>
                    <a:pt x="640" y="221"/>
                    <a:pt x="643" y="277"/>
                    <a:pt x="579" y="313"/>
                  </a:cubicBezTo>
                  <a:cubicBezTo>
                    <a:pt x="554" y="328"/>
                    <a:pt x="525" y="336"/>
                    <a:pt x="489" y="336"/>
                  </a:cubicBezTo>
                  <a:cubicBezTo>
                    <a:pt x="434" y="336"/>
                    <a:pt x="365" y="316"/>
                    <a:pt x="280" y="267"/>
                  </a:cubicBezTo>
                  <a:cubicBezTo>
                    <a:pt x="141" y="187"/>
                    <a:pt x="142" y="135"/>
                    <a:pt x="206" y="97"/>
                  </a:cubicBezTo>
                  <a:cubicBezTo>
                    <a:pt x="232" y="83"/>
                    <a:pt x="263" y="74"/>
                    <a:pt x="299" y="74"/>
                  </a:cubicBezTo>
                  <a:close/>
                  <a:moveTo>
                    <a:pt x="351" y="0"/>
                  </a:moveTo>
                  <a:cubicBezTo>
                    <a:pt x="274" y="0"/>
                    <a:pt x="201" y="20"/>
                    <a:pt x="137" y="57"/>
                  </a:cubicBezTo>
                  <a:cubicBezTo>
                    <a:pt x="0" y="136"/>
                    <a:pt x="0" y="237"/>
                    <a:pt x="167" y="334"/>
                  </a:cubicBezTo>
                  <a:cubicBezTo>
                    <a:pt x="256" y="385"/>
                    <a:pt x="349" y="410"/>
                    <a:pt x="437" y="410"/>
                  </a:cubicBezTo>
                  <a:cubicBezTo>
                    <a:pt x="513" y="410"/>
                    <a:pt x="586" y="391"/>
                    <a:pt x="650" y="354"/>
                  </a:cubicBezTo>
                  <a:cubicBezTo>
                    <a:pt x="786" y="274"/>
                    <a:pt x="780" y="171"/>
                    <a:pt x="614" y="76"/>
                  </a:cubicBezTo>
                  <a:cubicBezTo>
                    <a:pt x="527" y="24"/>
                    <a:pt x="437" y="0"/>
                    <a:pt x="351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0" name="Google Shape;6730;p51"/>
            <p:cNvSpPr/>
            <p:nvPr/>
          </p:nvSpPr>
          <p:spPr>
            <a:xfrm>
              <a:off x="6101350" y="2557125"/>
              <a:ext cx="19650" cy="10275"/>
            </a:xfrm>
            <a:custGeom>
              <a:avLst/>
              <a:gdLst/>
              <a:ahLst/>
              <a:cxnLst/>
              <a:rect l="l" t="t" r="r" b="b"/>
              <a:pathLst>
                <a:path w="786" h="411" extrusionOk="0">
                  <a:moveTo>
                    <a:pt x="300" y="74"/>
                  </a:moveTo>
                  <a:cubicBezTo>
                    <a:pt x="353" y="74"/>
                    <a:pt x="418" y="93"/>
                    <a:pt x="500" y="140"/>
                  </a:cubicBezTo>
                  <a:cubicBezTo>
                    <a:pt x="641" y="222"/>
                    <a:pt x="642" y="277"/>
                    <a:pt x="580" y="313"/>
                  </a:cubicBezTo>
                  <a:cubicBezTo>
                    <a:pt x="555" y="327"/>
                    <a:pt x="525" y="336"/>
                    <a:pt x="489" y="336"/>
                  </a:cubicBezTo>
                  <a:cubicBezTo>
                    <a:pt x="434" y="336"/>
                    <a:pt x="365" y="316"/>
                    <a:pt x="281" y="268"/>
                  </a:cubicBezTo>
                  <a:cubicBezTo>
                    <a:pt x="141" y="187"/>
                    <a:pt x="142" y="135"/>
                    <a:pt x="207" y="98"/>
                  </a:cubicBezTo>
                  <a:cubicBezTo>
                    <a:pt x="233" y="83"/>
                    <a:pt x="264" y="74"/>
                    <a:pt x="300" y="74"/>
                  </a:cubicBezTo>
                  <a:close/>
                  <a:moveTo>
                    <a:pt x="352" y="0"/>
                  </a:moveTo>
                  <a:cubicBezTo>
                    <a:pt x="275" y="0"/>
                    <a:pt x="202" y="20"/>
                    <a:pt x="136" y="58"/>
                  </a:cubicBezTo>
                  <a:cubicBezTo>
                    <a:pt x="0" y="136"/>
                    <a:pt x="0" y="238"/>
                    <a:pt x="167" y="333"/>
                  </a:cubicBezTo>
                  <a:cubicBezTo>
                    <a:pt x="256" y="385"/>
                    <a:pt x="348" y="410"/>
                    <a:pt x="435" y="410"/>
                  </a:cubicBezTo>
                  <a:cubicBezTo>
                    <a:pt x="512" y="410"/>
                    <a:pt x="585" y="391"/>
                    <a:pt x="650" y="354"/>
                  </a:cubicBezTo>
                  <a:cubicBezTo>
                    <a:pt x="786" y="275"/>
                    <a:pt x="780" y="172"/>
                    <a:pt x="615" y="75"/>
                  </a:cubicBezTo>
                  <a:cubicBezTo>
                    <a:pt x="527" y="25"/>
                    <a:pt x="437" y="0"/>
                    <a:pt x="352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1" name="Google Shape;6731;p51"/>
            <p:cNvSpPr/>
            <p:nvPr/>
          </p:nvSpPr>
          <p:spPr>
            <a:xfrm>
              <a:off x="6082700" y="2565450"/>
              <a:ext cx="91850" cy="52650"/>
            </a:xfrm>
            <a:custGeom>
              <a:avLst/>
              <a:gdLst/>
              <a:ahLst/>
              <a:cxnLst/>
              <a:rect l="l" t="t" r="r" b="b"/>
              <a:pathLst>
                <a:path w="3674" h="2106" extrusionOk="0">
                  <a:moveTo>
                    <a:pt x="2833" y="1"/>
                  </a:moveTo>
                  <a:cubicBezTo>
                    <a:pt x="2798" y="1"/>
                    <a:pt x="2762" y="9"/>
                    <a:pt x="2730" y="25"/>
                  </a:cubicBezTo>
                  <a:lnTo>
                    <a:pt x="57" y="1568"/>
                  </a:lnTo>
                  <a:cubicBezTo>
                    <a:pt x="1" y="1601"/>
                    <a:pt x="1" y="1653"/>
                    <a:pt x="57" y="1687"/>
                  </a:cubicBezTo>
                  <a:lnTo>
                    <a:pt x="740" y="2081"/>
                  </a:lnTo>
                  <a:cubicBezTo>
                    <a:pt x="772" y="2097"/>
                    <a:pt x="807" y="2105"/>
                    <a:pt x="842" y="2105"/>
                  </a:cubicBezTo>
                  <a:cubicBezTo>
                    <a:pt x="878" y="2105"/>
                    <a:pt x="913" y="2097"/>
                    <a:pt x="945" y="2081"/>
                  </a:cubicBezTo>
                  <a:lnTo>
                    <a:pt x="3617" y="537"/>
                  </a:lnTo>
                  <a:cubicBezTo>
                    <a:pt x="3674" y="505"/>
                    <a:pt x="3674" y="453"/>
                    <a:pt x="3617" y="419"/>
                  </a:cubicBezTo>
                  <a:lnTo>
                    <a:pt x="2934" y="25"/>
                  </a:lnTo>
                  <a:cubicBezTo>
                    <a:pt x="2902" y="9"/>
                    <a:pt x="2868" y="1"/>
                    <a:pt x="2833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2" name="Google Shape;6732;p51"/>
            <p:cNvSpPr/>
            <p:nvPr/>
          </p:nvSpPr>
          <p:spPr>
            <a:xfrm>
              <a:off x="6090650" y="2594250"/>
              <a:ext cx="33000" cy="18875"/>
            </a:xfrm>
            <a:custGeom>
              <a:avLst/>
              <a:gdLst/>
              <a:ahLst/>
              <a:cxnLst/>
              <a:rect l="l" t="t" r="r" b="b"/>
              <a:pathLst>
                <a:path w="1320" h="755" extrusionOk="0">
                  <a:moveTo>
                    <a:pt x="774" y="0"/>
                  </a:moveTo>
                  <a:cubicBezTo>
                    <a:pt x="759" y="0"/>
                    <a:pt x="743" y="4"/>
                    <a:pt x="730" y="11"/>
                  </a:cubicBezTo>
                  <a:lnTo>
                    <a:pt x="25" y="417"/>
                  </a:lnTo>
                  <a:cubicBezTo>
                    <a:pt x="0" y="432"/>
                    <a:pt x="0" y="455"/>
                    <a:pt x="25" y="468"/>
                  </a:cubicBezTo>
                  <a:lnTo>
                    <a:pt x="503" y="745"/>
                  </a:lnTo>
                  <a:cubicBezTo>
                    <a:pt x="517" y="751"/>
                    <a:pt x="532" y="755"/>
                    <a:pt x="547" y="755"/>
                  </a:cubicBezTo>
                  <a:cubicBezTo>
                    <a:pt x="562" y="755"/>
                    <a:pt x="577" y="751"/>
                    <a:pt x="592" y="745"/>
                  </a:cubicBezTo>
                  <a:lnTo>
                    <a:pt x="1297" y="337"/>
                  </a:lnTo>
                  <a:cubicBezTo>
                    <a:pt x="1320" y="323"/>
                    <a:pt x="1320" y="301"/>
                    <a:pt x="1297" y="287"/>
                  </a:cubicBezTo>
                  <a:lnTo>
                    <a:pt x="818" y="11"/>
                  </a:lnTo>
                  <a:cubicBezTo>
                    <a:pt x="804" y="4"/>
                    <a:pt x="789" y="0"/>
                    <a:pt x="7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3" name="Google Shape;6733;p51"/>
            <p:cNvSpPr/>
            <p:nvPr/>
          </p:nvSpPr>
          <p:spPr>
            <a:xfrm>
              <a:off x="6090800" y="2594225"/>
              <a:ext cx="32725" cy="18925"/>
            </a:xfrm>
            <a:custGeom>
              <a:avLst/>
              <a:gdLst/>
              <a:ahLst/>
              <a:cxnLst/>
              <a:rect l="l" t="t" r="r" b="b"/>
              <a:pathLst>
                <a:path w="1309" h="757" extrusionOk="0">
                  <a:moveTo>
                    <a:pt x="766" y="1"/>
                  </a:moveTo>
                  <a:lnTo>
                    <a:pt x="673" y="378"/>
                  </a:lnTo>
                  <a:lnTo>
                    <a:pt x="0" y="444"/>
                  </a:lnTo>
                  <a:lnTo>
                    <a:pt x="0" y="444"/>
                  </a:lnTo>
                  <a:lnTo>
                    <a:pt x="550" y="418"/>
                  </a:lnTo>
                  <a:lnTo>
                    <a:pt x="537" y="756"/>
                  </a:lnTo>
                  <a:lnTo>
                    <a:pt x="579" y="417"/>
                  </a:lnTo>
                  <a:lnTo>
                    <a:pt x="735" y="410"/>
                  </a:lnTo>
                  <a:lnTo>
                    <a:pt x="741" y="337"/>
                  </a:lnTo>
                  <a:lnTo>
                    <a:pt x="1308" y="314"/>
                  </a:lnTo>
                  <a:lnTo>
                    <a:pt x="744" y="307"/>
                  </a:lnTo>
                  <a:lnTo>
                    <a:pt x="76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4" name="Google Shape;6734;p51"/>
            <p:cNvSpPr/>
            <p:nvPr/>
          </p:nvSpPr>
          <p:spPr>
            <a:xfrm>
              <a:off x="6115950" y="2580600"/>
              <a:ext cx="21625" cy="12225"/>
            </a:xfrm>
            <a:custGeom>
              <a:avLst/>
              <a:gdLst/>
              <a:ahLst/>
              <a:cxnLst/>
              <a:rect l="l" t="t" r="r" b="b"/>
              <a:pathLst>
                <a:path w="865" h="489" extrusionOk="0">
                  <a:moveTo>
                    <a:pt x="780" y="1"/>
                  </a:moveTo>
                  <a:cubicBezTo>
                    <a:pt x="760" y="1"/>
                    <a:pt x="741" y="5"/>
                    <a:pt x="724" y="15"/>
                  </a:cubicBezTo>
                  <a:lnTo>
                    <a:pt x="34" y="412"/>
                  </a:lnTo>
                  <a:cubicBezTo>
                    <a:pt x="2" y="430"/>
                    <a:pt x="0" y="459"/>
                    <a:pt x="29" y="476"/>
                  </a:cubicBezTo>
                  <a:cubicBezTo>
                    <a:pt x="47" y="484"/>
                    <a:pt x="65" y="488"/>
                    <a:pt x="83" y="488"/>
                  </a:cubicBezTo>
                  <a:cubicBezTo>
                    <a:pt x="103" y="488"/>
                    <a:pt x="123" y="484"/>
                    <a:pt x="141" y="475"/>
                  </a:cubicBezTo>
                  <a:lnTo>
                    <a:pt x="833" y="77"/>
                  </a:lnTo>
                  <a:cubicBezTo>
                    <a:pt x="863" y="58"/>
                    <a:pt x="865" y="31"/>
                    <a:pt x="834" y="13"/>
                  </a:cubicBezTo>
                  <a:cubicBezTo>
                    <a:pt x="817" y="5"/>
                    <a:pt x="798" y="1"/>
                    <a:pt x="7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5" name="Google Shape;6735;p51"/>
            <p:cNvSpPr/>
            <p:nvPr/>
          </p:nvSpPr>
          <p:spPr>
            <a:xfrm>
              <a:off x="6121275" y="2573375"/>
              <a:ext cx="39350" cy="22500"/>
            </a:xfrm>
            <a:custGeom>
              <a:avLst/>
              <a:gdLst/>
              <a:ahLst/>
              <a:cxnLst/>
              <a:rect l="l" t="t" r="r" b="b"/>
              <a:pathLst>
                <a:path w="1574" h="900" extrusionOk="0">
                  <a:moveTo>
                    <a:pt x="1491" y="0"/>
                  </a:moveTo>
                  <a:cubicBezTo>
                    <a:pt x="1471" y="0"/>
                    <a:pt x="1451" y="5"/>
                    <a:pt x="1433" y="14"/>
                  </a:cubicBezTo>
                  <a:lnTo>
                    <a:pt x="33" y="823"/>
                  </a:lnTo>
                  <a:cubicBezTo>
                    <a:pt x="1" y="842"/>
                    <a:pt x="1" y="869"/>
                    <a:pt x="30" y="887"/>
                  </a:cubicBezTo>
                  <a:cubicBezTo>
                    <a:pt x="47" y="895"/>
                    <a:pt x="66" y="900"/>
                    <a:pt x="85" y="900"/>
                  </a:cubicBezTo>
                  <a:cubicBezTo>
                    <a:pt x="104" y="900"/>
                    <a:pt x="124" y="895"/>
                    <a:pt x="141" y="885"/>
                  </a:cubicBezTo>
                  <a:lnTo>
                    <a:pt x="1542" y="76"/>
                  </a:lnTo>
                  <a:cubicBezTo>
                    <a:pt x="1572" y="59"/>
                    <a:pt x="1574" y="31"/>
                    <a:pt x="1543" y="12"/>
                  </a:cubicBezTo>
                  <a:cubicBezTo>
                    <a:pt x="1527" y="4"/>
                    <a:pt x="1509" y="0"/>
                    <a:pt x="14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6" name="Google Shape;6736;p51"/>
            <p:cNvSpPr/>
            <p:nvPr/>
          </p:nvSpPr>
          <p:spPr>
            <a:xfrm>
              <a:off x="6126575" y="2576425"/>
              <a:ext cx="39400" cy="22525"/>
            </a:xfrm>
            <a:custGeom>
              <a:avLst/>
              <a:gdLst/>
              <a:ahLst/>
              <a:cxnLst/>
              <a:rect l="l" t="t" r="r" b="b"/>
              <a:pathLst>
                <a:path w="1576" h="901" extrusionOk="0">
                  <a:moveTo>
                    <a:pt x="1490" y="1"/>
                  </a:moveTo>
                  <a:cubicBezTo>
                    <a:pt x="1470" y="1"/>
                    <a:pt x="1451" y="6"/>
                    <a:pt x="1433" y="15"/>
                  </a:cubicBezTo>
                  <a:lnTo>
                    <a:pt x="34" y="824"/>
                  </a:lnTo>
                  <a:cubicBezTo>
                    <a:pt x="2" y="842"/>
                    <a:pt x="0" y="871"/>
                    <a:pt x="31" y="888"/>
                  </a:cubicBezTo>
                  <a:cubicBezTo>
                    <a:pt x="48" y="897"/>
                    <a:pt x="67" y="901"/>
                    <a:pt x="85" y="901"/>
                  </a:cubicBezTo>
                  <a:cubicBezTo>
                    <a:pt x="105" y="901"/>
                    <a:pt x="125" y="896"/>
                    <a:pt x="142" y="887"/>
                  </a:cubicBezTo>
                  <a:lnTo>
                    <a:pt x="1542" y="77"/>
                  </a:lnTo>
                  <a:cubicBezTo>
                    <a:pt x="1574" y="60"/>
                    <a:pt x="1575" y="31"/>
                    <a:pt x="1545" y="14"/>
                  </a:cubicBezTo>
                  <a:cubicBezTo>
                    <a:pt x="1528" y="5"/>
                    <a:pt x="1509" y="1"/>
                    <a:pt x="1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7" name="Google Shape;6737;p51"/>
            <p:cNvSpPr/>
            <p:nvPr/>
          </p:nvSpPr>
          <p:spPr>
            <a:xfrm>
              <a:off x="6076475" y="2399850"/>
              <a:ext cx="119975" cy="157075"/>
            </a:xfrm>
            <a:custGeom>
              <a:avLst/>
              <a:gdLst/>
              <a:ahLst/>
              <a:cxnLst/>
              <a:rect l="l" t="t" r="r" b="b"/>
              <a:pathLst>
                <a:path w="4799" h="6283" extrusionOk="0">
                  <a:moveTo>
                    <a:pt x="4532" y="0"/>
                  </a:moveTo>
                  <a:lnTo>
                    <a:pt x="0" y="2616"/>
                  </a:lnTo>
                  <a:lnTo>
                    <a:pt x="0" y="6059"/>
                  </a:lnTo>
                  <a:cubicBezTo>
                    <a:pt x="3" y="6118"/>
                    <a:pt x="35" y="6173"/>
                    <a:pt x="84" y="6207"/>
                  </a:cubicBezTo>
                  <a:lnTo>
                    <a:pt x="182" y="6262"/>
                  </a:lnTo>
                  <a:cubicBezTo>
                    <a:pt x="208" y="6276"/>
                    <a:pt x="237" y="6282"/>
                    <a:pt x="266" y="6282"/>
                  </a:cubicBezTo>
                  <a:cubicBezTo>
                    <a:pt x="295" y="6282"/>
                    <a:pt x="324" y="6276"/>
                    <a:pt x="351" y="6262"/>
                  </a:cubicBezTo>
                  <a:lnTo>
                    <a:pt x="4713" y="3743"/>
                  </a:lnTo>
                  <a:cubicBezTo>
                    <a:pt x="4764" y="3711"/>
                    <a:pt x="4794" y="3656"/>
                    <a:pt x="4799" y="3597"/>
                  </a:cubicBezTo>
                  <a:lnTo>
                    <a:pt x="4799" y="253"/>
                  </a:lnTo>
                  <a:cubicBezTo>
                    <a:pt x="4794" y="193"/>
                    <a:pt x="4764" y="138"/>
                    <a:pt x="4713" y="105"/>
                  </a:cubicBezTo>
                  <a:lnTo>
                    <a:pt x="4532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8" name="Google Shape;6738;p51"/>
            <p:cNvSpPr/>
            <p:nvPr/>
          </p:nvSpPr>
          <p:spPr>
            <a:xfrm>
              <a:off x="6076475" y="2399850"/>
              <a:ext cx="119975" cy="157075"/>
            </a:xfrm>
            <a:custGeom>
              <a:avLst/>
              <a:gdLst/>
              <a:ahLst/>
              <a:cxnLst/>
              <a:rect l="l" t="t" r="r" b="b"/>
              <a:pathLst>
                <a:path w="4799" h="6283" extrusionOk="0">
                  <a:moveTo>
                    <a:pt x="4532" y="0"/>
                  </a:moveTo>
                  <a:lnTo>
                    <a:pt x="0" y="2616"/>
                  </a:lnTo>
                  <a:lnTo>
                    <a:pt x="0" y="6059"/>
                  </a:lnTo>
                  <a:cubicBezTo>
                    <a:pt x="3" y="6118"/>
                    <a:pt x="35" y="6173"/>
                    <a:pt x="84" y="6207"/>
                  </a:cubicBezTo>
                  <a:lnTo>
                    <a:pt x="182" y="6262"/>
                  </a:lnTo>
                  <a:cubicBezTo>
                    <a:pt x="208" y="6276"/>
                    <a:pt x="237" y="6282"/>
                    <a:pt x="266" y="6282"/>
                  </a:cubicBezTo>
                  <a:cubicBezTo>
                    <a:pt x="295" y="6282"/>
                    <a:pt x="324" y="6276"/>
                    <a:pt x="351" y="6262"/>
                  </a:cubicBezTo>
                  <a:lnTo>
                    <a:pt x="4713" y="3743"/>
                  </a:lnTo>
                  <a:cubicBezTo>
                    <a:pt x="4764" y="3711"/>
                    <a:pt x="4794" y="3656"/>
                    <a:pt x="4799" y="3597"/>
                  </a:cubicBezTo>
                  <a:lnTo>
                    <a:pt x="4799" y="253"/>
                  </a:lnTo>
                  <a:cubicBezTo>
                    <a:pt x="4794" y="193"/>
                    <a:pt x="4764" y="138"/>
                    <a:pt x="4713" y="105"/>
                  </a:cubicBezTo>
                  <a:lnTo>
                    <a:pt x="453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9" name="Google Shape;6739;p51"/>
            <p:cNvSpPr/>
            <p:nvPr/>
          </p:nvSpPr>
          <p:spPr>
            <a:xfrm>
              <a:off x="6076475" y="2372350"/>
              <a:ext cx="113300" cy="93925"/>
            </a:xfrm>
            <a:custGeom>
              <a:avLst/>
              <a:gdLst/>
              <a:ahLst/>
              <a:cxnLst/>
              <a:rect l="l" t="t" r="r" b="b"/>
              <a:pathLst>
                <a:path w="4532" h="3757" extrusionOk="0">
                  <a:moveTo>
                    <a:pt x="2400" y="1"/>
                  </a:moveTo>
                  <a:cubicBezTo>
                    <a:pt x="2357" y="1"/>
                    <a:pt x="2315" y="20"/>
                    <a:pt x="2289" y="56"/>
                  </a:cubicBezTo>
                  <a:lnTo>
                    <a:pt x="58" y="3315"/>
                  </a:lnTo>
                  <a:cubicBezTo>
                    <a:pt x="24" y="3371"/>
                    <a:pt x="3" y="3435"/>
                    <a:pt x="0" y="3500"/>
                  </a:cubicBezTo>
                  <a:lnTo>
                    <a:pt x="0" y="3716"/>
                  </a:lnTo>
                  <a:lnTo>
                    <a:pt x="70" y="3757"/>
                  </a:lnTo>
                  <a:lnTo>
                    <a:pt x="4532" y="1100"/>
                  </a:lnTo>
                  <a:lnTo>
                    <a:pt x="4532" y="884"/>
                  </a:lnTo>
                  <a:cubicBezTo>
                    <a:pt x="4530" y="857"/>
                    <a:pt x="4522" y="829"/>
                    <a:pt x="4506" y="806"/>
                  </a:cubicBezTo>
                  <a:lnTo>
                    <a:pt x="4525" y="796"/>
                  </a:lnTo>
                  <a:lnTo>
                    <a:pt x="4453" y="755"/>
                  </a:lnTo>
                  <a:cubicBezTo>
                    <a:pt x="4448" y="752"/>
                    <a:pt x="4442" y="749"/>
                    <a:pt x="4436" y="747"/>
                  </a:cubicBezTo>
                  <a:lnTo>
                    <a:pt x="2442" y="7"/>
                  </a:lnTo>
                  <a:cubicBezTo>
                    <a:pt x="2428" y="3"/>
                    <a:pt x="2414" y="1"/>
                    <a:pt x="2400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0" name="Google Shape;6740;p51"/>
            <p:cNvSpPr/>
            <p:nvPr/>
          </p:nvSpPr>
          <p:spPr>
            <a:xfrm>
              <a:off x="6076825" y="2373125"/>
              <a:ext cx="59150" cy="85450"/>
            </a:xfrm>
            <a:custGeom>
              <a:avLst/>
              <a:gdLst/>
              <a:ahLst/>
              <a:cxnLst/>
              <a:rect l="l" t="t" r="r" b="b"/>
              <a:pathLst>
                <a:path w="2366" h="3418" extrusionOk="0">
                  <a:moveTo>
                    <a:pt x="2296" y="1"/>
                  </a:moveTo>
                  <a:cubicBezTo>
                    <a:pt x="2292" y="4"/>
                    <a:pt x="2289" y="8"/>
                    <a:pt x="2285" y="12"/>
                  </a:cubicBezTo>
                  <a:cubicBezTo>
                    <a:pt x="2280" y="17"/>
                    <a:pt x="2276" y="21"/>
                    <a:pt x="2273" y="25"/>
                  </a:cubicBezTo>
                  <a:lnTo>
                    <a:pt x="43" y="3284"/>
                  </a:lnTo>
                  <a:cubicBezTo>
                    <a:pt x="39" y="3289"/>
                    <a:pt x="34" y="3297"/>
                    <a:pt x="30" y="3302"/>
                  </a:cubicBezTo>
                  <a:cubicBezTo>
                    <a:pt x="30" y="3304"/>
                    <a:pt x="30" y="3305"/>
                    <a:pt x="28" y="3305"/>
                  </a:cubicBezTo>
                  <a:cubicBezTo>
                    <a:pt x="25" y="3313"/>
                    <a:pt x="23" y="3318"/>
                    <a:pt x="20" y="3326"/>
                  </a:cubicBezTo>
                  <a:lnTo>
                    <a:pt x="20" y="3327"/>
                  </a:lnTo>
                  <a:cubicBezTo>
                    <a:pt x="12" y="3343"/>
                    <a:pt x="7" y="3360"/>
                    <a:pt x="1" y="3376"/>
                  </a:cubicBezTo>
                  <a:lnTo>
                    <a:pt x="70" y="3417"/>
                  </a:lnTo>
                  <a:cubicBezTo>
                    <a:pt x="79" y="3384"/>
                    <a:pt x="94" y="3352"/>
                    <a:pt x="112" y="3323"/>
                  </a:cubicBezTo>
                  <a:lnTo>
                    <a:pt x="2344" y="66"/>
                  </a:lnTo>
                  <a:cubicBezTo>
                    <a:pt x="2350" y="56"/>
                    <a:pt x="2357" y="49"/>
                    <a:pt x="2366" y="41"/>
                  </a:cubicBezTo>
                  <a:lnTo>
                    <a:pt x="229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1" name="Google Shape;6741;p51"/>
            <p:cNvSpPr/>
            <p:nvPr/>
          </p:nvSpPr>
          <p:spPr>
            <a:xfrm>
              <a:off x="6134250" y="2372350"/>
              <a:ext cx="55350" cy="19900"/>
            </a:xfrm>
            <a:custGeom>
              <a:avLst/>
              <a:gdLst/>
              <a:ahLst/>
              <a:cxnLst/>
              <a:rect l="l" t="t" r="r" b="b"/>
              <a:pathLst>
                <a:path w="2214" h="796" extrusionOk="0">
                  <a:moveTo>
                    <a:pt x="89" y="0"/>
                  </a:moveTo>
                  <a:cubicBezTo>
                    <a:pt x="57" y="0"/>
                    <a:pt x="26" y="11"/>
                    <a:pt x="1" y="32"/>
                  </a:cubicBezTo>
                  <a:lnTo>
                    <a:pt x="70" y="72"/>
                  </a:lnTo>
                  <a:cubicBezTo>
                    <a:pt x="95" y="51"/>
                    <a:pt x="126" y="41"/>
                    <a:pt x="158" y="41"/>
                  </a:cubicBezTo>
                  <a:cubicBezTo>
                    <a:pt x="172" y="41"/>
                    <a:pt x="187" y="43"/>
                    <a:pt x="201" y="48"/>
                  </a:cubicBezTo>
                  <a:lnTo>
                    <a:pt x="2195" y="787"/>
                  </a:lnTo>
                  <a:cubicBezTo>
                    <a:pt x="2202" y="789"/>
                    <a:pt x="2208" y="793"/>
                    <a:pt x="2214" y="796"/>
                  </a:cubicBezTo>
                  <a:lnTo>
                    <a:pt x="2144" y="755"/>
                  </a:lnTo>
                  <a:cubicBezTo>
                    <a:pt x="2138" y="752"/>
                    <a:pt x="2131" y="749"/>
                    <a:pt x="2125" y="747"/>
                  </a:cubicBezTo>
                  <a:lnTo>
                    <a:pt x="131" y="7"/>
                  </a:lnTo>
                  <a:cubicBezTo>
                    <a:pt x="118" y="3"/>
                    <a:pt x="103" y="0"/>
                    <a:pt x="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2" name="Google Shape;6742;p51"/>
            <p:cNvSpPr/>
            <p:nvPr/>
          </p:nvSpPr>
          <p:spPr>
            <a:xfrm>
              <a:off x="6077600" y="2455200"/>
              <a:ext cx="300" cy="500"/>
            </a:xfrm>
            <a:custGeom>
              <a:avLst/>
              <a:gdLst/>
              <a:ahLst/>
              <a:cxnLst/>
              <a:rect l="l" t="t" r="r" b="b"/>
              <a:pathLst>
                <a:path w="12" h="20" extrusionOk="0">
                  <a:moveTo>
                    <a:pt x="12" y="1"/>
                  </a:moveTo>
                  <a:cubicBezTo>
                    <a:pt x="7" y="6"/>
                    <a:pt x="3" y="14"/>
                    <a:pt x="0" y="19"/>
                  </a:cubicBezTo>
                  <a:cubicBezTo>
                    <a:pt x="5" y="14"/>
                    <a:pt x="8" y="6"/>
                    <a:pt x="12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3" name="Google Shape;6743;p51"/>
            <p:cNvSpPr/>
            <p:nvPr/>
          </p:nvSpPr>
          <p:spPr>
            <a:xfrm>
              <a:off x="6133925" y="2373125"/>
              <a:ext cx="350" cy="325"/>
            </a:xfrm>
            <a:custGeom>
              <a:avLst/>
              <a:gdLst/>
              <a:ahLst/>
              <a:cxnLst/>
              <a:rect l="l" t="t" r="r" b="b"/>
              <a:pathLst>
                <a:path w="14" h="13" extrusionOk="0">
                  <a:moveTo>
                    <a:pt x="1" y="12"/>
                  </a:moveTo>
                  <a:cubicBezTo>
                    <a:pt x="5" y="8"/>
                    <a:pt x="9" y="4"/>
                    <a:pt x="14" y="1"/>
                  </a:cubicBezTo>
                  <a:cubicBezTo>
                    <a:pt x="9" y="4"/>
                    <a:pt x="5" y="8"/>
                    <a:pt x="1" y="12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4" name="Google Shape;6744;p51"/>
            <p:cNvSpPr/>
            <p:nvPr/>
          </p:nvSpPr>
          <p:spPr>
            <a:xfrm>
              <a:off x="6076825" y="2456300"/>
              <a:ext cx="500" cy="1250"/>
            </a:xfrm>
            <a:custGeom>
              <a:avLst/>
              <a:gdLst/>
              <a:ahLst/>
              <a:cxnLst/>
              <a:rect l="l" t="t" r="r" b="b"/>
              <a:pathLst>
                <a:path w="20" h="50" extrusionOk="0">
                  <a:moveTo>
                    <a:pt x="1" y="49"/>
                  </a:moveTo>
                  <a:cubicBezTo>
                    <a:pt x="7" y="33"/>
                    <a:pt x="12" y="16"/>
                    <a:pt x="20" y="0"/>
                  </a:cubicBezTo>
                  <a:cubicBezTo>
                    <a:pt x="12" y="16"/>
                    <a:pt x="7" y="33"/>
                    <a:pt x="1" y="49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5" name="Google Shape;6745;p51"/>
            <p:cNvSpPr/>
            <p:nvPr/>
          </p:nvSpPr>
          <p:spPr>
            <a:xfrm>
              <a:off x="6077300" y="2455775"/>
              <a:ext cx="275" cy="500"/>
            </a:xfrm>
            <a:custGeom>
              <a:avLst/>
              <a:gdLst/>
              <a:ahLst/>
              <a:cxnLst/>
              <a:rect l="l" t="t" r="r" b="b"/>
              <a:pathLst>
                <a:path w="11" h="20" extrusionOk="0">
                  <a:moveTo>
                    <a:pt x="1" y="20"/>
                  </a:moveTo>
                  <a:cubicBezTo>
                    <a:pt x="4" y="12"/>
                    <a:pt x="8" y="7"/>
                    <a:pt x="11" y="1"/>
                  </a:cubicBezTo>
                  <a:cubicBezTo>
                    <a:pt x="8" y="7"/>
                    <a:pt x="4" y="12"/>
                    <a:pt x="1" y="2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6" name="Google Shape;6746;p51"/>
            <p:cNvSpPr/>
            <p:nvPr/>
          </p:nvSpPr>
          <p:spPr>
            <a:xfrm>
              <a:off x="6077300" y="2456250"/>
              <a:ext cx="25" cy="75"/>
            </a:xfrm>
            <a:custGeom>
              <a:avLst/>
              <a:gdLst/>
              <a:ahLst/>
              <a:cxnLst/>
              <a:rect l="l" t="t" r="r" b="b"/>
              <a:pathLst>
                <a:path w="1" h="3" extrusionOk="0">
                  <a:moveTo>
                    <a:pt x="1" y="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7" name="Google Shape;6747;p51"/>
            <p:cNvSpPr/>
            <p:nvPr/>
          </p:nvSpPr>
          <p:spPr>
            <a:xfrm>
              <a:off x="6076825" y="2457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8" name="Google Shape;6748;p51"/>
            <p:cNvSpPr/>
            <p:nvPr/>
          </p:nvSpPr>
          <p:spPr>
            <a:xfrm>
              <a:off x="6134250" y="2373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9" name="Google Shape;6749;p51"/>
            <p:cNvSpPr/>
            <p:nvPr/>
          </p:nvSpPr>
          <p:spPr>
            <a:xfrm>
              <a:off x="6077550" y="2455675"/>
              <a:ext cx="75" cy="125"/>
            </a:xfrm>
            <a:custGeom>
              <a:avLst/>
              <a:gdLst/>
              <a:ahLst/>
              <a:cxnLst/>
              <a:rect l="l" t="t" r="r" b="b"/>
              <a:pathLst>
                <a:path w="3" h="5" extrusionOk="0">
                  <a:moveTo>
                    <a:pt x="1" y="5"/>
                  </a:move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0" name="Google Shape;6750;p51"/>
            <p:cNvSpPr/>
            <p:nvPr/>
          </p:nvSpPr>
          <p:spPr>
            <a:xfrm>
              <a:off x="6133675" y="2373425"/>
              <a:ext cx="275" cy="350"/>
            </a:xfrm>
            <a:custGeom>
              <a:avLst/>
              <a:gdLst/>
              <a:ahLst/>
              <a:cxnLst/>
              <a:rect l="l" t="t" r="r" b="b"/>
              <a:pathLst>
                <a:path w="11" h="14" extrusionOk="0">
                  <a:moveTo>
                    <a:pt x="1" y="13"/>
                  </a:moveTo>
                  <a:cubicBezTo>
                    <a:pt x="3" y="9"/>
                    <a:pt x="8" y="5"/>
                    <a:pt x="11" y="0"/>
                  </a:cubicBezTo>
                  <a:cubicBezTo>
                    <a:pt x="8" y="5"/>
                    <a:pt x="3" y="9"/>
                    <a:pt x="1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1" name="Google Shape;6751;p51"/>
            <p:cNvSpPr/>
            <p:nvPr/>
          </p:nvSpPr>
          <p:spPr>
            <a:xfrm>
              <a:off x="6078175" y="2373375"/>
              <a:ext cx="113300" cy="92900"/>
            </a:xfrm>
            <a:custGeom>
              <a:avLst/>
              <a:gdLst/>
              <a:ahLst/>
              <a:cxnLst/>
              <a:rect l="l" t="t" r="r" b="b"/>
              <a:pathLst>
                <a:path w="4532" h="3716" extrusionOk="0">
                  <a:moveTo>
                    <a:pt x="2400" y="0"/>
                  </a:moveTo>
                  <a:cubicBezTo>
                    <a:pt x="2357" y="0"/>
                    <a:pt x="2315" y="20"/>
                    <a:pt x="2289" y="56"/>
                  </a:cubicBezTo>
                  <a:lnTo>
                    <a:pt x="57" y="3314"/>
                  </a:lnTo>
                  <a:cubicBezTo>
                    <a:pt x="22" y="3371"/>
                    <a:pt x="3" y="3435"/>
                    <a:pt x="0" y="3500"/>
                  </a:cubicBezTo>
                  <a:lnTo>
                    <a:pt x="0" y="3716"/>
                  </a:lnTo>
                  <a:lnTo>
                    <a:pt x="4532" y="1100"/>
                  </a:lnTo>
                  <a:lnTo>
                    <a:pt x="4532" y="884"/>
                  </a:lnTo>
                  <a:cubicBezTo>
                    <a:pt x="4529" y="823"/>
                    <a:pt x="4491" y="769"/>
                    <a:pt x="4436" y="746"/>
                  </a:cubicBezTo>
                  <a:lnTo>
                    <a:pt x="2442" y="7"/>
                  </a:lnTo>
                  <a:cubicBezTo>
                    <a:pt x="2428" y="2"/>
                    <a:pt x="2414" y="0"/>
                    <a:pt x="2400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2" name="Google Shape;6752;p51"/>
            <p:cNvSpPr/>
            <p:nvPr/>
          </p:nvSpPr>
          <p:spPr>
            <a:xfrm>
              <a:off x="6085975" y="2424400"/>
              <a:ext cx="4725" cy="120625"/>
            </a:xfrm>
            <a:custGeom>
              <a:avLst/>
              <a:gdLst/>
              <a:ahLst/>
              <a:cxnLst/>
              <a:rect l="l" t="t" r="r" b="b"/>
              <a:pathLst>
                <a:path w="189" h="4825" extrusionOk="0">
                  <a:moveTo>
                    <a:pt x="42" y="0"/>
                  </a:moveTo>
                  <a:cubicBezTo>
                    <a:pt x="16" y="39"/>
                    <a:pt x="3" y="84"/>
                    <a:pt x="0" y="131"/>
                  </a:cubicBezTo>
                  <a:lnTo>
                    <a:pt x="0" y="4659"/>
                  </a:lnTo>
                  <a:cubicBezTo>
                    <a:pt x="0" y="4698"/>
                    <a:pt x="15" y="4726"/>
                    <a:pt x="36" y="4739"/>
                  </a:cubicBezTo>
                  <a:lnTo>
                    <a:pt x="38" y="4740"/>
                  </a:lnTo>
                  <a:lnTo>
                    <a:pt x="183" y="4824"/>
                  </a:lnTo>
                  <a:cubicBezTo>
                    <a:pt x="161" y="4811"/>
                    <a:pt x="148" y="4784"/>
                    <a:pt x="148" y="4745"/>
                  </a:cubicBezTo>
                  <a:lnTo>
                    <a:pt x="148" y="216"/>
                  </a:lnTo>
                  <a:cubicBezTo>
                    <a:pt x="150" y="170"/>
                    <a:pt x="164" y="125"/>
                    <a:pt x="189" y="86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3" name="Google Shape;6753;p51"/>
            <p:cNvSpPr/>
            <p:nvPr/>
          </p:nvSpPr>
          <p:spPr>
            <a:xfrm>
              <a:off x="6089675" y="2371400"/>
              <a:ext cx="97250" cy="173850"/>
            </a:xfrm>
            <a:custGeom>
              <a:avLst/>
              <a:gdLst/>
              <a:ahLst/>
              <a:cxnLst/>
              <a:rect l="l" t="t" r="r" b="b"/>
              <a:pathLst>
                <a:path w="3890" h="6954" extrusionOk="0">
                  <a:moveTo>
                    <a:pt x="3820" y="1"/>
                  </a:moveTo>
                  <a:cubicBezTo>
                    <a:pt x="3804" y="1"/>
                    <a:pt x="3785" y="6"/>
                    <a:pt x="3765" y="17"/>
                  </a:cubicBezTo>
                  <a:lnTo>
                    <a:pt x="125" y="2119"/>
                  </a:lnTo>
                  <a:cubicBezTo>
                    <a:pt x="51" y="2168"/>
                    <a:pt x="4" y="2248"/>
                    <a:pt x="0" y="2336"/>
                  </a:cubicBezTo>
                  <a:lnTo>
                    <a:pt x="0" y="6865"/>
                  </a:lnTo>
                  <a:cubicBezTo>
                    <a:pt x="0" y="6921"/>
                    <a:pt x="29" y="6954"/>
                    <a:pt x="70" y="6954"/>
                  </a:cubicBezTo>
                  <a:cubicBezTo>
                    <a:pt x="86" y="6954"/>
                    <a:pt x="105" y="6948"/>
                    <a:pt x="125" y="6937"/>
                  </a:cubicBezTo>
                  <a:lnTo>
                    <a:pt x="3765" y="4836"/>
                  </a:lnTo>
                  <a:cubicBezTo>
                    <a:pt x="3838" y="4788"/>
                    <a:pt x="3885" y="4707"/>
                    <a:pt x="3889" y="4619"/>
                  </a:cubicBezTo>
                  <a:lnTo>
                    <a:pt x="3889" y="90"/>
                  </a:lnTo>
                  <a:cubicBezTo>
                    <a:pt x="3889" y="33"/>
                    <a:pt x="3861" y="1"/>
                    <a:pt x="382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4" name="Google Shape;6754;p51"/>
            <p:cNvSpPr/>
            <p:nvPr/>
          </p:nvSpPr>
          <p:spPr>
            <a:xfrm>
              <a:off x="6086975" y="2369275"/>
              <a:ext cx="98925" cy="57275"/>
            </a:xfrm>
            <a:custGeom>
              <a:avLst/>
              <a:gdLst/>
              <a:ahLst/>
              <a:cxnLst/>
              <a:rect l="l" t="t" r="r" b="b"/>
              <a:pathLst>
                <a:path w="3957" h="2291" extrusionOk="0">
                  <a:moveTo>
                    <a:pt x="3781" y="0"/>
                  </a:moveTo>
                  <a:cubicBezTo>
                    <a:pt x="3764" y="0"/>
                    <a:pt x="3746" y="6"/>
                    <a:pt x="3725" y="17"/>
                  </a:cubicBezTo>
                  <a:lnTo>
                    <a:pt x="85" y="2119"/>
                  </a:lnTo>
                  <a:cubicBezTo>
                    <a:pt x="50" y="2140"/>
                    <a:pt x="21" y="2170"/>
                    <a:pt x="1" y="2205"/>
                  </a:cubicBezTo>
                  <a:lnTo>
                    <a:pt x="149" y="2291"/>
                  </a:lnTo>
                  <a:cubicBezTo>
                    <a:pt x="169" y="2256"/>
                    <a:pt x="198" y="2225"/>
                    <a:pt x="233" y="2205"/>
                  </a:cubicBezTo>
                  <a:lnTo>
                    <a:pt x="3873" y="104"/>
                  </a:lnTo>
                  <a:cubicBezTo>
                    <a:pt x="3888" y="92"/>
                    <a:pt x="3906" y="86"/>
                    <a:pt x="3924" y="86"/>
                  </a:cubicBezTo>
                  <a:cubicBezTo>
                    <a:pt x="3935" y="86"/>
                    <a:pt x="3946" y="88"/>
                    <a:pt x="3957" y="92"/>
                  </a:cubicBezTo>
                  <a:lnTo>
                    <a:pt x="3813" y="10"/>
                  </a:lnTo>
                  <a:lnTo>
                    <a:pt x="3815" y="10"/>
                  </a:lnTo>
                  <a:cubicBezTo>
                    <a:pt x="3805" y="3"/>
                    <a:pt x="3794" y="0"/>
                    <a:pt x="37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5" name="Google Shape;6755;p51"/>
            <p:cNvSpPr/>
            <p:nvPr/>
          </p:nvSpPr>
          <p:spPr>
            <a:xfrm>
              <a:off x="6098050" y="2386350"/>
              <a:ext cx="79375" cy="48225"/>
            </a:xfrm>
            <a:custGeom>
              <a:avLst/>
              <a:gdLst/>
              <a:ahLst/>
              <a:cxnLst/>
              <a:rect l="l" t="t" r="r" b="b"/>
              <a:pathLst>
                <a:path w="3175" h="1929" extrusionOk="0">
                  <a:moveTo>
                    <a:pt x="3135" y="0"/>
                  </a:moveTo>
                  <a:cubicBezTo>
                    <a:pt x="3125" y="0"/>
                    <a:pt x="3113" y="4"/>
                    <a:pt x="3100" y="11"/>
                  </a:cubicBezTo>
                  <a:lnTo>
                    <a:pt x="74" y="1758"/>
                  </a:lnTo>
                  <a:cubicBezTo>
                    <a:pt x="31" y="1785"/>
                    <a:pt x="3" y="1831"/>
                    <a:pt x="0" y="1880"/>
                  </a:cubicBezTo>
                  <a:cubicBezTo>
                    <a:pt x="0" y="1911"/>
                    <a:pt x="16" y="1929"/>
                    <a:pt x="39" y="1929"/>
                  </a:cubicBezTo>
                  <a:cubicBezTo>
                    <a:pt x="50" y="1929"/>
                    <a:pt x="62" y="1925"/>
                    <a:pt x="74" y="1918"/>
                  </a:cubicBezTo>
                  <a:lnTo>
                    <a:pt x="3100" y="171"/>
                  </a:lnTo>
                  <a:cubicBezTo>
                    <a:pt x="3142" y="143"/>
                    <a:pt x="3170" y="98"/>
                    <a:pt x="3174" y="47"/>
                  </a:cubicBezTo>
                  <a:cubicBezTo>
                    <a:pt x="3174" y="17"/>
                    <a:pt x="3158" y="0"/>
                    <a:pt x="3135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6" name="Google Shape;6756;p51"/>
            <p:cNvSpPr/>
            <p:nvPr/>
          </p:nvSpPr>
          <p:spPr>
            <a:xfrm>
              <a:off x="6098050" y="2394275"/>
              <a:ext cx="79375" cy="48250"/>
            </a:xfrm>
            <a:custGeom>
              <a:avLst/>
              <a:gdLst/>
              <a:ahLst/>
              <a:cxnLst/>
              <a:rect l="l" t="t" r="r" b="b"/>
              <a:pathLst>
                <a:path w="3175" h="1930" extrusionOk="0">
                  <a:moveTo>
                    <a:pt x="3135" y="0"/>
                  </a:moveTo>
                  <a:cubicBezTo>
                    <a:pt x="3125" y="0"/>
                    <a:pt x="3113" y="4"/>
                    <a:pt x="3100" y="12"/>
                  </a:cubicBezTo>
                  <a:lnTo>
                    <a:pt x="74" y="1759"/>
                  </a:lnTo>
                  <a:cubicBezTo>
                    <a:pt x="31" y="1785"/>
                    <a:pt x="3" y="1831"/>
                    <a:pt x="0" y="1881"/>
                  </a:cubicBezTo>
                  <a:cubicBezTo>
                    <a:pt x="0" y="1912"/>
                    <a:pt x="16" y="1929"/>
                    <a:pt x="39" y="1929"/>
                  </a:cubicBezTo>
                  <a:cubicBezTo>
                    <a:pt x="50" y="1929"/>
                    <a:pt x="62" y="1926"/>
                    <a:pt x="74" y="1918"/>
                  </a:cubicBezTo>
                  <a:lnTo>
                    <a:pt x="3100" y="171"/>
                  </a:lnTo>
                  <a:cubicBezTo>
                    <a:pt x="3144" y="144"/>
                    <a:pt x="3170" y="99"/>
                    <a:pt x="3174" y="48"/>
                  </a:cubicBezTo>
                  <a:cubicBezTo>
                    <a:pt x="3174" y="18"/>
                    <a:pt x="3159" y="0"/>
                    <a:pt x="3135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7" name="Google Shape;6757;p51"/>
            <p:cNvSpPr/>
            <p:nvPr/>
          </p:nvSpPr>
          <p:spPr>
            <a:xfrm>
              <a:off x="6098050" y="2402225"/>
              <a:ext cx="79375" cy="48225"/>
            </a:xfrm>
            <a:custGeom>
              <a:avLst/>
              <a:gdLst/>
              <a:ahLst/>
              <a:cxnLst/>
              <a:rect l="l" t="t" r="r" b="b"/>
              <a:pathLst>
                <a:path w="3175" h="1929" extrusionOk="0">
                  <a:moveTo>
                    <a:pt x="3135" y="1"/>
                  </a:moveTo>
                  <a:cubicBezTo>
                    <a:pt x="3125" y="1"/>
                    <a:pt x="3113" y="4"/>
                    <a:pt x="3100" y="11"/>
                  </a:cubicBezTo>
                  <a:lnTo>
                    <a:pt x="74" y="1759"/>
                  </a:lnTo>
                  <a:cubicBezTo>
                    <a:pt x="31" y="1786"/>
                    <a:pt x="3" y="1831"/>
                    <a:pt x="0" y="1882"/>
                  </a:cubicBezTo>
                  <a:cubicBezTo>
                    <a:pt x="0" y="1912"/>
                    <a:pt x="16" y="1929"/>
                    <a:pt x="39" y="1929"/>
                  </a:cubicBezTo>
                  <a:cubicBezTo>
                    <a:pt x="50" y="1929"/>
                    <a:pt x="61" y="1925"/>
                    <a:pt x="74" y="1918"/>
                  </a:cubicBezTo>
                  <a:lnTo>
                    <a:pt x="3100" y="171"/>
                  </a:lnTo>
                  <a:cubicBezTo>
                    <a:pt x="3142" y="143"/>
                    <a:pt x="3170" y="98"/>
                    <a:pt x="3174" y="49"/>
                  </a:cubicBezTo>
                  <a:cubicBezTo>
                    <a:pt x="3174" y="18"/>
                    <a:pt x="3158" y="1"/>
                    <a:pt x="3135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8" name="Google Shape;6758;p51"/>
            <p:cNvSpPr/>
            <p:nvPr/>
          </p:nvSpPr>
          <p:spPr>
            <a:xfrm>
              <a:off x="6098050" y="2410175"/>
              <a:ext cx="79375" cy="48225"/>
            </a:xfrm>
            <a:custGeom>
              <a:avLst/>
              <a:gdLst/>
              <a:ahLst/>
              <a:cxnLst/>
              <a:rect l="l" t="t" r="r" b="b"/>
              <a:pathLst>
                <a:path w="3175" h="1929" extrusionOk="0">
                  <a:moveTo>
                    <a:pt x="3135" y="0"/>
                  </a:moveTo>
                  <a:cubicBezTo>
                    <a:pt x="3125" y="0"/>
                    <a:pt x="3113" y="4"/>
                    <a:pt x="3100" y="11"/>
                  </a:cubicBezTo>
                  <a:lnTo>
                    <a:pt x="74" y="1758"/>
                  </a:lnTo>
                  <a:cubicBezTo>
                    <a:pt x="31" y="1786"/>
                    <a:pt x="3" y="1831"/>
                    <a:pt x="0" y="1880"/>
                  </a:cubicBezTo>
                  <a:cubicBezTo>
                    <a:pt x="0" y="1911"/>
                    <a:pt x="16" y="1928"/>
                    <a:pt x="39" y="1928"/>
                  </a:cubicBezTo>
                  <a:cubicBezTo>
                    <a:pt x="50" y="1928"/>
                    <a:pt x="62" y="1925"/>
                    <a:pt x="74" y="1918"/>
                  </a:cubicBezTo>
                  <a:lnTo>
                    <a:pt x="3100" y="170"/>
                  </a:lnTo>
                  <a:cubicBezTo>
                    <a:pt x="3144" y="143"/>
                    <a:pt x="3170" y="98"/>
                    <a:pt x="3174" y="48"/>
                  </a:cubicBezTo>
                  <a:cubicBezTo>
                    <a:pt x="3174" y="17"/>
                    <a:pt x="3158" y="0"/>
                    <a:pt x="3135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9" name="Google Shape;6759;p51"/>
            <p:cNvSpPr/>
            <p:nvPr/>
          </p:nvSpPr>
          <p:spPr>
            <a:xfrm>
              <a:off x="6098050" y="2418100"/>
              <a:ext cx="79375" cy="48225"/>
            </a:xfrm>
            <a:custGeom>
              <a:avLst/>
              <a:gdLst/>
              <a:ahLst/>
              <a:cxnLst/>
              <a:rect l="l" t="t" r="r" b="b"/>
              <a:pathLst>
                <a:path w="3175" h="1929" extrusionOk="0">
                  <a:moveTo>
                    <a:pt x="3135" y="1"/>
                  </a:moveTo>
                  <a:cubicBezTo>
                    <a:pt x="3125" y="1"/>
                    <a:pt x="3113" y="4"/>
                    <a:pt x="3100" y="11"/>
                  </a:cubicBezTo>
                  <a:lnTo>
                    <a:pt x="74" y="1759"/>
                  </a:lnTo>
                  <a:cubicBezTo>
                    <a:pt x="31" y="1786"/>
                    <a:pt x="3" y="1831"/>
                    <a:pt x="0" y="1880"/>
                  </a:cubicBezTo>
                  <a:cubicBezTo>
                    <a:pt x="0" y="1912"/>
                    <a:pt x="16" y="1929"/>
                    <a:pt x="39" y="1929"/>
                  </a:cubicBezTo>
                  <a:cubicBezTo>
                    <a:pt x="50" y="1929"/>
                    <a:pt x="62" y="1925"/>
                    <a:pt x="74" y="1918"/>
                  </a:cubicBezTo>
                  <a:lnTo>
                    <a:pt x="3100" y="171"/>
                  </a:lnTo>
                  <a:cubicBezTo>
                    <a:pt x="3142" y="143"/>
                    <a:pt x="3170" y="98"/>
                    <a:pt x="3174" y="49"/>
                  </a:cubicBezTo>
                  <a:cubicBezTo>
                    <a:pt x="3174" y="18"/>
                    <a:pt x="3158" y="1"/>
                    <a:pt x="3135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0" name="Google Shape;6760;p51"/>
            <p:cNvSpPr/>
            <p:nvPr/>
          </p:nvSpPr>
          <p:spPr>
            <a:xfrm>
              <a:off x="6098050" y="2426050"/>
              <a:ext cx="79375" cy="48225"/>
            </a:xfrm>
            <a:custGeom>
              <a:avLst/>
              <a:gdLst/>
              <a:ahLst/>
              <a:cxnLst/>
              <a:rect l="l" t="t" r="r" b="b"/>
              <a:pathLst>
                <a:path w="3175" h="1929" extrusionOk="0">
                  <a:moveTo>
                    <a:pt x="3135" y="0"/>
                  </a:moveTo>
                  <a:cubicBezTo>
                    <a:pt x="3125" y="0"/>
                    <a:pt x="3113" y="4"/>
                    <a:pt x="3100" y="11"/>
                  </a:cubicBezTo>
                  <a:lnTo>
                    <a:pt x="74" y="1758"/>
                  </a:lnTo>
                  <a:cubicBezTo>
                    <a:pt x="31" y="1786"/>
                    <a:pt x="3" y="1831"/>
                    <a:pt x="0" y="1880"/>
                  </a:cubicBezTo>
                  <a:cubicBezTo>
                    <a:pt x="0" y="1911"/>
                    <a:pt x="16" y="1928"/>
                    <a:pt x="39" y="1928"/>
                  </a:cubicBezTo>
                  <a:cubicBezTo>
                    <a:pt x="50" y="1928"/>
                    <a:pt x="62" y="1925"/>
                    <a:pt x="74" y="1918"/>
                  </a:cubicBezTo>
                  <a:lnTo>
                    <a:pt x="3100" y="170"/>
                  </a:lnTo>
                  <a:cubicBezTo>
                    <a:pt x="3144" y="143"/>
                    <a:pt x="3170" y="98"/>
                    <a:pt x="3174" y="49"/>
                  </a:cubicBezTo>
                  <a:cubicBezTo>
                    <a:pt x="3174" y="18"/>
                    <a:pt x="3158" y="0"/>
                    <a:pt x="3135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1" name="Google Shape;6761;p51"/>
            <p:cNvSpPr/>
            <p:nvPr/>
          </p:nvSpPr>
          <p:spPr>
            <a:xfrm>
              <a:off x="6098050" y="2433975"/>
              <a:ext cx="79375" cy="48250"/>
            </a:xfrm>
            <a:custGeom>
              <a:avLst/>
              <a:gdLst/>
              <a:ahLst/>
              <a:cxnLst/>
              <a:rect l="l" t="t" r="r" b="b"/>
              <a:pathLst>
                <a:path w="3175" h="1930" extrusionOk="0">
                  <a:moveTo>
                    <a:pt x="3135" y="1"/>
                  </a:moveTo>
                  <a:cubicBezTo>
                    <a:pt x="3125" y="1"/>
                    <a:pt x="3113" y="4"/>
                    <a:pt x="3100" y="11"/>
                  </a:cubicBezTo>
                  <a:lnTo>
                    <a:pt x="74" y="1759"/>
                  </a:lnTo>
                  <a:cubicBezTo>
                    <a:pt x="31" y="1786"/>
                    <a:pt x="3" y="1831"/>
                    <a:pt x="0" y="1882"/>
                  </a:cubicBezTo>
                  <a:cubicBezTo>
                    <a:pt x="0" y="1912"/>
                    <a:pt x="16" y="1930"/>
                    <a:pt x="39" y="1930"/>
                  </a:cubicBezTo>
                  <a:cubicBezTo>
                    <a:pt x="49" y="1930"/>
                    <a:pt x="61" y="1926"/>
                    <a:pt x="74" y="1918"/>
                  </a:cubicBezTo>
                  <a:lnTo>
                    <a:pt x="3100" y="171"/>
                  </a:lnTo>
                  <a:cubicBezTo>
                    <a:pt x="3142" y="145"/>
                    <a:pt x="3170" y="98"/>
                    <a:pt x="3174" y="49"/>
                  </a:cubicBezTo>
                  <a:cubicBezTo>
                    <a:pt x="3174" y="18"/>
                    <a:pt x="3158" y="1"/>
                    <a:pt x="3135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2" name="Google Shape;6762;p51"/>
            <p:cNvSpPr/>
            <p:nvPr/>
          </p:nvSpPr>
          <p:spPr>
            <a:xfrm>
              <a:off x="6098050" y="2441925"/>
              <a:ext cx="79375" cy="48225"/>
            </a:xfrm>
            <a:custGeom>
              <a:avLst/>
              <a:gdLst/>
              <a:ahLst/>
              <a:cxnLst/>
              <a:rect l="l" t="t" r="r" b="b"/>
              <a:pathLst>
                <a:path w="3175" h="1929" extrusionOk="0">
                  <a:moveTo>
                    <a:pt x="3135" y="0"/>
                  </a:moveTo>
                  <a:cubicBezTo>
                    <a:pt x="3125" y="0"/>
                    <a:pt x="3113" y="4"/>
                    <a:pt x="3100" y="11"/>
                  </a:cubicBezTo>
                  <a:lnTo>
                    <a:pt x="74" y="1760"/>
                  </a:lnTo>
                  <a:cubicBezTo>
                    <a:pt x="31" y="1786"/>
                    <a:pt x="4" y="1831"/>
                    <a:pt x="0" y="1880"/>
                  </a:cubicBezTo>
                  <a:cubicBezTo>
                    <a:pt x="0" y="1911"/>
                    <a:pt x="16" y="1928"/>
                    <a:pt x="40" y="1928"/>
                  </a:cubicBezTo>
                  <a:cubicBezTo>
                    <a:pt x="50" y="1928"/>
                    <a:pt x="62" y="1925"/>
                    <a:pt x="74" y="1918"/>
                  </a:cubicBezTo>
                  <a:lnTo>
                    <a:pt x="3100" y="169"/>
                  </a:lnTo>
                  <a:cubicBezTo>
                    <a:pt x="3144" y="143"/>
                    <a:pt x="3170" y="98"/>
                    <a:pt x="3174" y="47"/>
                  </a:cubicBezTo>
                  <a:cubicBezTo>
                    <a:pt x="3174" y="17"/>
                    <a:pt x="3158" y="0"/>
                    <a:pt x="3135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3" name="Google Shape;6763;p51"/>
            <p:cNvSpPr/>
            <p:nvPr/>
          </p:nvSpPr>
          <p:spPr>
            <a:xfrm>
              <a:off x="6082225" y="2468300"/>
              <a:ext cx="111325" cy="87300"/>
            </a:xfrm>
            <a:custGeom>
              <a:avLst/>
              <a:gdLst/>
              <a:ahLst/>
              <a:cxnLst/>
              <a:rect l="l" t="t" r="r" b="b"/>
              <a:pathLst>
                <a:path w="4453" h="3492" extrusionOk="0">
                  <a:moveTo>
                    <a:pt x="2354" y="0"/>
                  </a:moveTo>
                  <a:cubicBezTo>
                    <a:pt x="2245" y="0"/>
                    <a:pt x="2138" y="56"/>
                    <a:pt x="2077" y="155"/>
                  </a:cubicBezTo>
                  <a:lnTo>
                    <a:pt x="1" y="3486"/>
                  </a:lnTo>
                  <a:cubicBezTo>
                    <a:pt x="8" y="3489"/>
                    <a:pt x="16" y="3491"/>
                    <a:pt x="24" y="3491"/>
                  </a:cubicBezTo>
                  <a:cubicBezTo>
                    <a:pt x="36" y="3491"/>
                    <a:pt x="48" y="3487"/>
                    <a:pt x="59" y="3480"/>
                  </a:cubicBezTo>
                  <a:lnTo>
                    <a:pt x="133" y="3437"/>
                  </a:lnTo>
                  <a:lnTo>
                    <a:pt x="2151" y="197"/>
                  </a:lnTo>
                  <a:cubicBezTo>
                    <a:pt x="2212" y="99"/>
                    <a:pt x="2318" y="44"/>
                    <a:pt x="2429" y="44"/>
                  </a:cubicBezTo>
                  <a:cubicBezTo>
                    <a:pt x="2473" y="44"/>
                    <a:pt x="2517" y="52"/>
                    <a:pt x="2560" y="71"/>
                  </a:cubicBezTo>
                  <a:lnTo>
                    <a:pt x="4448" y="909"/>
                  </a:lnTo>
                  <a:cubicBezTo>
                    <a:pt x="4450" y="906"/>
                    <a:pt x="4451" y="905"/>
                    <a:pt x="4453" y="902"/>
                  </a:cubicBezTo>
                  <a:lnTo>
                    <a:pt x="2485" y="28"/>
                  </a:lnTo>
                  <a:cubicBezTo>
                    <a:pt x="2443" y="9"/>
                    <a:pt x="2398" y="0"/>
                    <a:pt x="2354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4" name="Google Shape;6764;p51"/>
            <p:cNvSpPr/>
            <p:nvPr/>
          </p:nvSpPr>
          <p:spPr>
            <a:xfrm>
              <a:off x="6082225" y="2479500"/>
              <a:ext cx="49275" cy="76100"/>
            </a:xfrm>
            <a:custGeom>
              <a:avLst/>
              <a:gdLst/>
              <a:ahLst/>
              <a:cxnLst/>
              <a:rect l="l" t="t" r="r" b="b"/>
              <a:pathLst>
                <a:path w="1971" h="3044" extrusionOk="0">
                  <a:moveTo>
                    <a:pt x="1893" y="0"/>
                  </a:moveTo>
                  <a:lnTo>
                    <a:pt x="1" y="3038"/>
                  </a:lnTo>
                  <a:cubicBezTo>
                    <a:pt x="8" y="3041"/>
                    <a:pt x="16" y="3043"/>
                    <a:pt x="24" y="3043"/>
                  </a:cubicBezTo>
                  <a:cubicBezTo>
                    <a:pt x="36" y="3043"/>
                    <a:pt x="48" y="3039"/>
                    <a:pt x="59" y="3032"/>
                  </a:cubicBezTo>
                  <a:lnTo>
                    <a:pt x="133" y="2989"/>
                  </a:lnTo>
                  <a:lnTo>
                    <a:pt x="1970" y="39"/>
                  </a:lnTo>
                  <a:lnTo>
                    <a:pt x="1970" y="39"/>
                  </a:lnTo>
                  <a:lnTo>
                    <a:pt x="1966" y="44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5" name="Google Shape;6765;p51"/>
            <p:cNvSpPr/>
            <p:nvPr/>
          </p:nvSpPr>
          <p:spPr>
            <a:xfrm>
              <a:off x="6134150" y="2468325"/>
              <a:ext cx="59400" cy="22725"/>
            </a:xfrm>
            <a:custGeom>
              <a:avLst/>
              <a:gdLst/>
              <a:ahLst/>
              <a:cxnLst/>
              <a:rect l="l" t="t" r="r" b="b"/>
              <a:pathLst>
                <a:path w="2376" h="909" extrusionOk="0">
                  <a:moveTo>
                    <a:pt x="276" y="0"/>
                  </a:moveTo>
                  <a:cubicBezTo>
                    <a:pt x="167" y="0"/>
                    <a:pt x="61" y="55"/>
                    <a:pt x="0" y="153"/>
                  </a:cubicBezTo>
                  <a:lnTo>
                    <a:pt x="74" y="196"/>
                  </a:lnTo>
                  <a:cubicBezTo>
                    <a:pt x="135" y="98"/>
                    <a:pt x="241" y="43"/>
                    <a:pt x="352" y="43"/>
                  </a:cubicBezTo>
                  <a:cubicBezTo>
                    <a:pt x="396" y="43"/>
                    <a:pt x="440" y="51"/>
                    <a:pt x="483" y="70"/>
                  </a:cubicBezTo>
                  <a:lnTo>
                    <a:pt x="2371" y="908"/>
                  </a:lnTo>
                  <a:cubicBezTo>
                    <a:pt x="2373" y="907"/>
                    <a:pt x="2374" y="904"/>
                    <a:pt x="2376" y="901"/>
                  </a:cubicBezTo>
                  <a:lnTo>
                    <a:pt x="408" y="28"/>
                  </a:lnTo>
                  <a:cubicBezTo>
                    <a:pt x="365" y="9"/>
                    <a:pt x="320" y="0"/>
                    <a:pt x="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6" name="Google Shape;6766;p51"/>
            <p:cNvSpPr/>
            <p:nvPr/>
          </p:nvSpPr>
          <p:spPr>
            <a:xfrm>
              <a:off x="6084275" y="2400850"/>
              <a:ext cx="112150" cy="81275"/>
            </a:xfrm>
            <a:custGeom>
              <a:avLst/>
              <a:gdLst/>
              <a:ahLst/>
              <a:cxnLst/>
              <a:rect l="l" t="t" r="r" b="b"/>
              <a:pathLst>
                <a:path w="4486" h="3251" extrusionOk="0">
                  <a:moveTo>
                    <a:pt x="4484" y="186"/>
                  </a:moveTo>
                  <a:lnTo>
                    <a:pt x="4484" y="186"/>
                  </a:lnTo>
                  <a:cubicBezTo>
                    <a:pt x="4484" y="187"/>
                    <a:pt x="4485" y="189"/>
                    <a:pt x="4485" y="191"/>
                  </a:cubicBezTo>
                  <a:cubicBezTo>
                    <a:pt x="4485" y="189"/>
                    <a:pt x="4484" y="187"/>
                    <a:pt x="4484" y="186"/>
                  </a:cubicBezTo>
                  <a:close/>
                  <a:moveTo>
                    <a:pt x="4289" y="1"/>
                  </a:moveTo>
                  <a:lnTo>
                    <a:pt x="4221" y="40"/>
                  </a:lnTo>
                  <a:lnTo>
                    <a:pt x="4382" y="134"/>
                  </a:lnTo>
                  <a:cubicBezTo>
                    <a:pt x="4375" y="139"/>
                    <a:pt x="4368" y="146"/>
                    <a:pt x="4362" y="153"/>
                  </a:cubicBezTo>
                  <a:lnTo>
                    <a:pt x="2490" y="2760"/>
                  </a:lnTo>
                  <a:lnTo>
                    <a:pt x="2211" y="3148"/>
                  </a:lnTo>
                  <a:cubicBezTo>
                    <a:pt x="2182" y="3186"/>
                    <a:pt x="2136" y="3207"/>
                    <a:pt x="2089" y="3207"/>
                  </a:cubicBezTo>
                  <a:cubicBezTo>
                    <a:pt x="2078" y="3207"/>
                    <a:pt x="2068" y="3206"/>
                    <a:pt x="2058" y="3204"/>
                  </a:cubicBezTo>
                  <a:lnTo>
                    <a:pt x="1818" y="3148"/>
                  </a:lnTo>
                  <a:lnTo>
                    <a:pt x="51" y="2727"/>
                  </a:lnTo>
                  <a:lnTo>
                    <a:pt x="0" y="2756"/>
                  </a:lnTo>
                  <a:cubicBezTo>
                    <a:pt x="4" y="2755"/>
                    <a:pt x="9" y="2753"/>
                    <a:pt x="13" y="2752"/>
                  </a:cubicBezTo>
                  <a:cubicBezTo>
                    <a:pt x="19" y="2751"/>
                    <a:pt x="24" y="2751"/>
                    <a:pt x="29" y="2751"/>
                  </a:cubicBezTo>
                  <a:cubicBezTo>
                    <a:pt x="37" y="2751"/>
                    <a:pt x="44" y="2751"/>
                    <a:pt x="51" y="2753"/>
                  </a:cubicBezTo>
                  <a:lnTo>
                    <a:pt x="1884" y="3190"/>
                  </a:lnTo>
                  <a:lnTo>
                    <a:pt x="2124" y="3248"/>
                  </a:lnTo>
                  <a:cubicBezTo>
                    <a:pt x="2134" y="3249"/>
                    <a:pt x="2143" y="3250"/>
                    <a:pt x="2153" y="3250"/>
                  </a:cubicBezTo>
                  <a:cubicBezTo>
                    <a:pt x="2201" y="3250"/>
                    <a:pt x="2247" y="3229"/>
                    <a:pt x="2278" y="3190"/>
                  </a:cubicBezTo>
                  <a:lnTo>
                    <a:pt x="2557" y="2802"/>
                  </a:lnTo>
                  <a:lnTo>
                    <a:pt x="4420" y="207"/>
                  </a:lnTo>
                  <a:lnTo>
                    <a:pt x="4429" y="194"/>
                  </a:lnTo>
                  <a:cubicBezTo>
                    <a:pt x="4434" y="185"/>
                    <a:pt x="4442" y="178"/>
                    <a:pt x="4450" y="172"/>
                  </a:cubicBezTo>
                  <a:cubicBezTo>
                    <a:pt x="4456" y="168"/>
                    <a:pt x="4461" y="166"/>
                    <a:pt x="4466" y="166"/>
                  </a:cubicBezTo>
                  <a:cubicBezTo>
                    <a:pt x="4474" y="166"/>
                    <a:pt x="4481" y="173"/>
                    <a:pt x="4484" y="186"/>
                  </a:cubicBezTo>
                  <a:lnTo>
                    <a:pt x="4484" y="186"/>
                  </a:lnTo>
                  <a:cubicBezTo>
                    <a:pt x="4473" y="137"/>
                    <a:pt x="4443" y="94"/>
                    <a:pt x="4401" y="66"/>
                  </a:cubicBezTo>
                  <a:lnTo>
                    <a:pt x="4289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7" name="Google Shape;6767;p51"/>
            <p:cNvSpPr/>
            <p:nvPr/>
          </p:nvSpPr>
          <p:spPr>
            <a:xfrm>
              <a:off x="6131350" y="2469950"/>
              <a:ext cx="16825" cy="12150"/>
            </a:xfrm>
            <a:custGeom>
              <a:avLst/>
              <a:gdLst/>
              <a:ahLst/>
              <a:cxnLst/>
              <a:rect l="l" t="t" r="r" b="b"/>
              <a:pathLst>
                <a:path w="673" h="486" extrusionOk="0">
                  <a:moveTo>
                    <a:pt x="603" y="1"/>
                  </a:moveTo>
                  <a:lnTo>
                    <a:pt x="327" y="384"/>
                  </a:lnTo>
                  <a:cubicBezTo>
                    <a:pt x="297" y="422"/>
                    <a:pt x="252" y="443"/>
                    <a:pt x="205" y="443"/>
                  </a:cubicBezTo>
                  <a:cubicBezTo>
                    <a:pt x="195" y="443"/>
                    <a:pt x="185" y="442"/>
                    <a:pt x="175" y="440"/>
                  </a:cubicBezTo>
                  <a:lnTo>
                    <a:pt x="17" y="404"/>
                  </a:lnTo>
                  <a:lnTo>
                    <a:pt x="5" y="421"/>
                  </a:lnTo>
                  <a:lnTo>
                    <a:pt x="1" y="426"/>
                  </a:lnTo>
                  <a:lnTo>
                    <a:pt x="241" y="482"/>
                  </a:lnTo>
                  <a:cubicBezTo>
                    <a:pt x="251" y="484"/>
                    <a:pt x="261" y="485"/>
                    <a:pt x="271" y="485"/>
                  </a:cubicBezTo>
                  <a:cubicBezTo>
                    <a:pt x="318" y="485"/>
                    <a:pt x="364" y="463"/>
                    <a:pt x="394" y="426"/>
                  </a:cubicBezTo>
                  <a:lnTo>
                    <a:pt x="672" y="37"/>
                  </a:lnTo>
                  <a:lnTo>
                    <a:pt x="6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8" name="Google Shape;6768;p51"/>
            <p:cNvSpPr/>
            <p:nvPr/>
          </p:nvSpPr>
          <p:spPr>
            <a:xfrm>
              <a:off x="6146425" y="2400850"/>
              <a:ext cx="49950" cy="70050"/>
            </a:xfrm>
            <a:custGeom>
              <a:avLst/>
              <a:gdLst/>
              <a:ahLst/>
              <a:cxnLst/>
              <a:rect l="l" t="t" r="r" b="b"/>
              <a:pathLst>
                <a:path w="1998" h="2802" extrusionOk="0">
                  <a:moveTo>
                    <a:pt x="1803" y="1"/>
                  </a:moveTo>
                  <a:lnTo>
                    <a:pt x="1735" y="39"/>
                  </a:lnTo>
                  <a:lnTo>
                    <a:pt x="1898" y="133"/>
                  </a:lnTo>
                  <a:cubicBezTo>
                    <a:pt x="1889" y="137"/>
                    <a:pt x="1882" y="145"/>
                    <a:pt x="1876" y="152"/>
                  </a:cubicBezTo>
                  <a:lnTo>
                    <a:pt x="2" y="2760"/>
                  </a:lnTo>
                  <a:lnTo>
                    <a:pt x="1" y="2763"/>
                  </a:lnTo>
                  <a:lnTo>
                    <a:pt x="69" y="2801"/>
                  </a:lnTo>
                  <a:lnTo>
                    <a:pt x="1934" y="208"/>
                  </a:lnTo>
                  <a:lnTo>
                    <a:pt x="1943" y="194"/>
                  </a:lnTo>
                  <a:cubicBezTo>
                    <a:pt x="1948" y="187"/>
                    <a:pt x="1956" y="178"/>
                    <a:pt x="1964" y="172"/>
                  </a:cubicBezTo>
                  <a:cubicBezTo>
                    <a:pt x="1970" y="168"/>
                    <a:pt x="1975" y="167"/>
                    <a:pt x="1979" y="167"/>
                  </a:cubicBezTo>
                  <a:cubicBezTo>
                    <a:pt x="1988" y="167"/>
                    <a:pt x="1995" y="175"/>
                    <a:pt x="1998" y="192"/>
                  </a:cubicBezTo>
                  <a:cubicBezTo>
                    <a:pt x="1989" y="140"/>
                    <a:pt x="1959" y="94"/>
                    <a:pt x="1915" y="65"/>
                  </a:cubicBezTo>
                  <a:lnTo>
                    <a:pt x="180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9" name="Google Shape;6769;p51"/>
            <p:cNvSpPr/>
            <p:nvPr/>
          </p:nvSpPr>
          <p:spPr>
            <a:xfrm>
              <a:off x="6076425" y="2465250"/>
              <a:ext cx="10050" cy="91675"/>
            </a:xfrm>
            <a:custGeom>
              <a:avLst/>
              <a:gdLst/>
              <a:ahLst/>
              <a:cxnLst/>
              <a:rect l="l" t="t" r="r" b="b"/>
              <a:pathLst>
                <a:path w="402" h="3667" extrusionOk="0">
                  <a:moveTo>
                    <a:pt x="1" y="0"/>
                  </a:moveTo>
                  <a:lnTo>
                    <a:pt x="1" y="3443"/>
                  </a:lnTo>
                  <a:cubicBezTo>
                    <a:pt x="5" y="3502"/>
                    <a:pt x="36" y="3557"/>
                    <a:pt x="86" y="3591"/>
                  </a:cubicBezTo>
                  <a:lnTo>
                    <a:pt x="182" y="3646"/>
                  </a:lnTo>
                  <a:cubicBezTo>
                    <a:pt x="209" y="3660"/>
                    <a:pt x="238" y="3666"/>
                    <a:pt x="268" y="3666"/>
                  </a:cubicBezTo>
                  <a:cubicBezTo>
                    <a:pt x="297" y="3666"/>
                    <a:pt x="326" y="3660"/>
                    <a:pt x="353" y="3646"/>
                  </a:cubicBezTo>
                  <a:lnTo>
                    <a:pt x="401" y="3618"/>
                  </a:lnTo>
                  <a:lnTo>
                    <a:pt x="401" y="2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0" name="Google Shape;6770;p51"/>
            <p:cNvSpPr/>
            <p:nvPr/>
          </p:nvSpPr>
          <p:spPr>
            <a:xfrm>
              <a:off x="6083075" y="2406050"/>
              <a:ext cx="111700" cy="149525"/>
            </a:xfrm>
            <a:custGeom>
              <a:avLst/>
              <a:gdLst/>
              <a:ahLst/>
              <a:cxnLst/>
              <a:rect l="l" t="t" r="r" b="b"/>
              <a:pathLst>
                <a:path w="4468" h="5981" extrusionOk="0">
                  <a:moveTo>
                    <a:pt x="4468" y="0"/>
                  </a:moveTo>
                  <a:lnTo>
                    <a:pt x="2605" y="2593"/>
                  </a:lnTo>
                  <a:lnTo>
                    <a:pt x="2326" y="2982"/>
                  </a:lnTo>
                  <a:cubicBezTo>
                    <a:pt x="2296" y="3020"/>
                    <a:pt x="2251" y="3041"/>
                    <a:pt x="2203" y="3041"/>
                  </a:cubicBezTo>
                  <a:cubicBezTo>
                    <a:pt x="2193" y="3041"/>
                    <a:pt x="2183" y="3040"/>
                    <a:pt x="2172" y="3038"/>
                  </a:cubicBezTo>
                  <a:lnTo>
                    <a:pt x="1933" y="2982"/>
                  </a:lnTo>
                  <a:lnTo>
                    <a:pt x="99" y="2545"/>
                  </a:lnTo>
                  <a:cubicBezTo>
                    <a:pt x="92" y="2543"/>
                    <a:pt x="85" y="2542"/>
                    <a:pt x="78" y="2542"/>
                  </a:cubicBezTo>
                  <a:cubicBezTo>
                    <a:pt x="36" y="2542"/>
                    <a:pt x="1" y="2577"/>
                    <a:pt x="3" y="2621"/>
                  </a:cubicBezTo>
                  <a:lnTo>
                    <a:pt x="3" y="5964"/>
                  </a:lnTo>
                  <a:cubicBezTo>
                    <a:pt x="3" y="5969"/>
                    <a:pt x="3" y="5975"/>
                    <a:pt x="5" y="5980"/>
                  </a:cubicBezTo>
                  <a:cubicBezTo>
                    <a:pt x="9" y="5977"/>
                    <a:pt x="15" y="5975"/>
                    <a:pt x="21" y="5972"/>
                  </a:cubicBezTo>
                  <a:lnTo>
                    <a:pt x="4382" y="3454"/>
                  </a:lnTo>
                  <a:cubicBezTo>
                    <a:pt x="4384" y="3453"/>
                    <a:pt x="4385" y="3451"/>
                    <a:pt x="4388" y="3450"/>
                  </a:cubicBezTo>
                  <a:lnTo>
                    <a:pt x="4391" y="3449"/>
                  </a:lnTo>
                  <a:cubicBezTo>
                    <a:pt x="4411" y="3434"/>
                    <a:pt x="4429" y="3415"/>
                    <a:pt x="4440" y="3392"/>
                  </a:cubicBezTo>
                  <a:cubicBezTo>
                    <a:pt x="4456" y="3367"/>
                    <a:pt x="4466" y="3337"/>
                    <a:pt x="4468" y="3306"/>
                  </a:cubicBezTo>
                  <a:lnTo>
                    <a:pt x="446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1" name="Google Shape;6771;p51"/>
            <p:cNvSpPr/>
            <p:nvPr/>
          </p:nvSpPr>
          <p:spPr>
            <a:xfrm>
              <a:off x="6083075" y="2405000"/>
              <a:ext cx="113375" cy="151675"/>
            </a:xfrm>
            <a:custGeom>
              <a:avLst/>
              <a:gdLst/>
              <a:ahLst/>
              <a:cxnLst/>
              <a:rect l="l" t="t" r="r" b="b"/>
              <a:pathLst>
                <a:path w="4535" h="6067" extrusionOk="0">
                  <a:moveTo>
                    <a:pt x="4513" y="0"/>
                  </a:moveTo>
                  <a:cubicBezTo>
                    <a:pt x="4503" y="0"/>
                    <a:pt x="4490" y="9"/>
                    <a:pt x="4477" y="28"/>
                  </a:cubicBezTo>
                  <a:lnTo>
                    <a:pt x="4468" y="42"/>
                  </a:lnTo>
                  <a:lnTo>
                    <a:pt x="2605" y="2635"/>
                  </a:lnTo>
                  <a:lnTo>
                    <a:pt x="2326" y="3024"/>
                  </a:lnTo>
                  <a:cubicBezTo>
                    <a:pt x="2296" y="3062"/>
                    <a:pt x="2251" y="3083"/>
                    <a:pt x="2203" y="3083"/>
                  </a:cubicBezTo>
                  <a:cubicBezTo>
                    <a:pt x="2193" y="3083"/>
                    <a:pt x="2183" y="3082"/>
                    <a:pt x="2172" y="3080"/>
                  </a:cubicBezTo>
                  <a:lnTo>
                    <a:pt x="1933" y="3024"/>
                  </a:lnTo>
                  <a:lnTo>
                    <a:pt x="99" y="2587"/>
                  </a:lnTo>
                  <a:cubicBezTo>
                    <a:pt x="92" y="2585"/>
                    <a:pt x="85" y="2584"/>
                    <a:pt x="78" y="2584"/>
                  </a:cubicBezTo>
                  <a:cubicBezTo>
                    <a:pt x="36" y="2584"/>
                    <a:pt x="1" y="2619"/>
                    <a:pt x="3" y="2663"/>
                  </a:cubicBezTo>
                  <a:lnTo>
                    <a:pt x="3" y="6006"/>
                  </a:lnTo>
                  <a:cubicBezTo>
                    <a:pt x="3" y="6011"/>
                    <a:pt x="3" y="6017"/>
                    <a:pt x="5" y="6021"/>
                  </a:cubicBezTo>
                  <a:cubicBezTo>
                    <a:pt x="5" y="6038"/>
                    <a:pt x="15" y="6053"/>
                    <a:pt x="29" y="6062"/>
                  </a:cubicBezTo>
                  <a:cubicBezTo>
                    <a:pt x="37" y="6065"/>
                    <a:pt x="45" y="6067"/>
                    <a:pt x="52" y="6067"/>
                  </a:cubicBezTo>
                  <a:cubicBezTo>
                    <a:pt x="65" y="6067"/>
                    <a:pt x="77" y="6063"/>
                    <a:pt x="87" y="6056"/>
                  </a:cubicBezTo>
                  <a:lnTo>
                    <a:pt x="4449" y="3537"/>
                  </a:lnTo>
                  <a:cubicBezTo>
                    <a:pt x="4451" y="3537"/>
                    <a:pt x="4452" y="3536"/>
                    <a:pt x="4455" y="3534"/>
                  </a:cubicBezTo>
                  <a:lnTo>
                    <a:pt x="4458" y="3533"/>
                  </a:lnTo>
                  <a:cubicBezTo>
                    <a:pt x="4478" y="3517"/>
                    <a:pt x="4495" y="3498"/>
                    <a:pt x="4507" y="3476"/>
                  </a:cubicBezTo>
                  <a:cubicBezTo>
                    <a:pt x="4524" y="3450"/>
                    <a:pt x="4533" y="3421"/>
                    <a:pt x="4535" y="3391"/>
                  </a:cubicBezTo>
                  <a:lnTo>
                    <a:pt x="4535" y="47"/>
                  </a:lnTo>
                  <a:cubicBezTo>
                    <a:pt x="4535" y="16"/>
                    <a:pt x="4526" y="0"/>
                    <a:pt x="4513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2" name="Google Shape;6772;p51"/>
            <p:cNvSpPr/>
            <p:nvPr/>
          </p:nvSpPr>
          <p:spPr>
            <a:xfrm>
              <a:off x="6148175" y="2470900"/>
              <a:ext cx="48275" cy="30500"/>
            </a:xfrm>
            <a:custGeom>
              <a:avLst/>
              <a:gdLst/>
              <a:ahLst/>
              <a:cxnLst/>
              <a:rect l="l" t="t" r="r" b="b"/>
              <a:pathLst>
                <a:path w="1931" h="1220" extrusionOk="0">
                  <a:moveTo>
                    <a:pt x="1" y="0"/>
                  </a:moveTo>
                  <a:lnTo>
                    <a:pt x="1293" y="1220"/>
                  </a:lnTo>
                  <a:lnTo>
                    <a:pt x="1845" y="901"/>
                  </a:lnTo>
                  <a:cubicBezTo>
                    <a:pt x="1847" y="901"/>
                    <a:pt x="1849" y="900"/>
                    <a:pt x="1851" y="898"/>
                  </a:cubicBezTo>
                  <a:lnTo>
                    <a:pt x="1854" y="897"/>
                  </a:lnTo>
                  <a:cubicBezTo>
                    <a:pt x="1874" y="881"/>
                    <a:pt x="1891" y="862"/>
                    <a:pt x="1905" y="840"/>
                  </a:cubicBezTo>
                  <a:cubicBezTo>
                    <a:pt x="1920" y="814"/>
                    <a:pt x="1929" y="785"/>
                    <a:pt x="1931" y="75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3" name="Google Shape;6773;p51"/>
            <p:cNvSpPr/>
            <p:nvPr/>
          </p:nvSpPr>
          <p:spPr>
            <a:xfrm>
              <a:off x="6148175" y="2470900"/>
              <a:ext cx="48275" cy="30500"/>
            </a:xfrm>
            <a:custGeom>
              <a:avLst/>
              <a:gdLst/>
              <a:ahLst/>
              <a:cxnLst/>
              <a:rect l="l" t="t" r="r" b="b"/>
              <a:pathLst>
                <a:path w="1931" h="1220" extrusionOk="0">
                  <a:moveTo>
                    <a:pt x="1" y="0"/>
                  </a:moveTo>
                  <a:lnTo>
                    <a:pt x="1293" y="1220"/>
                  </a:lnTo>
                  <a:lnTo>
                    <a:pt x="1845" y="901"/>
                  </a:lnTo>
                  <a:cubicBezTo>
                    <a:pt x="1847" y="901"/>
                    <a:pt x="1849" y="900"/>
                    <a:pt x="1851" y="898"/>
                  </a:cubicBezTo>
                  <a:lnTo>
                    <a:pt x="1854" y="897"/>
                  </a:lnTo>
                  <a:cubicBezTo>
                    <a:pt x="1874" y="881"/>
                    <a:pt x="1891" y="862"/>
                    <a:pt x="1905" y="840"/>
                  </a:cubicBezTo>
                  <a:cubicBezTo>
                    <a:pt x="1920" y="814"/>
                    <a:pt x="1929" y="785"/>
                    <a:pt x="1931" y="75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4" name="Google Shape;6774;p51"/>
            <p:cNvSpPr/>
            <p:nvPr/>
          </p:nvSpPr>
          <p:spPr>
            <a:xfrm>
              <a:off x="6083025" y="2480575"/>
              <a:ext cx="48350" cy="76100"/>
            </a:xfrm>
            <a:custGeom>
              <a:avLst/>
              <a:gdLst/>
              <a:ahLst/>
              <a:cxnLst/>
              <a:rect l="l" t="t" r="r" b="b"/>
              <a:pathLst>
                <a:path w="1934" h="3044" extrusionOk="0">
                  <a:moveTo>
                    <a:pt x="1934" y="1"/>
                  </a:moveTo>
                  <a:lnTo>
                    <a:pt x="4" y="2928"/>
                  </a:lnTo>
                  <a:lnTo>
                    <a:pt x="4" y="2983"/>
                  </a:lnTo>
                  <a:cubicBezTo>
                    <a:pt x="1" y="3005"/>
                    <a:pt x="12" y="3027"/>
                    <a:pt x="31" y="3040"/>
                  </a:cubicBezTo>
                  <a:cubicBezTo>
                    <a:pt x="38" y="3043"/>
                    <a:pt x="45" y="3044"/>
                    <a:pt x="53" y="3044"/>
                  </a:cubicBezTo>
                  <a:cubicBezTo>
                    <a:pt x="65" y="3044"/>
                    <a:pt x="78" y="3040"/>
                    <a:pt x="89" y="3033"/>
                  </a:cubicBezTo>
                  <a:lnTo>
                    <a:pt x="1590" y="2166"/>
                  </a:lnTo>
                  <a:lnTo>
                    <a:pt x="193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5" name="Google Shape;6775;p51"/>
            <p:cNvSpPr/>
            <p:nvPr/>
          </p:nvSpPr>
          <p:spPr>
            <a:xfrm>
              <a:off x="6083075" y="2472125"/>
              <a:ext cx="52950" cy="84450"/>
            </a:xfrm>
            <a:custGeom>
              <a:avLst/>
              <a:gdLst/>
              <a:ahLst/>
              <a:cxnLst/>
              <a:rect l="l" t="t" r="r" b="b"/>
              <a:pathLst>
                <a:path w="2118" h="3378" extrusionOk="0">
                  <a:moveTo>
                    <a:pt x="2042" y="1"/>
                  </a:moveTo>
                  <a:lnTo>
                    <a:pt x="1859" y="295"/>
                  </a:lnTo>
                  <a:lnTo>
                    <a:pt x="1845" y="318"/>
                  </a:lnTo>
                  <a:lnTo>
                    <a:pt x="2" y="3266"/>
                  </a:lnTo>
                  <a:lnTo>
                    <a:pt x="2" y="3321"/>
                  </a:lnTo>
                  <a:cubicBezTo>
                    <a:pt x="0" y="3343"/>
                    <a:pt x="10" y="3365"/>
                    <a:pt x="29" y="3378"/>
                  </a:cubicBezTo>
                  <a:lnTo>
                    <a:pt x="2117" y="44"/>
                  </a:lnTo>
                  <a:lnTo>
                    <a:pt x="204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6" name="Google Shape;6776;p51"/>
            <p:cNvSpPr/>
            <p:nvPr/>
          </p:nvSpPr>
          <p:spPr>
            <a:xfrm>
              <a:off x="6083800" y="2469350"/>
              <a:ext cx="111975" cy="87325"/>
            </a:xfrm>
            <a:custGeom>
              <a:avLst/>
              <a:gdLst/>
              <a:ahLst/>
              <a:cxnLst/>
              <a:rect l="l" t="t" r="r" b="b"/>
              <a:pathLst>
                <a:path w="4479" h="3493" extrusionOk="0">
                  <a:moveTo>
                    <a:pt x="2368" y="0"/>
                  </a:moveTo>
                  <a:cubicBezTo>
                    <a:pt x="2258" y="0"/>
                    <a:pt x="2150" y="56"/>
                    <a:pt x="2088" y="154"/>
                  </a:cubicBezTo>
                  <a:lnTo>
                    <a:pt x="0" y="3488"/>
                  </a:lnTo>
                  <a:cubicBezTo>
                    <a:pt x="8" y="3491"/>
                    <a:pt x="16" y="3493"/>
                    <a:pt x="23" y="3493"/>
                  </a:cubicBezTo>
                  <a:cubicBezTo>
                    <a:pt x="36" y="3493"/>
                    <a:pt x="48" y="3489"/>
                    <a:pt x="58" y="3482"/>
                  </a:cubicBezTo>
                  <a:lnTo>
                    <a:pt x="4426" y="960"/>
                  </a:lnTo>
                  <a:lnTo>
                    <a:pt x="4429" y="957"/>
                  </a:lnTo>
                  <a:cubicBezTo>
                    <a:pt x="4449" y="943"/>
                    <a:pt x="4466" y="924"/>
                    <a:pt x="4478" y="902"/>
                  </a:cubicBezTo>
                  <a:lnTo>
                    <a:pt x="2499" y="28"/>
                  </a:lnTo>
                  <a:cubicBezTo>
                    <a:pt x="2456" y="9"/>
                    <a:pt x="2412" y="0"/>
                    <a:pt x="2368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7" name="Google Shape;6777;p51"/>
            <p:cNvSpPr/>
            <p:nvPr/>
          </p:nvSpPr>
          <p:spPr>
            <a:xfrm>
              <a:off x="6083800" y="2490975"/>
              <a:ext cx="111975" cy="65700"/>
            </a:xfrm>
            <a:custGeom>
              <a:avLst/>
              <a:gdLst/>
              <a:ahLst/>
              <a:cxnLst/>
              <a:rect l="l" t="t" r="r" b="b"/>
              <a:pathLst>
                <a:path w="4479" h="2628" extrusionOk="0">
                  <a:moveTo>
                    <a:pt x="4398" y="1"/>
                  </a:moveTo>
                  <a:cubicBezTo>
                    <a:pt x="4387" y="20"/>
                    <a:pt x="4371" y="37"/>
                    <a:pt x="4353" y="50"/>
                  </a:cubicBezTo>
                  <a:lnTo>
                    <a:pt x="4350" y="52"/>
                  </a:lnTo>
                  <a:lnTo>
                    <a:pt x="58" y="2530"/>
                  </a:lnTo>
                  <a:lnTo>
                    <a:pt x="0" y="2623"/>
                  </a:lnTo>
                  <a:cubicBezTo>
                    <a:pt x="8" y="2626"/>
                    <a:pt x="16" y="2628"/>
                    <a:pt x="23" y="2628"/>
                  </a:cubicBezTo>
                  <a:cubicBezTo>
                    <a:pt x="36" y="2628"/>
                    <a:pt x="48" y="2624"/>
                    <a:pt x="58" y="2617"/>
                  </a:cubicBezTo>
                  <a:lnTo>
                    <a:pt x="4426" y="95"/>
                  </a:lnTo>
                  <a:lnTo>
                    <a:pt x="4429" y="92"/>
                  </a:lnTo>
                  <a:cubicBezTo>
                    <a:pt x="4449" y="78"/>
                    <a:pt x="4466" y="59"/>
                    <a:pt x="4478" y="37"/>
                  </a:cubicBezTo>
                  <a:lnTo>
                    <a:pt x="4398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8" name="Google Shape;6778;p51"/>
            <p:cNvSpPr/>
            <p:nvPr/>
          </p:nvSpPr>
          <p:spPr>
            <a:xfrm>
              <a:off x="6076425" y="2457525"/>
              <a:ext cx="2175" cy="8750"/>
            </a:xfrm>
            <a:custGeom>
              <a:avLst/>
              <a:gdLst/>
              <a:ahLst/>
              <a:cxnLst/>
              <a:rect l="l" t="t" r="r" b="b"/>
              <a:pathLst>
                <a:path w="87" h="350" extrusionOk="0">
                  <a:moveTo>
                    <a:pt x="17" y="0"/>
                  </a:moveTo>
                  <a:cubicBezTo>
                    <a:pt x="8" y="31"/>
                    <a:pt x="2" y="61"/>
                    <a:pt x="1" y="93"/>
                  </a:cubicBezTo>
                  <a:lnTo>
                    <a:pt x="1" y="309"/>
                  </a:lnTo>
                  <a:lnTo>
                    <a:pt x="70" y="350"/>
                  </a:lnTo>
                  <a:lnTo>
                    <a:pt x="70" y="134"/>
                  </a:lnTo>
                  <a:cubicBezTo>
                    <a:pt x="72" y="102"/>
                    <a:pt x="76" y="70"/>
                    <a:pt x="86" y="41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9" name="Google Shape;6779;p51"/>
            <p:cNvSpPr/>
            <p:nvPr/>
          </p:nvSpPr>
          <p:spPr>
            <a:xfrm>
              <a:off x="6078175" y="2465275"/>
              <a:ext cx="8950" cy="4500"/>
            </a:xfrm>
            <a:custGeom>
              <a:avLst/>
              <a:gdLst/>
              <a:ahLst/>
              <a:cxnLst/>
              <a:rect l="l" t="t" r="r" b="b"/>
              <a:pathLst>
                <a:path w="358" h="180" extrusionOk="0">
                  <a:moveTo>
                    <a:pt x="67" y="1"/>
                  </a:moveTo>
                  <a:lnTo>
                    <a:pt x="0" y="40"/>
                  </a:lnTo>
                  <a:lnTo>
                    <a:pt x="173" y="138"/>
                  </a:lnTo>
                  <a:lnTo>
                    <a:pt x="243" y="179"/>
                  </a:lnTo>
                  <a:lnTo>
                    <a:pt x="293" y="150"/>
                  </a:lnTo>
                  <a:lnTo>
                    <a:pt x="357" y="166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0" name="Google Shape;6780;p51"/>
            <p:cNvSpPr/>
            <p:nvPr/>
          </p:nvSpPr>
          <p:spPr>
            <a:xfrm>
              <a:off x="6078175" y="2465275"/>
              <a:ext cx="51350" cy="14825"/>
            </a:xfrm>
            <a:custGeom>
              <a:avLst/>
              <a:gdLst/>
              <a:ahLst/>
              <a:cxnLst/>
              <a:rect l="l" t="t" r="r" b="b"/>
              <a:pathLst>
                <a:path w="2054" h="593" extrusionOk="0">
                  <a:moveTo>
                    <a:pt x="67" y="1"/>
                  </a:moveTo>
                  <a:lnTo>
                    <a:pt x="0" y="40"/>
                  </a:lnTo>
                  <a:lnTo>
                    <a:pt x="173" y="138"/>
                  </a:lnTo>
                  <a:lnTo>
                    <a:pt x="243" y="179"/>
                  </a:lnTo>
                  <a:cubicBezTo>
                    <a:pt x="247" y="178"/>
                    <a:pt x="251" y="176"/>
                    <a:pt x="256" y="176"/>
                  </a:cubicBezTo>
                  <a:cubicBezTo>
                    <a:pt x="262" y="175"/>
                    <a:pt x="268" y="174"/>
                    <a:pt x="275" y="174"/>
                  </a:cubicBezTo>
                  <a:cubicBezTo>
                    <a:pt x="281" y="174"/>
                    <a:pt x="287" y="175"/>
                    <a:pt x="293" y="176"/>
                  </a:cubicBezTo>
                  <a:lnTo>
                    <a:pt x="434" y="211"/>
                  </a:lnTo>
                  <a:lnTo>
                    <a:pt x="2039" y="592"/>
                  </a:lnTo>
                  <a:lnTo>
                    <a:pt x="2054" y="569"/>
                  </a:lnTo>
                  <a:lnTo>
                    <a:pt x="357" y="166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1" name="Google Shape;6781;p51"/>
            <p:cNvSpPr/>
            <p:nvPr/>
          </p:nvSpPr>
          <p:spPr>
            <a:xfrm>
              <a:off x="6175250" y="2466775"/>
              <a:ext cx="41325" cy="53200"/>
            </a:xfrm>
            <a:custGeom>
              <a:avLst/>
              <a:gdLst/>
              <a:ahLst/>
              <a:cxnLst/>
              <a:rect l="l" t="t" r="r" b="b"/>
              <a:pathLst>
                <a:path w="1653" h="2128" extrusionOk="0">
                  <a:moveTo>
                    <a:pt x="1127" y="0"/>
                  </a:moveTo>
                  <a:cubicBezTo>
                    <a:pt x="1022" y="0"/>
                    <a:pt x="905" y="34"/>
                    <a:pt x="779" y="106"/>
                  </a:cubicBezTo>
                  <a:cubicBezTo>
                    <a:pt x="350" y="354"/>
                    <a:pt x="1" y="959"/>
                    <a:pt x="1" y="1456"/>
                  </a:cubicBezTo>
                  <a:cubicBezTo>
                    <a:pt x="1" y="1704"/>
                    <a:pt x="88" y="1878"/>
                    <a:pt x="228" y="1959"/>
                  </a:cubicBezTo>
                  <a:lnTo>
                    <a:pt x="521" y="2127"/>
                  </a:lnTo>
                  <a:lnTo>
                    <a:pt x="591" y="2013"/>
                  </a:lnTo>
                  <a:cubicBezTo>
                    <a:pt x="669" y="1995"/>
                    <a:pt x="745" y="1966"/>
                    <a:pt x="814" y="1926"/>
                  </a:cubicBezTo>
                  <a:cubicBezTo>
                    <a:pt x="1245" y="1678"/>
                    <a:pt x="1594" y="1075"/>
                    <a:pt x="1594" y="577"/>
                  </a:cubicBezTo>
                  <a:cubicBezTo>
                    <a:pt x="1594" y="509"/>
                    <a:pt x="1586" y="442"/>
                    <a:pt x="1570" y="377"/>
                  </a:cubicBezTo>
                  <a:lnTo>
                    <a:pt x="1652" y="239"/>
                  </a:lnTo>
                  <a:lnTo>
                    <a:pt x="1330" y="52"/>
                  </a:lnTo>
                  <a:lnTo>
                    <a:pt x="1328" y="51"/>
                  </a:lnTo>
                  <a:cubicBezTo>
                    <a:pt x="1269" y="18"/>
                    <a:pt x="1201" y="0"/>
                    <a:pt x="1127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2" name="Google Shape;6782;p51"/>
            <p:cNvSpPr/>
            <p:nvPr/>
          </p:nvSpPr>
          <p:spPr>
            <a:xfrm>
              <a:off x="6175250" y="2496650"/>
              <a:ext cx="25650" cy="23350"/>
            </a:xfrm>
            <a:custGeom>
              <a:avLst/>
              <a:gdLst/>
              <a:ahLst/>
              <a:cxnLst/>
              <a:rect l="l" t="t" r="r" b="b"/>
              <a:pathLst>
                <a:path w="1026" h="934" extrusionOk="0">
                  <a:moveTo>
                    <a:pt x="30" y="0"/>
                  </a:moveTo>
                  <a:cubicBezTo>
                    <a:pt x="11" y="86"/>
                    <a:pt x="1" y="173"/>
                    <a:pt x="1" y="261"/>
                  </a:cubicBezTo>
                  <a:cubicBezTo>
                    <a:pt x="1" y="509"/>
                    <a:pt x="88" y="683"/>
                    <a:pt x="227" y="766"/>
                  </a:cubicBezTo>
                  <a:lnTo>
                    <a:pt x="521" y="934"/>
                  </a:lnTo>
                  <a:lnTo>
                    <a:pt x="591" y="818"/>
                  </a:lnTo>
                  <a:cubicBezTo>
                    <a:pt x="669" y="800"/>
                    <a:pt x="745" y="771"/>
                    <a:pt x="814" y="731"/>
                  </a:cubicBezTo>
                  <a:cubicBezTo>
                    <a:pt x="890" y="687"/>
                    <a:pt x="961" y="634"/>
                    <a:pt x="1026" y="574"/>
                  </a:cubicBez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3" name="Google Shape;6783;p51"/>
            <p:cNvSpPr/>
            <p:nvPr/>
          </p:nvSpPr>
          <p:spPr>
            <a:xfrm>
              <a:off x="6182900" y="2471200"/>
              <a:ext cx="39000" cy="50300"/>
            </a:xfrm>
            <a:custGeom>
              <a:avLst/>
              <a:gdLst/>
              <a:ahLst/>
              <a:cxnLst/>
              <a:rect l="l" t="t" r="r" b="b"/>
              <a:pathLst>
                <a:path w="1560" h="2012" extrusionOk="0">
                  <a:moveTo>
                    <a:pt x="1128" y="0"/>
                  </a:moveTo>
                  <a:cubicBezTo>
                    <a:pt x="1023" y="0"/>
                    <a:pt x="905" y="34"/>
                    <a:pt x="779" y="106"/>
                  </a:cubicBezTo>
                  <a:cubicBezTo>
                    <a:pt x="350" y="355"/>
                    <a:pt x="1" y="959"/>
                    <a:pt x="1" y="1456"/>
                  </a:cubicBezTo>
                  <a:cubicBezTo>
                    <a:pt x="1" y="1809"/>
                    <a:pt x="176" y="2012"/>
                    <a:pt x="431" y="2012"/>
                  </a:cubicBezTo>
                  <a:cubicBezTo>
                    <a:pt x="536" y="2012"/>
                    <a:pt x="654" y="1978"/>
                    <a:pt x="779" y="1905"/>
                  </a:cubicBezTo>
                  <a:cubicBezTo>
                    <a:pt x="1210" y="1658"/>
                    <a:pt x="1560" y="1054"/>
                    <a:pt x="1560" y="555"/>
                  </a:cubicBezTo>
                  <a:cubicBezTo>
                    <a:pt x="1560" y="203"/>
                    <a:pt x="1384" y="0"/>
                    <a:pt x="1128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4" name="Google Shape;6784;p51"/>
            <p:cNvSpPr/>
            <p:nvPr/>
          </p:nvSpPr>
          <p:spPr>
            <a:xfrm>
              <a:off x="6192225" y="2479900"/>
              <a:ext cx="21050" cy="31450"/>
            </a:xfrm>
            <a:custGeom>
              <a:avLst/>
              <a:gdLst/>
              <a:ahLst/>
              <a:cxnLst/>
              <a:rect l="l" t="t" r="r" b="b"/>
              <a:pathLst>
                <a:path w="842" h="1258" extrusionOk="0">
                  <a:moveTo>
                    <a:pt x="537" y="1"/>
                  </a:moveTo>
                  <a:cubicBezTo>
                    <a:pt x="501" y="1"/>
                    <a:pt x="461" y="12"/>
                    <a:pt x="419" y="36"/>
                  </a:cubicBezTo>
                  <a:cubicBezTo>
                    <a:pt x="256" y="131"/>
                    <a:pt x="124" y="383"/>
                    <a:pt x="124" y="600"/>
                  </a:cubicBezTo>
                  <a:lnTo>
                    <a:pt x="124" y="772"/>
                  </a:lnTo>
                  <a:cubicBezTo>
                    <a:pt x="119" y="889"/>
                    <a:pt x="86" y="1004"/>
                    <a:pt x="24" y="1105"/>
                  </a:cubicBezTo>
                  <a:cubicBezTo>
                    <a:pt x="9" y="1131"/>
                    <a:pt x="0" y="1162"/>
                    <a:pt x="0" y="1192"/>
                  </a:cubicBezTo>
                  <a:cubicBezTo>
                    <a:pt x="0" y="1232"/>
                    <a:pt x="19" y="1257"/>
                    <a:pt x="46" y="1257"/>
                  </a:cubicBezTo>
                  <a:cubicBezTo>
                    <a:pt x="55" y="1257"/>
                    <a:pt x="64" y="1254"/>
                    <a:pt x="74" y="1249"/>
                  </a:cubicBezTo>
                  <a:lnTo>
                    <a:pt x="765" y="850"/>
                  </a:lnTo>
                  <a:cubicBezTo>
                    <a:pt x="807" y="825"/>
                    <a:pt x="840" y="761"/>
                    <a:pt x="840" y="706"/>
                  </a:cubicBezTo>
                  <a:cubicBezTo>
                    <a:pt x="841" y="686"/>
                    <a:pt x="833" y="664"/>
                    <a:pt x="818" y="650"/>
                  </a:cubicBezTo>
                  <a:lnTo>
                    <a:pt x="817" y="650"/>
                  </a:lnTo>
                  <a:cubicBezTo>
                    <a:pt x="754" y="622"/>
                    <a:pt x="715" y="553"/>
                    <a:pt x="715" y="450"/>
                  </a:cubicBezTo>
                  <a:lnTo>
                    <a:pt x="715" y="260"/>
                  </a:lnTo>
                  <a:cubicBezTo>
                    <a:pt x="715" y="98"/>
                    <a:pt x="641" y="1"/>
                    <a:pt x="5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5" name="Google Shape;6785;p51"/>
            <p:cNvSpPr/>
            <p:nvPr/>
          </p:nvSpPr>
          <p:spPr>
            <a:xfrm>
              <a:off x="6199150" y="2505550"/>
              <a:ext cx="7125" cy="7250"/>
            </a:xfrm>
            <a:custGeom>
              <a:avLst/>
              <a:gdLst/>
              <a:ahLst/>
              <a:cxnLst/>
              <a:rect l="l" t="t" r="r" b="b"/>
              <a:pathLst>
                <a:path w="285" h="290" extrusionOk="0">
                  <a:moveTo>
                    <a:pt x="285" y="1"/>
                  </a:moveTo>
                  <a:lnTo>
                    <a:pt x="0" y="165"/>
                  </a:lnTo>
                  <a:cubicBezTo>
                    <a:pt x="0" y="242"/>
                    <a:pt x="36" y="289"/>
                    <a:pt x="86" y="289"/>
                  </a:cubicBezTo>
                  <a:cubicBezTo>
                    <a:pt x="103" y="289"/>
                    <a:pt x="122" y="284"/>
                    <a:pt x="142" y="272"/>
                  </a:cubicBezTo>
                  <a:cubicBezTo>
                    <a:pt x="221" y="227"/>
                    <a:pt x="285" y="105"/>
                    <a:pt x="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86" name="Google Shape;6786;p51"/>
          <p:cNvSpPr txBox="1">
            <a:spLocks noGrp="1"/>
          </p:cNvSpPr>
          <p:nvPr>
            <p:ph type="title" idx="6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0" i="0" dirty="0">
                <a:solidFill>
                  <a:srgbClr val="374151"/>
                </a:solidFill>
                <a:effectLst/>
                <a:latin typeface="Söhne"/>
              </a:rPr>
              <a:t>Gestion des biens immobiliers</a:t>
            </a:r>
            <a:endParaRPr dirty="0"/>
          </a:p>
        </p:txBody>
      </p:sp>
      <p:sp>
        <p:nvSpPr>
          <p:cNvPr id="6788" name="Google Shape;6788;p51"/>
          <p:cNvSpPr txBox="1">
            <a:spLocks noGrp="1"/>
          </p:cNvSpPr>
          <p:nvPr>
            <p:ph type="subTitle" idx="2"/>
          </p:nvPr>
        </p:nvSpPr>
        <p:spPr>
          <a:xfrm>
            <a:off x="609056" y="4219586"/>
            <a:ext cx="6422365" cy="7230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  <a:endParaRPr dirty="0"/>
          </a:p>
        </p:txBody>
      </p:sp>
      <p:sp>
        <p:nvSpPr>
          <p:cNvPr id="6793" name="Google Shape;6793;p51"/>
          <p:cNvSpPr/>
          <p:nvPr/>
        </p:nvSpPr>
        <p:spPr>
          <a:xfrm>
            <a:off x="699700" y="922825"/>
            <a:ext cx="945300" cy="68400"/>
          </a:xfrm>
          <a:prstGeom prst="rect">
            <a:avLst/>
          </a:prstGeom>
          <a:solidFill>
            <a:srgbClr val="F4AA9E">
              <a:alpha val="519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1477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6" name="Google Shape;6656;p51"/>
          <p:cNvGrpSpPr/>
          <p:nvPr/>
        </p:nvGrpSpPr>
        <p:grpSpPr>
          <a:xfrm>
            <a:off x="1358918" y="978916"/>
            <a:ext cx="5634163" cy="3920343"/>
            <a:chOff x="6391200" y="2366900"/>
            <a:chExt cx="430425" cy="294825"/>
          </a:xfrm>
        </p:grpSpPr>
        <p:sp>
          <p:nvSpPr>
            <p:cNvPr id="6657" name="Google Shape;6657;p51"/>
            <p:cNvSpPr/>
            <p:nvPr/>
          </p:nvSpPr>
          <p:spPr>
            <a:xfrm>
              <a:off x="6391200" y="2456850"/>
              <a:ext cx="430425" cy="204875"/>
            </a:xfrm>
            <a:custGeom>
              <a:avLst/>
              <a:gdLst/>
              <a:ahLst/>
              <a:cxnLst/>
              <a:rect l="l" t="t" r="r" b="b"/>
              <a:pathLst>
                <a:path w="17217" h="8195" extrusionOk="0">
                  <a:moveTo>
                    <a:pt x="8608" y="1"/>
                  </a:moveTo>
                  <a:cubicBezTo>
                    <a:pt x="6602" y="1"/>
                    <a:pt x="4595" y="401"/>
                    <a:pt x="3063" y="1201"/>
                  </a:cubicBezTo>
                  <a:cubicBezTo>
                    <a:pt x="1" y="2801"/>
                    <a:pt x="1" y="5394"/>
                    <a:pt x="3063" y="6995"/>
                  </a:cubicBezTo>
                  <a:cubicBezTo>
                    <a:pt x="4595" y="7795"/>
                    <a:pt x="6602" y="8195"/>
                    <a:pt x="8608" y="8195"/>
                  </a:cubicBezTo>
                  <a:cubicBezTo>
                    <a:pt x="10615" y="8195"/>
                    <a:pt x="12622" y="7795"/>
                    <a:pt x="14154" y="6995"/>
                  </a:cubicBezTo>
                  <a:cubicBezTo>
                    <a:pt x="17216" y="5394"/>
                    <a:pt x="17216" y="2801"/>
                    <a:pt x="14154" y="1201"/>
                  </a:cubicBezTo>
                  <a:cubicBezTo>
                    <a:pt x="12622" y="401"/>
                    <a:pt x="10615" y="1"/>
                    <a:pt x="8608" y="1"/>
                  </a:cubicBezTo>
                  <a:close/>
                </a:path>
              </a:pathLst>
            </a:cu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8" name="Google Shape;6658;p51"/>
            <p:cNvSpPr/>
            <p:nvPr/>
          </p:nvSpPr>
          <p:spPr>
            <a:xfrm>
              <a:off x="6703525" y="2413150"/>
              <a:ext cx="7075" cy="16300"/>
            </a:xfrm>
            <a:custGeom>
              <a:avLst/>
              <a:gdLst/>
              <a:ahLst/>
              <a:cxnLst/>
              <a:rect l="l" t="t" r="r" b="b"/>
              <a:pathLst>
                <a:path w="283" h="652" extrusionOk="0">
                  <a:moveTo>
                    <a:pt x="0" y="1"/>
                  </a:moveTo>
                  <a:lnTo>
                    <a:pt x="0" y="489"/>
                  </a:lnTo>
                  <a:lnTo>
                    <a:pt x="283" y="652"/>
                  </a:lnTo>
                  <a:lnTo>
                    <a:pt x="283" y="16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9" name="Google Shape;6659;p51"/>
            <p:cNvSpPr/>
            <p:nvPr/>
          </p:nvSpPr>
          <p:spPr>
            <a:xfrm>
              <a:off x="6550725" y="2366900"/>
              <a:ext cx="152825" cy="197525"/>
            </a:xfrm>
            <a:custGeom>
              <a:avLst/>
              <a:gdLst/>
              <a:ahLst/>
              <a:cxnLst/>
              <a:rect l="l" t="t" r="r" b="b"/>
              <a:pathLst>
                <a:path w="6113" h="7901" extrusionOk="0">
                  <a:moveTo>
                    <a:pt x="4844" y="0"/>
                  </a:moveTo>
                  <a:cubicBezTo>
                    <a:pt x="4819" y="0"/>
                    <a:pt x="4793" y="7"/>
                    <a:pt x="4769" y="22"/>
                  </a:cubicBezTo>
                  <a:lnTo>
                    <a:pt x="263" y="2625"/>
                  </a:lnTo>
                  <a:cubicBezTo>
                    <a:pt x="87" y="2726"/>
                    <a:pt x="0" y="2858"/>
                    <a:pt x="0" y="2989"/>
                  </a:cubicBezTo>
                  <a:lnTo>
                    <a:pt x="0" y="7383"/>
                  </a:lnTo>
                  <a:cubicBezTo>
                    <a:pt x="0" y="7514"/>
                    <a:pt x="87" y="7645"/>
                    <a:pt x="263" y="7746"/>
                  </a:cubicBezTo>
                  <a:lnTo>
                    <a:pt x="268" y="7749"/>
                  </a:lnTo>
                  <a:cubicBezTo>
                    <a:pt x="442" y="7850"/>
                    <a:pt x="671" y="7901"/>
                    <a:pt x="899" y="7901"/>
                  </a:cubicBezTo>
                  <a:cubicBezTo>
                    <a:pt x="1128" y="7901"/>
                    <a:pt x="1356" y="7850"/>
                    <a:pt x="1530" y="7749"/>
                  </a:cubicBezTo>
                  <a:lnTo>
                    <a:pt x="6037" y="5148"/>
                  </a:lnTo>
                  <a:cubicBezTo>
                    <a:pt x="6082" y="5119"/>
                    <a:pt x="6109" y="5071"/>
                    <a:pt x="6112" y="5017"/>
                  </a:cubicBezTo>
                  <a:lnTo>
                    <a:pt x="6112" y="712"/>
                  </a:lnTo>
                  <a:lnTo>
                    <a:pt x="6041" y="672"/>
                  </a:lnTo>
                  <a:cubicBezTo>
                    <a:pt x="6019" y="660"/>
                    <a:pt x="5996" y="655"/>
                    <a:pt x="5972" y="655"/>
                  </a:cubicBezTo>
                  <a:cubicBezTo>
                    <a:pt x="5946" y="655"/>
                    <a:pt x="5920" y="661"/>
                    <a:pt x="5896" y="673"/>
                  </a:cubicBezTo>
                  <a:lnTo>
                    <a:pt x="4986" y="1199"/>
                  </a:lnTo>
                  <a:lnTo>
                    <a:pt x="4986" y="147"/>
                  </a:lnTo>
                  <a:cubicBezTo>
                    <a:pt x="4989" y="62"/>
                    <a:pt x="4919" y="0"/>
                    <a:pt x="4844" y="0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0" name="Google Shape;6660;p51"/>
            <p:cNvSpPr/>
            <p:nvPr/>
          </p:nvSpPr>
          <p:spPr>
            <a:xfrm>
              <a:off x="6548575" y="2367000"/>
              <a:ext cx="154175" cy="87600"/>
            </a:xfrm>
            <a:custGeom>
              <a:avLst/>
              <a:gdLst/>
              <a:ahLst/>
              <a:cxnLst/>
              <a:rect l="l" t="t" r="r" b="b"/>
              <a:pathLst>
                <a:path w="6167" h="3504" extrusionOk="0">
                  <a:moveTo>
                    <a:pt x="4930" y="1"/>
                  </a:moveTo>
                  <a:cubicBezTo>
                    <a:pt x="4904" y="1"/>
                    <a:pt x="4879" y="7"/>
                    <a:pt x="4855" y="19"/>
                  </a:cubicBezTo>
                  <a:lnTo>
                    <a:pt x="349" y="2621"/>
                  </a:lnTo>
                  <a:cubicBezTo>
                    <a:pt x="1" y="2821"/>
                    <a:pt x="1" y="3149"/>
                    <a:pt x="349" y="3350"/>
                  </a:cubicBezTo>
                  <a:lnTo>
                    <a:pt x="356" y="3353"/>
                  </a:lnTo>
                  <a:cubicBezTo>
                    <a:pt x="529" y="3453"/>
                    <a:pt x="758" y="3503"/>
                    <a:pt x="986" y="3503"/>
                  </a:cubicBezTo>
                  <a:cubicBezTo>
                    <a:pt x="1215" y="3503"/>
                    <a:pt x="1443" y="3453"/>
                    <a:pt x="1617" y="3353"/>
                  </a:cubicBezTo>
                  <a:lnTo>
                    <a:pt x="6123" y="750"/>
                  </a:lnTo>
                  <a:cubicBezTo>
                    <a:pt x="6163" y="727"/>
                    <a:pt x="6166" y="689"/>
                    <a:pt x="6127" y="666"/>
                  </a:cubicBezTo>
                  <a:cubicBezTo>
                    <a:pt x="6105" y="656"/>
                    <a:pt x="6081" y="651"/>
                    <a:pt x="6058" y="651"/>
                  </a:cubicBezTo>
                  <a:cubicBezTo>
                    <a:pt x="6032" y="651"/>
                    <a:pt x="6006" y="657"/>
                    <a:pt x="5982" y="669"/>
                  </a:cubicBezTo>
                  <a:lnTo>
                    <a:pt x="1600" y="3199"/>
                  </a:lnTo>
                  <a:cubicBezTo>
                    <a:pt x="1559" y="3223"/>
                    <a:pt x="1491" y="3262"/>
                    <a:pt x="1448" y="3282"/>
                  </a:cubicBezTo>
                  <a:cubicBezTo>
                    <a:pt x="1304" y="3347"/>
                    <a:pt x="1132" y="3380"/>
                    <a:pt x="966" y="3380"/>
                  </a:cubicBezTo>
                  <a:cubicBezTo>
                    <a:pt x="824" y="3380"/>
                    <a:pt x="685" y="3356"/>
                    <a:pt x="569" y="3308"/>
                  </a:cubicBezTo>
                  <a:cubicBezTo>
                    <a:pt x="517" y="3285"/>
                    <a:pt x="466" y="3256"/>
                    <a:pt x="420" y="3221"/>
                  </a:cubicBezTo>
                  <a:cubicBezTo>
                    <a:pt x="244" y="3076"/>
                    <a:pt x="263" y="2873"/>
                    <a:pt x="466" y="2721"/>
                  </a:cubicBezTo>
                  <a:cubicBezTo>
                    <a:pt x="514" y="2688"/>
                    <a:pt x="563" y="2657"/>
                    <a:pt x="614" y="2630"/>
                  </a:cubicBezTo>
                  <a:lnTo>
                    <a:pt x="4996" y="101"/>
                  </a:lnTo>
                  <a:cubicBezTo>
                    <a:pt x="5037" y="76"/>
                    <a:pt x="5040" y="38"/>
                    <a:pt x="5000" y="17"/>
                  </a:cubicBezTo>
                  <a:cubicBezTo>
                    <a:pt x="4978" y="6"/>
                    <a:pt x="4954" y="1"/>
                    <a:pt x="4930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1" name="Google Shape;6661;p51"/>
            <p:cNvSpPr/>
            <p:nvPr/>
          </p:nvSpPr>
          <p:spPr>
            <a:xfrm>
              <a:off x="6548575" y="2367000"/>
              <a:ext cx="154175" cy="87600"/>
            </a:xfrm>
            <a:custGeom>
              <a:avLst/>
              <a:gdLst/>
              <a:ahLst/>
              <a:cxnLst/>
              <a:rect l="l" t="t" r="r" b="b"/>
              <a:pathLst>
                <a:path w="6167" h="3504" extrusionOk="0">
                  <a:moveTo>
                    <a:pt x="4930" y="1"/>
                  </a:moveTo>
                  <a:cubicBezTo>
                    <a:pt x="4904" y="1"/>
                    <a:pt x="4879" y="7"/>
                    <a:pt x="4855" y="19"/>
                  </a:cubicBezTo>
                  <a:lnTo>
                    <a:pt x="349" y="2621"/>
                  </a:lnTo>
                  <a:cubicBezTo>
                    <a:pt x="1" y="2821"/>
                    <a:pt x="1" y="3149"/>
                    <a:pt x="349" y="3350"/>
                  </a:cubicBezTo>
                  <a:lnTo>
                    <a:pt x="356" y="3353"/>
                  </a:lnTo>
                  <a:cubicBezTo>
                    <a:pt x="529" y="3453"/>
                    <a:pt x="758" y="3503"/>
                    <a:pt x="986" y="3503"/>
                  </a:cubicBezTo>
                  <a:cubicBezTo>
                    <a:pt x="1215" y="3503"/>
                    <a:pt x="1443" y="3453"/>
                    <a:pt x="1617" y="3353"/>
                  </a:cubicBezTo>
                  <a:lnTo>
                    <a:pt x="6123" y="750"/>
                  </a:lnTo>
                  <a:cubicBezTo>
                    <a:pt x="6163" y="727"/>
                    <a:pt x="6166" y="689"/>
                    <a:pt x="6127" y="666"/>
                  </a:cubicBezTo>
                  <a:cubicBezTo>
                    <a:pt x="6105" y="656"/>
                    <a:pt x="6081" y="651"/>
                    <a:pt x="6058" y="651"/>
                  </a:cubicBezTo>
                  <a:cubicBezTo>
                    <a:pt x="6032" y="651"/>
                    <a:pt x="6006" y="657"/>
                    <a:pt x="5982" y="669"/>
                  </a:cubicBezTo>
                  <a:lnTo>
                    <a:pt x="1600" y="3199"/>
                  </a:lnTo>
                  <a:cubicBezTo>
                    <a:pt x="1559" y="3223"/>
                    <a:pt x="1491" y="3262"/>
                    <a:pt x="1448" y="3282"/>
                  </a:cubicBezTo>
                  <a:cubicBezTo>
                    <a:pt x="1304" y="3347"/>
                    <a:pt x="1132" y="3380"/>
                    <a:pt x="966" y="3380"/>
                  </a:cubicBezTo>
                  <a:cubicBezTo>
                    <a:pt x="824" y="3380"/>
                    <a:pt x="685" y="3356"/>
                    <a:pt x="569" y="3308"/>
                  </a:cubicBezTo>
                  <a:cubicBezTo>
                    <a:pt x="517" y="3285"/>
                    <a:pt x="466" y="3256"/>
                    <a:pt x="420" y="3221"/>
                  </a:cubicBezTo>
                  <a:cubicBezTo>
                    <a:pt x="244" y="3076"/>
                    <a:pt x="263" y="2873"/>
                    <a:pt x="466" y="2721"/>
                  </a:cubicBezTo>
                  <a:cubicBezTo>
                    <a:pt x="514" y="2688"/>
                    <a:pt x="563" y="2657"/>
                    <a:pt x="614" y="2630"/>
                  </a:cubicBezTo>
                  <a:lnTo>
                    <a:pt x="4996" y="101"/>
                  </a:lnTo>
                  <a:cubicBezTo>
                    <a:pt x="5037" y="76"/>
                    <a:pt x="5040" y="38"/>
                    <a:pt x="5000" y="17"/>
                  </a:cubicBezTo>
                  <a:cubicBezTo>
                    <a:pt x="4978" y="6"/>
                    <a:pt x="4954" y="1"/>
                    <a:pt x="49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2" name="Google Shape;6662;p51"/>
            <p:cNvSpPr/>
            <p:nvPr/>
          </p:nvSpPr>
          <p:spPr>
            <a:xfrm>
              <a:off x="6552375" y="2454900"/>
              <a:ext cx="2575" cy="2400"/>
            </a:xfrm>
            <a:custGeom>
              <a:avLst/>
              <a:gdLst/>
              <a:ahLst/>
              <a:cxnLst/>
              <a:rect l="l" t="t" r="r" b="b"/>
              <a:pathLst>
                <a:path w="103" h="96" extrusionOk="0">
                  <a:moveTo>
                    <a:pt x="25" y="1"/>
                  </a:moveTo>
                  <a:cubicBezTo>
                    <a:pt x="12" y="1"/>
                    <a:pt x="0" y="17"/>
                    <a:pt x="11" y="30"/>
                  </a:cubicBezTo>
                  <a:cubicBezTo>
                    <a:pt x="30" y="52"/>
                    <a:pt x="50" y="72"/>
                    <a:pt x="72" y="91"/>
                  </a:cubicBezTo>
                  <a:cubicBezTo>
                    <a:pt x="75" y="94"/>
                    <a:pt x="79" y="95"/>
                    <a:pt x="84" y="95"/>
                  </a:cubicBezTo>
                  <a:cubicBezTo>
                    <a:pt x="88" y="95"/>
                    <a:pt x="94" y="94"/>
                    <a:pt x="97" y="89"/>
                  </a:cubicBezTo>
                  <a:cubicBezTo>
                    <a:pt x="102" y="82"/>
                    <a:pt x="102" y="72"/>
                    <a:pt x="95" y="66"/>
                  </a:cubicBezTo>
                  <a:cubicBezTo>
                    <a:pt x="73" y="47"/>
                    <a:pt x="55" y="29"/>
                    <a:pt x="37" y="7"/>
                  </a:cubicBezTo>
                  <a:cubicBezTo>
                    <a:pt x="34" y="2"/>
                    <a:pt x="29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3" name="Google Shape;6663;p51"/>
            <p:cNvSpPr/>
            <p:nvPr/>
          </p:nvSpPr>
          <p:spPr>
            <a:xfrm>
              <a:off x="6557525" y="2399675"/>
              <a:ext cx="134050" cy="63500"/>
            </a:xfrm>
            <a:custGeom>
              <a:avLst/>
              <a:gdLst/>
              <a:ahLst/>
              <a:cxnLst/>
              <a:rect l="l" t="t" r="r" b="b"/>
              <a:pathLst>
                <a:path w="5362" h="2540" extrusionOk="0">
                  <a:moveTo>
                    <a:pt x="5337" y="0"/>
                  </a:moveTo>
                  <a:cubicBezTo>
                    <a:pt x="5334" y="0"/>
                    <a:pt x="5331" y="1"/>
                    <a:pt x="5328" y="3"/>
                  </a:cubicBezTo>
                  <a:lnTo>
                    <a:pt x="5180" y="89"/>
                  </a:lnTo>
                  <a:cubicBezTo>
                    <a:pt x="5172" y="93"/>
                    <a:pt x="5169" y="103"/>
                    <a:pt x="5173" y="112"/>
                  </a:cubicBezTo>
                  <a:cubicBezTo>
                    <a:pt x="5176" y="116"/>
                    <a:pt x="5182" y="120"/>
                    <a:pt x="5189" y="120"/>
                  </a:cubicBezTo>
                  <a:lnTo>
                    <a:pt x="5189" y="119"/>
                  </a:lnTo>
                  <a:cubicBezTo>
                    <a:pt x="5192" y="119"/>
                    <a:pt x="5195" y="119"/>
                    <a:pt x="5196" y="118"/>
                  </a:cubicBezTo>
                  <a:lnTo>
                    <a:pt x="5346" y="32"/>
                  </a:lnTo>
                  <a:cubicBezTo>
                    <a:pt x="5362" y="22"/>
                    <a:pt x="5352" y="0"/>
                    <a:pt x="5337" y="0"/>
                  </a:cubicBezTo>
                  <a:close/>
                  <a:moveTo>
                    <a:pt x="5040" y="171"/>
                  </a:moveTo>
                  <a:cubicBezTo>
                    <a:pt x="5038" y="171"/>
                    <a:pt x="5034" y="172"/>
                    <a:pt x="5031" y="174"/>
                  </a:cubicBezTo>
                  <a:lnTo>
                    <a:pt x="4883" y="260"/>
                  </a:lnTo>
                  <a:cubicBezTo>
                    <a:pt x="4874" y="264"/>
                    <a:pt x="4873" y="274"/>
                    <a:pt x="4877" y="283"/>
                  </a:cubicBezTo>
                  <a:cubicBezTo>
                    <a:pt x="4880" y="287"/>
                    <a:pt x="4886" y="292"/>
                    <a:pt x="4892" y="292"/>
                  </a:cubicBezTo>
                  <a:cubicBezTo>
                    <a:pt x="4895" y="292"/>
                    <a:pt x="4898" y="290"/>
                    <a:pt x="4901" y="289"/>
                  </a:cubicBezTo>
                  <a:lnTo>
                    <a:pt x="5049" y="203"/>
                  </a:lnTo>
                  <a:cubicBezTo>
                    <a:pt x="5064" y="193"/>
                    <a:pt x="5056" y="171"/>
                    <a:pt x="5040" y="171"/>
                  </a:cubicBezTo>
                  <a:close/>
                  <a:moveTo>
                    <a:pt x="4743" y="343"/>
                  </a:moveTo>
                  <a:cubicBezTo>
                    <a:pt x="4740" y="343"/>
                    <a:pt x="4738" y="344"/>
                    <a:pt x="4735" y="345"/>
                  </a:cubicBezTo>
                  <a:lnTo>
                    <a:pt x="4587" y="431"/>
                  </a:lnTo>
                  <a:cubicBezTo>
                    <a:pt x="4579" y="435"/>
                    <a:pt x="4576" y="445"/>
                    <a:pt x="4580" y="454"/>
                  </a:cubicBezTo>
                  <a:cubicBezTo>
                    <a:pt x="4583" y="460"/>
                    <a:pt x="4589" y="463"/>
                    <a:pt x="4595" y="463"/>
                  </a:cubicBezTo>
                  <a:lnTo>
                    <a:pt x="4595" y="461"/>
                  </a:lnTo>
                  <a:cubicBezTo>
                    <a:pt x="4598" y="461"/>
                    <a:pt x="4600" y="461"/>
                    <a:pt x="4603" y="460"/>
                  </a:cubicBezTo>
                  <a:lnTo>
                    <a:pt x="4753" y="374"/>
                  </a:lnTo>
                  <a:cubicBezTo>
                    <a:pt x="4766" y="364"/>
                    <a:pt x="4758" y="343"/>
                    <a:pt x="4743" y="343"/>
                  </a:cubicBezTo>
                  <a:close/>
                  <a:moveTo>
                    <a:pt x="4446" y="515"/>
                  </a:moveTo>
                  <a:cubicBezTo>
                    <a:pt x="4443" y="515"/>
                    <a:pt x="4441" y="515"/>
                    <a:pt x="4438" y="516"/>
                  </a:cubicBezTo>
                  <a:lnTo>
                    <a:pt x="4290" y="602"/>
                  </a:lnTo>
                  <a:cubicBezTo>
                    <a:pt x="4281" y="606"/>
                    <a:pt x="4279" y="616"/>
                    <a:pt x="4284" y="625"/>
                  </a:cubicBezTo>
                  <a:cubicBezTo>
                    <a:pt x="4287" y="631"/>
                    <a:pt x="4293" y="634"/>
                    <a:pt x="4299" y="634"/>
                  </a:cubicBezTo>
                  <a:lnTo>
                    <a:pt x="4299" y="632"/>
                  </a:lnTo>
                  <a:cubicBezTo>
                    <a:pt x="4300" y="633"/>
                    <a:pt x="4301" y="633"/>
                    <a:pt x="4301" y="633"/>
                  </a:cubicBezTo>
                  <a:cubicBezTo>
                    <a:pt x="4303" y="633"/>
                    <a:pt x="4305" y="632"/>
                    <a:pt x="4308" y="631"/>
                  </a:cubicBezTo>
                  <a:lnTo>
                    <a:pt x="4455" y="545"/>
                  </a:lnTo>
                  <a:cubicBezTo>
                    <a:pt x="4470" y="535"/>
                    <a:pt x="4461" y="515"/>
                    <a:pt x="4446" y="515"/>
                  </a:cubicBezTo>
                  <a:close/>
                  <a:moveTo>
                    <a:pt x="4152" y="684"/>
                  </a:moveTo>
                  <a:cubicBezTo>
                    <a:pt x="4149" y="684"/>
                    <a:pt x="4145" y="685"/>
                    <a:pt x="4142" y="687"/>
                  </a:cubicBezTo>
                  <a:lnTo>
                    <a:pt x="3993" y="773"/>
                  </a:lnTo>
                  <a:cubicBezTo>
                    <a:pt x="3986" y="777"/>
                    <a:pt x="3983" y="789"/>
                    <a:pt x="3987" y="796"/>
                  </a:cubicBezTo>
                  <a:cubicBezTo>
                    <a:pt x="3990" y="802"/>
                    <a:pt x="3996" y="805"/>
                    <a:pt x="4002" y="805"/>
                  </a:cubicBezTo>
                  <a:cubicBezTo>
                    <a:pt x="4004" y="805"/>
                    <a:pt x="4007" y="803"/>
                    <a:pt x="4010" y="803"/>
                  </a:cubicBezTo>
                  <a:lnTo>
                    <a:pt x="4158" y="716"/>
                  </a:lnTo>
                  <a:cubicBezTo>
                    <a:pt x="4177" y="708"/>
                    <a:pt x="4167" y="684"/>
                    <a:pt x="4152" y="684"/>
                  </a:cubicBezTo>
                  <a:close/>
                  <a:moveTo>
                    <a:pt x="3853" y="856"/>
                  </a:moveTo>
                  <a:cubicBezTo>
                    <a:pt x="3850" y="856"/>
                    <a:pt x="3848" y="857"/>
                    <a:pt x="3845" y="859"/>
                  </a:cubicBezTo>
                  <a:lnTo>
                    <a:pt x="3697" y="944"/>
                  </a:lnTo>
                  <a:cubicBezTo>
                    <a:pt x="3688" y="950"/>
                    <a:pt x="3685" y="960"/>
                    <a:pt x="3690" y="967"/>
                  </a:cubicBezTo>
                  <a:cubicBezTo>
                    <a:pt x="3693" y="973"/>
                    <a:pt x="3698" y="976"/>
                    <a:pt x="3706" y="976"/>
                  </a:cubicBezTo>
                  <a:cubicBezTo>
                    <a:pt x="3709" y="976"/>
                    <a:pt x="3712" y="975"/>
                    <a:pt x="3713" y="975"/>
                  </a:cubicBezTo>
                  <a:lnTo>
                    <a:pt x="3862" y="889"/>
                  </a:lnTo>
                  <a:cubicBezTo>
                    <a:pt x="3878" y="879"/>
                    <a:pt x="3868" y="856"/>
                    <a:pt x="3853" y="856"/>
                  </a:cubicBezTo>
                  <a:close/>
                  <a:moveTo>
                    <a:pt x="3555" y="1028"/>
                  </a:moveTo>
                  <a:cubicBezTo>
                    <a:pt x="3553" y="1028"/>
                    <a:pt x="3550" y="1028"/>
                    <a:pt x="3548" y="1030"/>
                  </a:cubicBezTo>
                  <a:lnTo>
                    <a:pt x="3400" y="1115"/>
                  </a:lnTo>
                  <a:cubicBezTo>
                    <a:pt x="3391" y="1121"/>
                    <a:pt x="3390" y="1131"/>
                    <a:pt x="3394" y="1138"/>
                  </a:cubicBezTo>
                  <a:cubicBezTo>
                    <a:pt x="3397" y="1144"/>
                    <a:pt x="3403" y="1147"/>
                    <a:pt x="3408" y="1147"/>
                  </a:cubicBezTo>
                  <a:cubicBezTo>
                    <a:pt x="3411" y="1147"/>
                    <a:pt x="3414" y="1147"/>
                    <a:pt x="3417" y="1146"/>
                  </a:cubicBezTo>
                  <a:lnTo>
                    <a:pt x="3565" y="1060"/>
                  </a:lnTo>
                  <a:cubicBezTo>
                    <a:pt x="3580" y="1049"/>
                    <a:pt x="3570" y="1028"/>
                    <a:pt x="3555" y="1028"/>
                  </a:cubicBezTo>
                  <a:close/>
                  <a:moveTo>
                    <a:pt x="3260" y="1200"/>
                  </a:moveTo>
                  <a:cubicBezTo>
                    <a:pt x="3258" y="1200"/>
                    <a:pt x="3255" y="1201"/>
                    <a:pt x="3252" y="1202"/>
                  </a:cubicBezTo>
                  <a:lnTo>
                    <a:pt x="3104" y="1288"/>
                  </a:lnTo>
                  <a:cubicBezTo>
                    <a:pt x="3088" y="1295"/>
                    <a:pt x="3093" y="1318"/>
                    <a:pt x="3110" y="1318"/>
                  </a:cubicBezTo>
                  <a:cubicBezTo>
                    <a:pt x="3110" y="1318"/>
                    <a:pt x="3111" y="1318"/>
                    <a:pt x="3111" y="1318"/>
                  </a:cubicBezTo>
                  <a:cubicBezTo>
                    <a:pt x="3114" y="1318"/>
                    <a:pt x="3117" y="1318"/>
                    <a:pt x="3120" y="1317"/>
                  </a:cubicBezTo>
                  <a:lnTo>
                    <a:pt x="3269" y="1231"/>
                  </a:lnTo>
                  <a:cubicBezTo>
                    <a:pt x="3283" y="1220"/>
                    <a:pt x="3275" y="1200"/>
                    <a:pt x="3260" y="1200"/>
                  </a:cubicBezTo>
                  <a:close/>
                  <a:moveTo>
                    <a:pt x="2962" y="1372"/>
                  </a:moveTo>
                  <a:cubicBezTo>
                    <a:pt x="2960" y="1372"/>
                    <a:pt x="2957" y="1372"/>
                    <a:pt x="2955" y="1373"/>
                  </a:cubicBezTo>
                  <a:lnTo>
                    <a:pt x="2807" y="1459"/>
                  </a:lnTo>
                  <a:cubicBezTo>
                    <a:pt x="2798" y="1463"/>
                    <a:pt x="2795" y="1473"/>
                    <a:pt x="2801" y="1482"/>
                  </a:cubicBezTo>
                  <a:cubicBezTo>
                    <a:pt x="2804" y="1486"/>
                    <a:pt x="2810" y="1491"/>
                    <a:pt x="2815" y="1491"/>
                  </a:cubicBezTo>
                  <a:lnTo>
                    <a:pt x="2815" y="1489"/>
                  </a:lnTo>
                  <a:cubicBezTo>
                    <a:pt x="2818" y="1489"/>
                    <a:pt x="2821" y="1489"/>
                    <a:pt x="2824" y="1488"/>
                  </a:cubicBezTo>
                  <a:lnTo>
                    <a:pt x="2972" y="1402"/>
                  </a:lnTo>
                  <a:cubicBezTo>
                    <a:pt x="2987" y="1392"/>
                    <a:pt x="2977" y="1372"/>
                    <a:pt x="2962" y="1372"/>
                  </a:cubicBezTo>
                  <a:close/>
                  <a:moveTo>
                    <a:pt x="2667" y="1541"/>
                  </a:moveTo>
                  <a:cubicBezTo>
                    <a:pt x="2664" y="1541"/>
                    <a:pt x="2661" y="1542"/>
                    <a:pt x="2659" y="1544"/>
                  </a:cubicBezTo>
                  <a:lnTo>
                    <a:pt x="2509" y="1630"/>
                  </a:lnTo>
                  <a:cubicBezTo>
                    <a:pt x="2502" y="1634"/>
                    <a:pt x="2499" y="1644"/>
                    <a:pt x="2504" y="1653"/>
                  </a:cubicBezTo>
                  <a:cubicBezTo>
                    <a:pt x="2507" y="1658"/>
                    <a:pt x="2512" y="1662"/>
                    <a:pt x="2518" y="1662"/>
                  </a:cubicBezTo>
                  <a:lnTo>
                    <a:pt x="2518" y="1660"/>
                  </a:lnTo>
                  <a:cubicBezTo>
                    <a:pt x="2521" y="1660"/>
                    <a:pt x="2524" y="1660"/>
                    <a:pt x="2527" y="1659"/>
                  </a:cubicBezTo>
                  <a:lnTo>
                    <a:pt x="2675" y="1573"/>
                  </a:lnTo>
                  <a:cubicBezTo>
                    <a:pt x="2683" y="1569"/>
                    <a:pt x="2686" y="1559"/>
                    <a:pt x="2682" y="1550"/>
                  </a:cubicBezTo>
                  <a:cubicBezTo>
                    <a:pt x="2678" y="1545"/>
                    <a:pt x="2673" y="1541"/>
                    <a:pt x="2667" y="1541"/>
                  </a:cubicBezTo>
                  <a:close/>
                  <a:moveTo>
                    <a:pt x="2370" y="1713"/>
                  </a:moveTo>
                  <a:cubicBezTo>
                    <a:pt x="2368" y="1713"/>
                    <a:pt x="2365" y="1714"/>
                    <a:pt x="2362" y="1716"/>
                  </a:cubicBezTo>
                  <a:lnTo>
                    <a:pt x="2214" y="1801"/>
                  </a:lnTo>
                  <a:cubicBezTo>
                    <a:pt x="2205" y="1805"/>
                    <a:pt x="2202" y="1816"/>
                    <a:pt x="2206" y="1824"/>
                  </a:cubicBezTo>
                  <a:cubicBezTo>
                    <a:pt x="2209" y="1830"/>
                    <a:pt x="2215" y="1833"/>
                    <a:pt x="2222" y="1833"/>
                  </a:cubicBezTo>
                  <a:lnTo>
                    <a:pt x="2222" y="1832"/>
                  </a:lnTo>
                  <a:cubicBezTo>
                    <a:pt x="2224" y="1832"/>
                    <a:pt x="2228" y="1832"/>
                    <a:pt x="2230" y="1830"/>
                  </a:cubicBezTo>
                  <a:lnTo>
                    <a:pt x="2379" y="1745"/>
                  </a:lnTo>
                  <a:cubicBezTo>
                    <a:pt x="2395" y="1735"/>
                    <a:pt x="2385" y="1713"/>
                    <a:pt x="2370" y="1713"/>
                  </a:cubicBezTo>
                  <a:close/>
                  <a:moveTo>
                    <a:pt x="2072" y="1885"/>
                  </a:moveTo>
                  <a:cubicBezTo>
                    <a:pt x="2069" y="1885"/>
                    <a:pt x="2067" y="1885"/>
                    <a:pt x="2064" y="1887"/>
                  </a:cubicBezTo>
                  <a:lnTo>
                    <a:pt x="1916" y="1972"/>
                  </a:lnTo>
                  <a:cubicBezTo>
                    <a:pt x="1908" y="1977"/>
                    <a:pt x="1906" y="1987"/>
                    <a:pt x="1911" y="1995"/>
                  </a:cubicBezTo>
                  <a:cubicBezTo>
                    <a:pt x="1913" y="2001"/>
                    <a:pt x="1919" y="2004"/>
                    <a:pt x="1925" y="2004"/>
                  </a:cubicBezTo>
                  <a:lnTo>
                    <a:pt x="1925" y="2003"/>
                  </a:lnTo>
                  <a:cubicBezTo>
                    <a:pt x="1926" y="2003"/>
                    <a:pt x="1927" y="2003"/>
                    <a:pt x="1928" y="2003"/>
                  </a:cubicBezTo>
                  <a:cubicBezTo>
                    <a:pt x="1930" y="2003"/>
                    <a:pt x="1932" y="2002"/>
                    <a:pt x="1934" y="2001"/>
                  </a:cubicBezTo>
                  <a:lnTo>
                    <a:pt x="2082" y="1916"/>
                  </a:lnTo>
                  <a:cubicBezTo>
                    <a:pt x="2097" y="1906"/>
                    <a:pt x="2087" y="1885"/>
                    <a:pt x="2072" y="1885"/>
                  </a:cubicBezTo>
                  <a:close/>
                  <a:moveTo>
                    <a:pt x="1776" y="2056"/>
                  </a:moveTo>
                  <a:cubicBezTo>
                    <a:pt x="1774" y="2056"/>
                    <a:pt x="1771" y="2057"/>
                    <a:pt x="1768" y="2058"/>
                  </a:cubicBezTo>
                  <a:lnTo>
                    <a:pt x="1621" y="2143"/>
                  </a:lnTo>
                  <a:cubicBezTo>
                    <a:pt x="1605" y="2152"/>
                    <a:pt x="1610" y="2175"/>
                    <a:pt x="1628" y="2175"/>
                  </a:cubicBezTo>
                  <a:cubicBezTo>
                    <a:pt x="1631" y="2175"/>
                    <a:pt x="1634" y="2174"/>
                    <a:pt x="1636" y="2174"/>
                  </a:cubicBezTo>
                  <a:lnTo>
                    <a:pt x="1786" y="2087"/>
                  </a:lnTo>
                  <a:cubicBezTo>
                    <a:pt x="1800" y="2077"/>
                    <a:pt x="1791" y="2056"/>
                    <a:pt x="1776" y="2056"/>
                  </a:cubicBezTo>
                  <a:close/>
                  <a:moveTo>
                    <a:pt x="1479" y="2227"/>
                  </a:moveTo>
                  <a:cubicBezTo>
                    <a:pt x="1476" y="2227"/>
                    <a:pt x="1474" y="2228"/>
                    <a:pt x="1471" y="2229"/>
                  </a:cubicBezTo>
                  <a:lnTo>
                    <a:pt x="1323" y="2314"/>
                  </a:lnTo>
                  <a:cubicBezTo>
                    <a:pt x="1315" y="2320"/>
                    <a:pt x="1312" y="2330"/>
                    <a:pt x="1317" y="2338"/>
                  </a:cubicBezTo>
                  <a:cubicBezTo>
                    <a:pt x="1320" y="2343"/>
                    <a:pt x="1326" y="2346"/>
                    <a:pt x="1332" y="2346"/>
                  </a:cubicBezTo>
                  <a:cubicBezTo>
                    <a:pt x="1335" y="2346"/>
                    <a:pt x="1338" y="2345"/>
                    <a:pt x="1341" y="2345"/>
                  </a:cubicBezTo>
                  <a:lnTo>
                    <a:pt x="1489" y="2259"/>
                  </a:lnTo>
                  <a:cubicBezTo>
                    <a:pt x="1504" y="2248"/>
                    <a:pt x="1494" y="2227"/>
                    <a:pt x="1479" y="2227"/>
                  </a:cubicBezTo>
                  <a:close/>
                  <a:moveTo>
                    <a:pt x="19" y="2368"/>
                  </a:moveTo>
                  <a:cubicBezTo>
                    <a:pt x="12" y="2368"/>
                    <a:pt x="7" y="2371"/>
                    <a:pt x="4" y="2377"/>
                  </a:cubicBezTo>
                  <a:cubicBezTo>
                    <a:pt x="1" y="2384"/>
                    <a:pt x="4" y="2394"/>
                    <a:pt x="11" y="2399"/>
                  </a:cubicBezTo>
                  <a:cubicBezTo>
                    <a:pt x="62" y="2426"/>
                    <a:pt x="115" y="2449"/>
                    <a:pt x="170" y="2468"/>
                  </a:cubicBezTo>
                  <a:cubicBezTo>
                    <a:pt x="172" y="2468"/>
                    <a:pt x="175" y="2470"/>
                    <a:pt x="176" y="2470"/>
                  </a:cubicBezTo>
                  <a:lnTo>
                    <a:pt x="176" y="2468"/>
                  </a:lnTo>
                  <a:cubicBezTo>
                    <a:pt x="184" y="2468"/>
                    <a:pt x="189" y="2464"/>
                    <a:pt x="192" y="2458"/>
                  </a:cubicBezTo>
                  <a:cubicBezTo>
                    <a:pt x="195" y="2448"/>
                    <a:pt x="191" y="2439"/>
                    <a:pt x="182" y="2436"/>
                  </a:cubicBezTo>
                  <a:cubicBezTo>
                    <a:pt x="128" y="2417"/>
                    <a:pt x="76" y="2396"/>
                    <a:pt x="27" y="2370"/>
                  </a:cubicBezTo>
                  <a:cubicBezTo>
                    <a:pt x="24" y="2368"/>
                    <a:pt x="21" y="2368"/>
                    <a:pt x="19" y="2368"/>
                  </a:cubicBezTo>
                  <a:close/>
                  <a:moveTo>
                    <a:pt x="1183" y="2393"/>
                  </a:moveTo>
                  <a:cubicBezTo>
                    <a:pt x="1180" y="2393"/>
                    <a:pt x="1177" y="2394"/>
                    <a:pt x="1174" y="2396"/>
                  </a:cubicBezTo>
                  <a:cubicBezTo>
                    <a:pt x="1123" y="2419"/>
                    <a:pt x="1070" y="2438"/>
                    <a:pt x="1016" y="2454"/>
                  </a:cubicBezTo>
                  <a:cubicBezTo>
                    <a:pt x="997" y="2459"/>
                    <a:pt x="1001" y="2487"/>
                    <a:pt x="1020" y="2487"/>
                  </a:cubicBezTo>
                  <a:lnTo>
                    <a:pt x="1025" y="2487"/>
                  </a:lnTo>
                  <a:cubicBezTo>
                    <a:pt x="1081" y="2471"/>
                    <a:pt x="1135" y="2451"/>
                    <a:pt x="1188" y="2428"/>
                  </a:cubicBezTo>
                  <a:cubicBezTo>
                    <a:pt x="1208" y="2420"/>
                    <a:pt x="1200" y="2393"/>
                    <a:pt x="1183" y="2393"/>
                  </a:cubicBezTo>
                  <a:close/>
                  <a:moveTo>
                    <a:pt x="340" y="2478"/>
                  </a:moveTo>
                  <a:cubicBezTo>
                    <a:pt x="320" y="2478"/>
                    <a:pt x="316" y="2509"/>
                    <a:pt x="339" y="2512"/>
                  </a:cubicBezTo>
                  <a:cubicBezTo>
                    <a:pt x="395" y="2523"/>
                    <a:pt x="452" y="2530"/>
                    <a:pt x="510" y="2535"/>
                  </a:cubicBezTo>
                  <a:lnTo>
                    <a:pt x="511" y="2535"/>
                  </a:lnTo>
                  <a:cubicBezTo>
                    <a:pt x="532" y="2533"/>
                    <a:pt x="533" y="2504"/>
                    <a:pt x="513" y="2501"/>
                  </a:cubicBezTo>
                  <a:cubicBezTo>
                    <a:pt x="456" y="2497"/>
                    <a:pt x="401" y="2490"/>
                    <a:pt x="344" y="2478"/>
                  </a:cubicBezTo>
                  <a:cubicBezTo>
                    <a:pt x="343" y="2478"/>
                    <a:pt x="341" y="2478"/>
                    <a:pt x="340" y="2478"/>
                  </a:cubicBezTo>
                  <a:close/>
                  <a:moveTo>
                    <a:pt x="853" y="2488"/>
                  </a:moveTo>
                  <a:cubicBezTo>
                    <a:pt x="852" y="2488"/>
                    <a:pt x="852" y="2488"/>
                    <a:pt x="851" y="2488"/>
                  </a:cubicBezTo>
                  <a:cubicBezTo>
                    <a:pt x="795" y="2497"/>
                    <a:pt x="739" y="2503"/>
                    <a:pt x="682" y="2504"/>
                  </a:cubicBezTo>
                  <a:cubicBezTo>
                    <a:pt x="662" y="2507"/>
                    <a:pt x="662" y="2536"/>
                    <a:pt x="682" y="2539"/>
                  </a:cubicBezTo>
                  <a:lnTo>
                    <a:pt x="684" y="2539"/>
                  </a:lnTo>
                  <a:cubicBezTo>
                    <a:pt x="742" y="2536"/>
                    <a:pt x="798" y="2530"/>
                    <a:pt x="856" y="2523"/>
                  </a:cubicBezTo>
                  <a:cubicBezTo>
                    <a:pt x="877" y="2519"/>
                    <a:pt x="874" y="2488"/>
                    <a:pt x="853" y="24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4" name="Google Shape;6664;p51"/>
            <p:cNvSpPr/>
            <p:nvPr/>
          </p:nvSpPr>
          <p:spPr>
            <a:xfrm>
              <a:off x="6694000" y="2396425"/>
              <a:ext cx="2950" cy="3000"/>
            </a:xfrm>
            <a:custGeom>
              <a:avLst/>
              <a:gdLst/>
              <a:ahLst/>
              <a:cxnLst/>
              <a:rect l="l" t="t" r="r" b="b"/>
              <a:pathLst>
                <a:path w="118" h="120" extrusionOk="0">
                  <a:moveTo>
                    <a:pt x="100" y="1"/>
                  </a:moveTo>
                  <a:cubicBezTo>
                    <a:pt x="97" y="1"/>
                    <a:pt x="94" y="2"/>
                    <a:pt x="91" y="4"/>
                  </a:cubicBezTo>
                  <a:lnTo>
                    <a:pt x="19" y="46"/>
                  </a:lnTo>
                  <a:cubicBezTo>
                    <a:pt x="1" y="54"/>
                    <a:pt x="10" y="78"/>
                    <a:pt x="25" y="78"/>
                  </a:cubicBezTo>
                  <a:cubicBezTo>
                    <a:pt x="28" y="78"/>
                    <a:pt x="31" y="77"/>
                    <a:pt x="35" y="75"/>
                  </a:cubicBezTo>
                  <a:lnTo>
                    <a:pt x="83" y="47"/>
                  </a:lnTo>
                  <a:lnTo>
                    <a:pt x="83" y="103"/>
                  </a:lnTo>
                  <a:cubicBezTo>
                    <a:pt x="83" y="113"/>
                    <a:pt x="91" y="120"/>
                    <a:pt x="100" y="120"/>
                  </a:cubicBezTo>
                  <a:cubicBezTo>
                    <a:pt x="109" y="120"/>
                    <a:pt x="117" y="113"/>
                    <a:pt x="117" y="103"/>
                  </a:cubicBezTo>
                  <a:lnTo>
                    <a:pt x="117" y="18"/>
                  </a:lnTo>
                  <a:cubicBezTo>
                    <a:pt x="117" y="13"/>
                    <a:pt x="113" y="7"/>
                    <a:pt x="109" y="4"/>
                  </a:cubicBezTo>
                  <a:cubicBezTo>
                    <a:pt x="106" y="2"/>
                    <a:pt x="103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5" name="Google Shape;6665;p51"/>
            <p:cNvSpPr/>
            <p:nvPr/>
          </p:nvSpPr>
          <p:spPr>
            <a:xfrm>
              <a:off x="6696025" y="2402875"/>
              <a:ext cx="950" cy="81650"/>
            </a:xfrm>
            <a:custGeom>
              <a:avLst/>
              <a:gdLst/>
              <a:ahLst/>
              <a:cxnLst/>
              <a:rect l="l" t="t" r="r" b="b"/>
              <a:pathLst>
                <a:path w="38" h="3266" extrusionOk="0">
                  <a:moveTo>
                    <a:pt x="19" y="0"/>
                  </a:moveTo>
                  <a:cubicBezTo>
                    <a:pt x="11" y="0"/>
                    <a:pt x="3" y="6"/>
                    <a:pt x="2" y="16"/>
                  </a:cubicBezTo>
                  <a:lnTo>
                    <a:pt x="2" y="185"/>
                  </a:lnTo>
                  <a:cubicBezTo>
                    <a:pt x="2" y="194"/>
                    <a:pt x="10" y="203"/>
                    <a:pt x="19" y="203"/>
                  </a:cubicBezTo>
                  <a:cubicBezTo>
                    <a:pt x="28" y="203"/>
                    <a:pt x="36" y="194"/>
                    <a:pt x="36" y="185"/>
                  </a:cubicBezTo>
                  <a:lnTo>
                    <a:pt x="36" y="16"/>
                  </a:lnTo>
                  <a:cubicBezTo>
                    <a:pt x="35" y="6"/>
                    <a:pt x="27" y="0"/>
                    <a:pt x="19" y="0"/>
                  </a:cubicBezTo>
                  <a:close/>
                  <a:moveTo>
                    <a:pt x="19" y="336"/>
                  </a:moveTo>
                  <a:cubicBezTo>
                    <a:pt x="10" y="336"/>
                    <a:pt x="1" y="343"/>
                    <a:pt x="2" y="355"/>
                  </a:cubicBezTo>
                  <a:lnTo>
                    <a:pt x="2" y="526"/>
                  </a:lnTo>
                  <a:cubicBezTo>
                    <a:pt x="2" y="535"/>
                    <a:pt x="10" y="542"/>
                    <a:pt x="19" y="542"/>
                  </a:cubicBezTo>
                  <a:lnTo>
                    <a:pt x="19" y="543"/>
                  </a:lnTo>
                  <a:cubicBezTo>
                    <a:pt x="29" y="543"/>
                    <a:pt x="36" y="535"/>
                    <a:pt x="36" y="526"/>
                  </a:cubicBezTo>
                  <a:lnTo>
                    <a:pt x="36" y="355"/>
                  </a:lnTo>
                  <a:cubicBezTo>
                    <a:pt x="38" y="343"/>
                    <a:pt x="29" y="336"/>
                    <a:pt x="19" y="336"/>
                  </a:cubicBezTo>
                  <a:close/>
                  <a:moveTo>
                    <a:pt x="19" y="677"/>
                  </a:moveTo>
                  <a:cubicBezTo>
                    <a:pt x="10" y="677"/>
                    <a:pt x="1" y="683"/>
                    <a:pt x="2" y="696"/>
                  </a:cubicBezTo>
                  <a:lnTo>
                    <a:pt x="2" y="865"/>
                  </a:lnTo>
                  <a:cubicBezTo>
                    <a:pt x="2" y="876"/>
                    <a:pt x="10" y="883"/>
                    <a:pt x="19" y="883"/>
                  </a:cubicBezTo>
                  <a:cubicBezTo>
                    <a:pt x="28" y="883"/>
                    <a:pt x="36" y="876"/>
                    <a:pt x="36" y="865"/>
                  </a:cubicBezTo>
                  <a:lnTo>
                    <a:pt x="36" y="696"/>
                  </a:lnTo>
                  <a:cubicBezTo>
                    <a:pt x="38" y="683"/>
                    <a:pt x="29" y="677"/>
                    <a:pt x="19" y="677"/>
                  </a:cubicBezTo>
                  <a:close/>
                  <a:moveTo>
                    <a:pt x="19" y="1017"/>
                  </a:moveTo>
                  <a:cubicBezTo>
                    <a:pt x="10" y="1017"/>
                    <a:pt x="1" y="1023"/>
                    <a:pt x="2" y="1037"/>
                  </a:cubicBezTo>
                  <a:lnTo>
                    <a:pt x="2" y="1206"/>
                  </a:lnTo>
                  <a:cubicBezTo>
                    <a:pt x="2" y="1215"/>
                    <a:pt x="10" y="1224"/>
                    <a:pt x="19" y="1224"/>
                  </a:cubicBezTo>
                  <a:cubicBezTo>
                    <a:pt x="28" y="1224"/>
                    <a:pt x="36" y="1215"/>
                    <a:pt x="36" y="1206"/>
                  </a:cubicBezTo>
                  <a:lnTo>
                    <a:pt x="36" y="1037"/>
                  </a:lnTo>
                  <a:cubicBezTo>
                    <a:pt x="38" y="1023"/>
                    <a:pt x="29" y="1017"/>
                    <a:pt x="19" y="1017"/>
                  </a:cubicBezTo>
                  <a:close/>
                  <a:moveTo>
                    <a:pt x="19" y="1357"/>
                  </a:moveTo>
                  <a:cubicBezTo>
                    <a:pt x="10" y="1357"/>
                    <a:pt x="1" y="1363"/>
                    <a:pt x="2" y="1376"/>
                  </a:cubicBezTo>
                  <a:lnTo>
                    <a:pt x="2" y="1547"/>
                  </a:lnTo>
                  <a:cubicBezTo>
                    <a:pt x="2" y="1556"/>
                    <a:pt x="10" y="1563"/>
                    <a:pt x="19" y="1563"/>
                  </a:cubicBezTo>
                  <a:cubicBezTo>
                    <a:pt x="28" y="1563"/>
                    <a:pt x="36" y="1556"/>
                    <a:pt x="36" y="1547"/>
                  </a:cubicBezTo>
                  <a:lnTo>
                    <a:pt x="36" y="1376"/>
                  </a:lnTo>
                  <a:cubicBezTo>
                    <a:pt x="38" y="1363"/>
                    <a:pt x="29" y="1357"/>
                    <a:pt x="19" y="1357"/>
                  </a:cubicBezTo>
                  <a:close/>
                  <a:moveTo>
                    <a:pt x="19" y="1698"/>
                  </a:moveTo>
                  <a:cubicBezTo>
                    <a:pt x="10" y="1698"/>
                    <a:pt x="1" y="1704"/>
                    <a:pt x="2" y="1717"/>
                  </a:cubicBezTo>
                  <a:lnTo>
                    <a:pt x="2" y="1886"/>
                  </a:lnTo>
                  <a:cubicBezTo>
                    <a:pt x="2" y="1896"/>
                    <a:pt x="10" y="1904"/>
                    <a:pt x="19" y="1904"/>
                  </a:cubicBezTo>
                  <a:cubicBezTo>
                    <a:pt x="28" y="1904"/>
                    <a:pt x="35" y="1896"/>
                    <a:pt x="36" y="1886"/>
                  </a:cubicBezTo>
                  <a:lnTo>
                    <a:pt x="36" y="1717"/>
                  </a:lnTo>
                  <a:cubicBezTo>
                    <a:pt x="38" y="1704"/>
                    <a:pt x="29" y="1698"/>
                    <a:pt x="19" y="1698"/>
                  </a:cubicBezTo>
                  <a:close/>
                  <a:moveTo>
                    <a:pt x="19" y="2041"/>
                  </a:moveTo>
                  <a:cubicBezTo>
                    <a:pt x="11" y="2041"/>
                    <a:pt x="3" y="2046"/>
                    <a:pt x="2" y="2056"/>
                  </a:cubicBezTo>
                  <a:lnTo>
                    <a:pt x="2" y="2227"/>
                  </a:lnTo>
                  <a:cubicBezTo>
                    <a:pt x="2" y="2236"/>
                    <a:pt x="10" y="2244"/>
                    <a:pt x="19" y="2244"/>
                  </a:cubicBezTo>
                  <a:cubicBezTo>
                    <a:pt x="28" y="2244"/>
                    <a:pt x="36" y="2236"/>
                    <a:pt x="36" y="2227"/>
                  </a:cubicBezTo>
                  <a:lnTo>
                    <a:pt x="36" y="2056"/>
                  </a:lnTo>
                  <a:cubicBezTo>
                    <a:pt x="35" y="2046"/>
                    <a:pt x="27" y="2041"/>
                    <a:pt x="19" y="2041"/>
                  </a:cubicBezTo>
                  <a:close/>
                  <a:moveTo>
                    <a:pt x="19" y="2381"/>
                  </a:moveTo>
                  <a:cubicBezTo>
                    <a:pt x="11" y="2381"/>
                    <a:pt x="3" y="2387"/>
                    <a:pt x="2" y="2397"/>
                  </a:cubicBezTo>
                  <a:lnTo>
                    <a:pt x="2" y="2566"/>
                  </a:lnTo>
                  <a:cubicBezTo>
                    <a:pt x="2" y="2576"/>
                    <a:pt x="10" y="2584"/>
                    <a:pt x="19" y="2584"/>
                  </a:cubicBezTo>
                  <a:cubicBezTo>
                    <a:pt x="28" y="2584"/>
                    <a:pt x="36" y="2576"/>
                    <a:pt x="36" y="2566"/>
                  </a:cubicBezTo>
                  <a:lnTo>
                    <a:pt x="36" y="2397"/>
                  </a:lnTo>
                  <a:cubicBezTo>
                    <a:pt x="35" y="2387"/>
                    <a:pt x="27" y="2381"/>
                    <a:pt x="19" y="2381"/>
                  </a:cubicBezTo>
                  <a:close/>
                  <a:moveTo>
                    <a:pt x="19" y="2718"/>
                  </a:moveTo>
                  <a:cubicBezTo>
                    <a:pt x="10" y="2718"/>
                    <a:pt x="1" y="2724"/>
                    <a:pt x="2" y="2737"/>
                  </a:cubicBezTo>
                  <a:lnTo>
                    <a:pt x="2" y="2907"/>
                  </a:lnTo>
                  <a:cubicBezTo>
                    <a:pt x="2" y="2917"/>
                    <a:pt x="10" y="2924"/>
                    <a:pt x="19" y="2924"/>
                  </a:cubicBezTo>
                  <a:cubicBezTo>
                    <a:pt x="29" y="2924"/>
                    <a:pt x="36" y="2916"/>
                    <a:pt x="36" y="2907"/>
                  </a:cubicBezTo>
                  <a:lnTo>
                    <a:pt x="36" y="2737"/>
                  </a:lnTo>
                  <a:cubicBezTo>
                    <a:pt x="38" y="2724"/>
                    <a:pt x="29" y="2718"/>
                    <a:pt x="19" y="2718"/>
                  </a:cubicBezTo>
                  <a:close/>
                  <a:moveTo>
                    <a:pt x="19" y="3059"/>
                  </a:moveTo>
                  <a:cubicBezTo>
                    <a:pt x="10" y="3059"/>
                    <a:pt x="1" y="3065"/>
                    <a:pt x="2" y="3078"/>
                  </a:cubicBezTo>
                  <a:lnTo>
                    <a:pt x="2" y="3248"/>
                  </a:lnTo>
                  <a:cubicBezTo>
                    <a:pt x="2" y="3257"/>
                    <a:pt x="10" y="3264"/>
                    <a:pt x="19" y="3265"/>
                  </a:cubicBezTo>
                  <a:cubicBezTo>
                    <a:pt x="28" y="3265"/>
                    <a:pt x="36" y="3257"/>
                    <a:pt x="36" y="3248"/>
                  </a:cubicBezTo>
                  <a:lnTo>
                    <a:pt x="36" y="3078"/>
                  </a:lnTo>
                  <a:cubicBezTo>
                    <a:pt x="38" y="3065"/>
                    <a:pt x="29" y="3059"/>
                    <a:pt x="19" y="30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6" name="Google Shape;6666;p51"/>
            <p:cNvSpPr/>
            <p:nvPr/>
          </p:nvSpPr>
          <p:spPr>
            <a:xfrm>
              <a:off x="6694175" y="2487850"/>
              <a:ext cx="2800" cy="4100"/>
            </a:xfrm>
            <a:custGeom>
              <a:avLst/>
              <a:gdLst/>
              <a:ahLst/>
              <a:cxnLst/>
              <a:rect l="l" t="t" r="r" b="b"/>
              <a:pathLst>
                <a:path w="112" h="164" extrusionOk="0">
                  <a:moveTo>
                    <a:pt x="93" y="0"/>
                  </a:moveTo>
                  <a:cubicBezTo>
                    <a:pt x="84" y="0"/>
                    <a:pt x="75" y="6"/>
                    <a:pt x="76" y="19"/>
                  </a:cubicBezTo>
                  <a:lnTo>
                    <a:pt x="76" y="94"/>
                  </a:lnTo>
                  <a:lnTo>
                    <a:pt x="12" y="132"/>
                  </a:lnTo>
                  <a:cubicBezTo>
                    <a:pt x="3" y="136"/>
                    <a:pt x="0" y="146"/>
                    <a:pt x="4" y="155"/>
                  </a:cubicBezTo>
                  <a:cubicBezTo>
                    <a:pt x="7" y="159"/>
                    <a:pt x="13" y="164"/>
                    <a:pt x="19" y="164"/>
                  </a:cubicBezTo>
                  <a:cubicBezTo>
                    <a:pt x="22" y="164"/>
                    <a:pt x="25" y="162"/>
                    <a:pt x="28" y="161"/>
                  </a:cubicBezTo>
                  <a:lnTo>
                    <a:pt x="102" y="119"/>
                  </a:lnTo>
                  <a:cubicBezTo>
                    <a:pt x="106" y="116"/>
                    <a:pt x="110" y="110"/>
                    <a:pt x="110" y="104"/>
                  </a:cubicBezTo>
                  <a:lnTo>
                    <a:pt x="110" y="19"/>
                  </a:lnTo>
                  <a:cubicBezTo>
                    <a:pt x="112" y="6"/>
                    <a:pt x="103" y="0"/>
                    <a:pt x="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7" name="Google Shape;6667;p51"/>
            <p:cNvSpPr/>
            <p:nvPr/>
          </p:nvSpPr>
          <p:spPr>
            <a:xfrm>
              <a:off x="6557500" y="2493225"/>
              <a:ext cx="134050" cy="63475"/>
            </a:xfrm>
            <a:custGeom>
              <a:avLst/>
              <a:gdLst/>
              <a:ahLst/>
              <a:cxnLst/>
              <a:rect l="l" t="t" r="r" b="b"/>
              <a:pathLst>
                <a:path w="5362" h="2539" extrusionOk="0">
                  <a:moveTo>
                    <a:pt x="5337" y="0"/>
                  </a:moveTo>
                  <a:cubicBezTo>
                    <a:pt x="5335" y="0"/>
                    <a:pt x="5332" y="1"/>
                    <a:pt x="5329" y="2"/>
                  </a:cubicBezTo>
                  <a:lnTo>
                    <a:pt x="5181" y="88"/>
                  </a:lnTo>
                  <a:cubicBezTo>
                    <a:pt x="5173" y="92"/>
                    <a:pt x="5170" y="102"/>
                    <a:pt x="5176" y="111"/>
                  </a:cubicBezTo>
                  <a:cubicBezTo>
                    <a:pt x="5179" y="117"/>
                    <a:pt x="5184" y="120"/>
                    <a:pt x="5190" y="120"/>
                  </a:cubicBezTo>
                  <a:cubicBezTo>
                    <a:pt x="5193" y="120"/>
                    <a:pt x="5196" y="118"/>
                    <a:pt x="5199" y="117"/>
                  </a:cubicBezTo>
                  <a:lnTo>
                    <a:pt x="5347" y="31"/>
                  </a:lnTo>
                  <a:cubicBezTo>
                    <a:pt x="5362" y="21"/>
                    <a:pt x="5352" y="0"/>
                    <a:pt x="5337" y="0"/>
                  </a:cubicBezTo>
                  <a:close/>
                  <a:moveTo>
                    <a:pt x="5041" y="171"/>
                  </a:moveTo>
                  <a:cubicBezTo>
                    <a:pt x="5038" y="171"/>
                    <a:pt x="5036" y="172"/>
                    <a:pt x="5034" y="173"/>
                  </a:cubicBezTo>
                  <a:lnTo>
                    <a:pt x="4884" y="259"/>
                  </a:lnTo>
                  <a:cubicBezTo>
                    <a:pt x="4870" y="268"/>
                    <a:pt x="4875" y="291"/>
                    <a:pt x="4893" y="291"/>
                  </a:cubicBezTo>
                  <a:cubicBezTo>
                    <a:pt x="4896" y="291"/>
                    <a:pt x="4899" y="289"/>
                    <a:pt x="4902" y="288"/>
                  </a:cubicBezTo>
                  <a:lnTo>
                    <a:pt x="5050" y="202"/>
                  </a:lnTo>
                  <a:cubicBezTo>
                    <a:pt x="5058" y="198"/>
                    <a:pt x="5061" y="188"/>
                    <a:pt x="5057" y="179"/>
                  </a:cubicBezTo>
                  <a:cubicBezTo>
                    <a:pt x="5053" y="174"/>
                    <a:pt x="5047" y="171"/>
                    <a:pt x="5041" y="171"/>
                  </a:cubicBezTo>
                  <a:close/>
                  <a:moveTo>
                    <a:pt x="4745" y="342"/>
                  </a:moveTo>
                  <a:cubicBezTo>
                    <a:pt x="4742" y="342"/>
                    <a:pt x="4739" y="343"/>
                    <a:pt x="4736" y="344"/>
                  </a:cubicBezTo>
                  <a:lnTo>
                    <a:pt x="4588" y="430"/>
                  </a:lnTo>
                  <a:cubicBezTo>
                    <a:pt x="4572" y="439"/>
                    <a:pt x="4580" y="462"/>
                    <a:pt x="4597" y="462"/>
                  </a:cubicBezTo>
                  <a:cubicBezTo>
                    <a:pt x="4600" y="462"/>
                    <a:pt x="4603" y="462"/>
                    <a:pt x="4604" y="460"/>
                  </a:cubicBezTo>
                  <a:lnTo>
                    <a:pt x="4754" y="373"/>
                  </a:lnTo>
                  <a:cubicBezTo>
                    <a:pt x="4770" y="365"/>
                    <a:pt x="4760" y="342"/>
                    <a:pt x="4745" y="342"/>
                  </a:cubicBezTo>
                  <a:close/>
                  <a:moveTo>
                    <a:pt x="4447" y="514"/>
                  </a:moveTo>
                  <a:cubicBezTo>
                    <a:pt x="4444" y="514"/>
                    <a:pt x="4442" y="514"/>
                    <a:pt x="4439" y="515"/>
                  </a:cubicBezTo>
                  <a:lnTo>
                    <a:pt x="4291" y="601"/>
                  </a:lnTo>
                  <a:cubicBezTo>
                    <a:pt x="4277" y="610"/>
                    <a:pt x="4282" y="633"/>
                    <a:pt x="4300" y="633"/>
                  </a:cubicBezTo>
                  <a:cubicBezTo>
                    <a:pt x="4303" y="633"/>
                    <a:pt x="4306" y="633"/>
                    <a:pt x="4309" y="632"/>
                  </a:cubicBezTo>
                  <a:lnTo>
                    <a:pt x="4456" y="546"/>
                  </a:lnTo>
                  <a:cubicBezTo>
                    <a:pt x="4471" y="535"/>
                    <a:pt x="4462" y="514"/>
                    <a:pt x="4447" y="514"/>
                  </a:cubicBezTo>
                  <a:close/>
                  <a:moveTo>
                    <a:pt x="4151" y="685"/>
                  </a:moveTo>
                  <a:cubicBezTo>
                    <a:pt x="4148" y="685"/>
                    <a:pt x="4146" y="685"/>
                    <a:pt x="4143" y="687"/>
                  </a:cubicBezTo>
                  <a:lnTo>
                    <a:pt x="3995" y="774"/>
                  </a:lnTo>
                  <a:cubicBezTo>
                    <a:pt x="3987" y="778"/>
                    <a:pt x="3984" y="788"/>
                    <a:pt x="3988" y="797"/>
                  </a:cubicBezTo>
                  <a:cubicBezTo>
                    <a:pt x="3991" y="801"/>
                    <a:pt x="3997" y="804"/>
                    <a:pt x="4003" y="804"/>
                  </a:cubicBezTo>
                  <a:cubicBezTo>
                    <a:pt x="4005" y="804"/>
                    <a:pt x="4008" y="804"/>
                    <a:pt x="4011" y="803"/>
                  </a:cubicBezTo>
                  <a:lnTo>
                    <a:pt x="4161" y="717"/>
                  </a:lnTo>
                  <a:cubicBezTo>
                    <a:pt x="4174" y="706"/>
                    <a:pt x="4165" y="685"/>
                    <a:pt x="4151" y="685"/>
                  </a:cubicBezTo>
                  <a:close/>
                  <a:moveTo>
                    <a:pt x="3854" y="857"/>
                  </a:moveTo>
                  <a:cubicBezTo>
                    <a:pt x="3852" y="857"/>
                    <a:pt x="3849" y="858"/>
                    <a:pt x="3846" y="859"/>
                  </a:cubicBezTo>
                  <a:lnTo>
                    <a:pt x="3698" y="945"/>
                  </a:lnTo>
                  <a:cubicBezTo>
                    <a:pt x="3683" y="953"/>
                    <a:pt x="3689" y="975"/>
                    <a:pt x="3705" y="975"/>
                  </a:cubicBezTo>
                  <a:cubicBezTo>
                    <a:pt x="3706" y="975"/>
                    <a:pt x="3706" y="975"/>
                    <a:pt x="3707" y="975"/>
                  </a:cubicBezTo>
                  <a:cubicBezTo>
                    <a:pt x="3710" y="975"/>
                    <a:pt x="3713" y="975"/>
                    <a:pt x="3715" y="974"/>
                  </a:cubicBezTo>
                  <a:lnTo>
                    <a:pt x="3863" y="888"/>
                  </a:lnTo>
                  <a:cubicBezTo>
                    <a:pt x="3878" y="877"/>
                    <a:pt x="3869" y="857"/>
                    <a:pt x="3854" y="857"/>
                  </a:cubicBezTo>
                  <a:close/>
                  <a:moveTo>
                    <a:pt x="3559" y="1028"/>
                  </a:moveTo>
                  <a:cubicBezTo>
                    <a:pt x="3556" y="1028"/>
                    <a:pt x="3553" y="1028"/>
                    <a:pt x="3550" y="1030"/>
                  </a:cubicBezTo>
                  <a:lnTo>
                    <a:pt x="3401" y="1116"/>
                  </a:lnTo>
                  <a:cubicBezTo>
                    <a:pt x="3386" y="1125"/>
                    <a:pt x="3392" y="1148"/>
                    <a:pt x="3409" y="1148"/>
                  </a:cubicBezTo>
                  <a:cubicBezTo>
                    <a:pt x="3412" y="1148"/>
                    <a:pt x="3415" y="1146"/>
                    <a:pt x="3418" y="1145"/>
                  </a:cubicBezTo>
                  <a:lnTo>
                    <a:pt x="3566" y="1059"/>
                  </a:lnTo>
                  <a:cubicBezTo>
                    <a:pt x="3583" y="1050"/>
                    <a:pt x="3574" y="1028"/>
                    <a:pt x="3559" y="1028"/>
                  </a:cubicBezTo>
                  <a:close/>
                  <a:moveTo>
                    <a:pt x="3260" y="1200"/>
                  </a:moveTo>
                  <a:cubicBezTo>
                    <a:pt x="3258" y="1200"/>
                    <a:pt x="3255" y="1200"/>
                    <a:pt x="3253" y="1201"/>
                  </a:cubicBezTo>
                  <a:lnTo>
                    <a:pt x="3105" y="1287"/>
                  </a:lnTo>
                  <a:cubicBezTo>
                    <a:pt x="3089" y="1296"/>
                    <a:pt x="3095" y="1319"/>
                    <a:pt x="3114" y="1319"/>
                  </a:cubicBezTo>
                  <a:cubicBezTo>
                    <a:pt x="3117" y="1319"/>
                    <a:pt x="3119" y="1317"/>
                    <a:pt x="3121" y="1316"/>
                  </a:cubicBezTo>
                  <a:lnTo>
                    <a:pt x="3270" y="1230"/>
                  </a:lnTo>
                  <a:cubicBezTo>
                    <a:pt x="3285" y="1220"/>
                    <a:pt x="3275" y="1200"/>
                    <a:pt x="3260" y="1200"/>
                  </a:cubicBezTo>
                  <a:close/>
                  <a:moveTo>
                    <a:pt x="2965" y="1370"/>
                  </a:moveTo>
                  <a:cubicBezTo>
                    <a:pt x="2962" y="1370"/>
                    <a:pt x="2959" y="1371"/>
                    <a:pt x="2956" y="1372"/>
                  </a:cubicBezTo>
                  <a:lnTo>
                    <a:pt x="2808" y="1458"/>
                  </a:lnTo>
                  <a:cubicBezTo>
                    <a:pt x="2793" y="1467"/>
                    <a:pt x="2799" y="1490"/>
                    <a:pt x="2816" y="1490"/>
                  </a:cubicBezTo>
                  <a:cubicBezTo>
                    <a:pt x="2819" y="1490"/>
                    <a:pt x="2822" y="1488"/>
                    <a:pt x="2825" y="1487"/>
                  </a:cubicBezTo>
                  <a:lnTo>
                    <a:pt x="2973" y="1401"/>
                  </a:lnTo>
                  <a:cubicBezTo>
                    <a:pt x="2990" y="1392"/>
                    <a:pt x="2981" y="1370"/>
                    <a:pt x="2965" y="1370"/>
                  </a:cubicBezTo>
                  <a:close/>
                  <a:moveTo>
                    <a:pt x="2667" y="1542"/>
                  </a:moveTo>
                  <a:cubicBezTo>
                    <a:pt x="2665" y="1542"/>
                    <a:pt x="2662" y="1542"/>
                    <a:pt x="2660" y="1544"/>
                  </a:cubicBezTo>
                  <a:lnTo>
                    <a:pt x="2512" y="1629"/>
                  </a:lnTo>
                  <a:cubicBezTo>
                    <a:pt x="2503" y="1634"/>
                    <a:pt x="2500" y="1644"/>
                    <a:pt x="2505" y="1652"/>
                  </a:cubicBezTo>
                  <a:cubicBezTo>
                    <a:pt x="2508" y="1658"/>
                    <a:pt x="2513" y="1661"/>
                    <a:pt x="2519" y="1661"/>
                  </a:cubicBezTo>
                  <a:cubicBezTo>
                    <a:pt x="2522" y="1661"/>
                    <a:pt x="2525" y="1660"/>
                    <a:pt x="2528" y="1658"/>
                  </a:cubicBezTo>
                  <a:lnTo>
                    <a:pt x="2677" y="1573"/>
                  </a:lnTo>
                  <a:cubicBezTo>
                    <a:pt x="2691" y="1563"/>
                    <a:pt x="2682" y="1542"/>
                    <a:pt x="2667" y="1542"/>
                  </a:cubicBezTo>
                  <a:close/>
                  <a:moveTo>
                    <a:pt x="2370" y="1713"/>
                  </a:moveTo>
                  <a:cubicBezTo>
                    <a:pt x="2368" y="1713"/>
                    <a:pt x="2365" y="1713"/>
                    <a:pt x="2363" y="1715"/>
                  </a:cubicBezTo>
                  <a:lnTo>
                    <a:pt x="2215" y="1800"/>
                  </a:lnTo>
                  <a:cubicBezTo>
                    <a:pt x="2200" y="1809"/>
                    <a:pt x="2206" y="1832"/>
                    <a:pt x="2223" y="1832"/>
                  </a:cubicBezTo>
                  <a:cubicBezTo>
                    <a:pt x="2226" y="1832"/>
                    <a:pt x="2229" y="1832"/>
                    <a:pt x="2232" y="1829"/>
                  </a:cubicBezTo>
                  <a:lnTo>
                    <a:pt x="2380" y="1744"/>
                  </a:lnTo>
                  <a:cubicBezTo>
                    <a:pt x="2395" y="1734"/>
                    <a:pt x="2385" y="1713"/>
                    <a:pt x="2370" y="1713"/>
                  </a:cubicBezTo>
                  <a:close/>
                  <a:moveTo>
                    <a:pt x="2075" y="1884"/>
                  </a:moveTo>
                  <a:cubicBezTo>
                    <a:pt x="2072" y="1884"/>
                    <a:pt x="2069" y="1884"/>
                    <a:pt x="2067" y="1886"/>
                  </a:cubicBezTo>
                  <a:lnTo>
                    <a:pt x="1917" y="1971"/>
                  </a:lnTo>
                  <a:cubicBezTo>
                    <a:pt x="1903" y="1980"/>
                    <a:pt x="1909" y="2003"/>
                    <a:pt x="1926" y="2003"/>
                  </a:cubicBezTo>
                  <a:cubicBezTo>
                    <a:pt x="1929" y="2003"/>
                    <a:pt x="1932" y="2003"/>
                    <a:pt x="1935" y="2002"/>
                  </a:cubicBezTo>
                  <a:lnTo>
                    <a:pt x="2083" y="1916"/>
                  </a:lnTo>
                  <a:cubicBezTo>
                    <a:pt x="2100" y="1906"/>
                    <a:pt x="2090" y="1884"/>
                    <a:pt x="2075" y="1884"/>
                  </a:cubicBezTo>
                  <a:close/>
                  <a:moveTo>
                    <a:pt x="1779" y="2054"/>
                  </a:moveTo>
                  <a:cubicBezTo>
                    <a:pt x="1776" y="2054"/>
                    <a:pt x="1773" y="2055"/>
                    <a:pt x="1769" y="2057"/>
                  </a:cubicBezTo>
                  <a:lnTo>
                    <a:pt x="1622" y="2142"/>
                  </a:lnTo>
                  <a:cubicBezTo>
                    <a:pt x="1606" y="2153"/>
                    <a:pt x="1613" y="2174"/>
                    <a:pt x="1630" y="2174"/>
                  </a:cubicBezTo>
                  <a:cubicBezTo>
                    <a:pt x="1633" y="2174"/>
                    <a:pt x="1636" y="2174"/>
                    <a:pt x="1637" y="2173"/>
                  </a:cubicBezTo>
                  <a:lnTo>
                    <a:pt x="1787" y="2087"/>
                  </a:lnTo>
                  <a:cubicBezTo>
                    <a:pt x="1805" y="2078"/>
                    <a:pt x="1795" y="2054"/>
                    <a:pt x="1779" y="2054"/>
                  </a:cubicBezTo>
                  <a:close/>
                  <a:moveTo>
                    <a:pt x="1480" y="2226"/>
                  </a:moveTo>
                  <a:cubicBezTo>
                    <a:pt x="1477" y="2226"/>
                    <a:pt x="1475" y="2227"/>
                    <a:pt x="1472" y="2228"/>
                  </a:cubicBezTo>
                  <a:lnTo>
                    <a:pt x="1324" y="2315"/>
                  </a:lnTo>
                  <a:cubicBezTo>
                    <a:pt x="1317" y="2319"/>
                    <a:pt x="1314" y="2330"/>
                    <a:pt x="1318" y="2338"/>
                  </a:cubicBezTo>
                  <a:cubicBezTo>
                    <a:pt x="1321" y="2343"/>
                    <a:pt x="1327" y="2345"/>
                    <a:pt x="1333" y="2345"/>
                  </a:cubicBezTo>
                  <a:lnTo>
                    <a:pt x="1333" y="2347"/>
                  </a:lnTo>
                  <a:cubicBezTo>
                    <a:pt x="1336" y="2347"/>
                    <a:pt x="1339" y="2345"/>
                    <a:pt x="1342" y="2344"/>
                  </a:cubicBezTo>
                  <a:lnTo>
                    <a:pt x="1490" y="2258"/>
                  </a:lnTo>
                  <a:cubicBezTo>
                    <a:pt x="1505" y="2247"/>
                    <a:pt x="1495" y="2226"/>
                    <a:pt x="1480" y="2226"/>
                  </a:cubicBezTo>
                  <a:close/>
                  <a:moveTo>
                    <a:pt x="22" y="2368"/>
                  </a:moveTo>
                  <a:cubicBezTo>
                    <a:pt x="16" y="2368"/>
                    <a:pt x="9" y="2371"/>
                    <a:pt x="6" y="2376"/>
                  </a:cubicBezTo>
                  <a:cubicBezTo>
                    <a:pt x="0" y="2385"/>
                    <a:pt x="5" y="2395"/>
                    <a:pt x="12" y="2399"/>
                  </a:cubicBezTo>
                  <a:cubicBezTo>
                    <a:pt x="64" y="2427"/>
                    <a:pt x="116" y="2450"/>
                    <a:pt x="171" y="2467"/>
                  </a:cubicBezTo>
                  <a:cubicBezTo>
                    <a:pt x="174" y="2469"/>
                    <a:pt x="176" y="2469"/>
                    <a:pt x="177" y="2469"/>
                  </a:cubicBezTo>
                  <a:cubicBezTo>
                    <a:pt x="198" y="2469"/>
                    <a:pt x="202" y="2441"/>
                    <a:pt x="183" y="2435"/>
                  </a:cubicBezTo>
                  <a:cubicBezTo>
                    <a:pt x="129" y="2418"/>
                    <a:pt x="79" y="2396"/>
                    <a:pt x="28" y="2369"/>
                  </a:cubicBezTo>
                  <a:cubicBezTo>
                    <a:pt x="26" y="2368"/>
                    <a:pt x="24" y="2368"/>
                    <a:pt x="22" y="2368"/>
                  </a:cubicBezTo>
                  <a:close/>
                  <a:moveTo>
                    <a:pt x="1185" y="2393"/>
                  </a:moveTo>
                  <a:cubicBezTo>
                    <a:pt x="1182" y="2393"/>
                    <a:pt x="1178" y="2394"/>
                    <a:pt x="1175" y="2396"/>
                  </a:cubicBezTo>
                  <a:cubicBezTo>
                    <a:pt x="1124" y="2419"/>
                    <a:pt x="1072" y="2438"/>
                    <a:pt x="1017" y="2453"/>
                  </a:cubicBezTo>
                  <a:cubicBezTo>
                    <a:pt x="998" y="2459"/>
                    <a:pt x="1002" y="2486"/>
                    <a:pt x="1021" y="2486"/>
                  </a:cubicBezTo>
                  <a:cubicBezTo>
                    <a:pt x="1022" y="2487"/>
                    <a:pt x="1022" y="2487"/>
                    <a:pt x="1023" y="2487"/>
                  </a:cubicBezTo>
                  <a:cubicBezTo>
                    <a:pt x="1024" y="2487"/>
                    <a:pt x="1026" y="2486"/>
                    <a:pt x="1027" y="2486"/>
                  </a:cubicBezTo>
                  <a:cubicBezTo>
                    <a:pt x="1082" y="2470"/>
                    <a:pt x="1137" y="2450"/>
                    <a:pt x="1189" y="2427"/>
                  </a:cubicBezTo>
                  <a:cubicBezTo>
                    <a:pt x="1210" y="2419"/>
                    <a:pt x="1201" y="2393"/>
                    <a:pt x="1185" y="2393"/>
                  </a:cubicBezTo>
                  <a:close/>
                  <a:moveTo>
                    <a:pt x="344" y="2479"/>
                  </a:moveTo>
                  <a:cubicBezTo>
                    <a:pt x="325" y="2479"/>
                    <a:pt x="320" y="2507"/>
                    <a:pt x="340" y="2512"/>
                  </a:cubicBezTo>
                  <a:cubicBezTo>
                    <a:pt x="396" y="2524"/>
                    <a:pt x="454" y="2531"/>
                    <a:pt x="512" y="2535"/>
                  </a:cubicBezTo>
                  <a:cubicBezTo>
                    <a:pt x="535" y="2535"/>
                    <a:pt x="537" y="2502"/>
                    <a:pt x="514" y="2501"/>
                  </a:cubicBezTo>
                  <a:cubicBezTo>
                    <a:pt x="457" y="2498"/>
                    <a:pt x="402" y="2489"/>
                    <a:pt x="347" y="2479"/>
                  </a:cubicBezTo>
                  <a:cubicBezTo>
                    <a:pt x="346" y="2479"/>
                    <a:pt x="345" y="2479"/>
                    <a:pt x="344" y="2479"/>
                  </a:cubicBezTo>
                  <a:close/>
                  <a:moveTo>
                    <a:pt x="856" y="2489"/>
                  </a:moveTo>
                  <a:cubicBezTo>
                    <a:pt x="855" y="2489"/>
                    <a:pt x="854" y="2489"/>
                    <a:pt x="853" y="2489"/>
                  </a:cubicBezTo>
                  <a:cubicBezTo>
                    <a:pt x="796" y="2498"/>
                    <a:pt x="740" y="2502"/>
                    <a:pt x="685" y="2505"/>
                  </a:cubicBezTo>
                  <a:cubicBezTo>
                    <a:pt x="663" y="2506"/>
                    <a:pt x="663" y="2537"/>
                    <a:pt x="685" y="2538"/>
                  </a:cubicBezTo>
                  <a:cubicBezTo>
                    <a:pt x="743" y="2537"/>
                    <a:pt x="801" y="2531"/>
                    <a:pt x="857" y="2522"/>
                  </a:cubicBezTo>
                  <a:cubicBezTo>
                    <a:pt x="880" y="2520"/>
                    <a:pt x="875" y="2489"/>
                    <a:pt x="856" y="24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8" name="Google Shape;6668;p51"/>
            <p:cNvSpPr/>
            <p:nvPr/>
          </p:nvSpPr>
          <p:spPr>
            <a:xfrm>
              <a:off x="6552400" y="2548500"/>
              <a:ext cx="2550" cy="2350"/>
            </a:xfrm>
            <a:custGeom>
              <a:avLst/>
              <a:gdLst/>
              <a:ahLst/>
              <a:cxnLst/>
              <a:rect l="l" t="t" r="r" b="b"/>
              <a:pathLst>
                <a:path w="102" h="94" extrusionOk="0">
                  <a:moveTo>
                    <a:pt x="25" y="0"/>
                  </a:moveTo>
                  <a:cubicBezTo>
                    <a:pt x="12" y="0"/>
                    <a:pt x="0" y="15"/>
                    <a:pt x="10" y="27"/>
                  </a:cubicBezTo>
                  <a:cubicBezTo>
                    <a:pt x="29" y="50"/>
                    <a:pt x="49" y="71"/>
                    <a:pt x="71" y="90"/>
                  </a:cubicBezTo>
                  <a:cubicBezTo>
                    <a:pt x="74" y="92"/>
                    <a:pt x="78" y="94"/>
                    <a:pt x="83" y="94"/>
                  </a:cubicBezTo>
                  <a:cubicBezTo>
                    <a:pt x="87" y="94"/>
                    <a:pt x="93" y="92"/>
                    <a:pt x="96" y="88"/>
                  </a:cubicBezTo>
                  <a:cubicBezTo>
                    <a:pt x="101" y="81"/>
                    <a:pt x="101" y="71"/>
                    <a:pt x="94" y="65"/>
                  </a:cubicBezTo>
                  <a:cubicBezTo>
                    <a:pt x="72" y="46"/>
                    <a:pt x="54" y="27"/>
                    <a:pt x="36" y="5"/>
                  </a:cubicBezTo>
                  <a:cubicBezTo>
                    <a:pt x="33" y="2"/>
                    <a:pt x="29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9" name="Google Shape;6669;p51"/>
            <p:cNvSpPr/>
            <p:nvPr/>
          </p:nvSpPr>
          <p:spPr>
            <a:xfrm>
              <a:off x="6552050" y="2375025"/>
              <a:ext cx="123325" cy="78825"/>
            </a:xfrm>
            <a:custGeom>
              <a:avLst/>
              <a:gdLst/>
              <a:ahLst/>
              <a:cxnLst/>
              <a:rect l="l" t="t" r="r" b="b"/>
              <a:pathLst>
                <a:path w="4933" h="3153" extrusionOk="0">
                  <a:moveTo>
                    <a:pt x="4792" y="0"/>
                  </a:moveTo>
                  <a:cubicBezTo>
                    <a:pt x="4772" y="0"/>
                    <a:pt x="4751" y="5"/>
                    <a:pt x="4732" y="15"/>
                  </a:cubicBezTo>
                  <a:lnTo>
                    <a:pt x="1" y="2745"/>
                  </a:lnTo>
                  <a:lnTo>
                    <a:pt x="706" y="3153"/>
                  </a:lnTo>
                  <a:lnTo>
                    <a:pt x="4872" y="747"/>
                  </a:lnTo>
                  <a:cubicBezTo>
                    <a:pt x="4908" y="724"/>
                    <a:pt x="4930" y="684"/>
                    <a:pt x="4933" y="642"/>
                  </a:cubicBezTo>
                  <a:lnTo>
                    <a:pt x="4933" y="131"/>
                  </a:lnTo>
                  <a:cubicBezTo>
                    <a:pt x="4931" y="89"/>
                    <a:pt x="4908" y="49"/>
                    <a:pt x="4873" y="26"/>
                  </a:cubicBezTo>
                  <a:lnTo>
                    <a:pt x="4851" y="15"/>
                  </a:lnTo>
                  <a:cubicBezTo>
                    <a:pt x="4832" y="5"/>
                    <a:pt x="4812" y="0"/>
                    <a:pt x="479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0" name="Google Shape;6670;p51"/>
            <p:cNvSpPr/>
            <p:nvPr/>
          </p:nvSpPr>
          <p:spPr>
            <a:xfrm>
              <a:off x="6552050" y="2375025"/>
              <a:ext cx="122675" cy="70700"/>
            </a:xfrm>
            <a:custGeom>
              <a:avLst/>
              <a:gdLst/>
              <a:ahLst/>
              <a:cxnLst/>
              <a:rect l="l" t="t" r="r" b="b"/>
              <a:pathLst>
                <a:path w="4907" h="2828" extrusionOk="0">
                  <a:moveTo>
                    <a:pt x="4791" y="0"/>
                  </a:moveTo>
                  <a:cubicBezTo>
                    <a:pt x="4771" y="0"/>
                    <a:pt x="4751" y="5"/>
                    <a:pt x="4732" y="15"/>
                  </a:cubicBezTo>
                  <a:lnTo>
                    <a:pt x="1" y="2746"/>
                  </a:lnTo>
                  <a:lnTo>
                    <a:pt x="141" y="2828"/>
                  </a:lnTo>
                  <a:lnTo>
                    <a:pt x="4873" y="96"/>
                  </a:lnTo>
                  <a:cubicBezTo>
                    <a:pt x="4906" y="77"/>
                    <a:pt x="4906" y="46"/>
                    <a:pt x="4873" y="26"/>
                  </a:cubicBezTo>
                  <a:lnTo>
                    <a:pt x="4851" y="15"/>
                  </a:lnTo>
                  <a:cubicBezTo>
                    <a:pt x="4832" y="5"/>
                    <a:pt x="4812" y="0"/>
                    <a:pt x="47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1" name="Google Shape;6671;p51"/>
            <p:cNvSpPr/>
            <p:nvPr/>
          </p:nvSpPr>
          <p:spPr>
            <a:xfrm>
              <a:off x="6559100" y="2379075"/>
              <a:ext cx="123300" cy="78825"/>
            </a:xfrm>
            <a:custGeom>
              <a:avLst/>
              <a:gdLst/>
              <a:ahLst/>
              <a:cxnLst/>
              <a:rect l="l" t="t" r="r" b="b"/>
              <a:pathLst>
                <a:path w="4932" h="3153" extrusionOk="0">
                  <a:moveTo>
                    <a:pt x="4792" y="1"/>
                  </a:moveTo>
                  <a:cubicBezTo>
                    <a:pt x="4771" y="1"/>
                    <a:pt x="4751" y="6"/>
                    <a:pt x="4732" y="15"/>
                  </a:cubicBezTo>
                  <a:lnTo>
                    <a:pt x="0" y="2747"/>
                  </a:lnTo>
                  <a:lnTo>
                    <a:pt x="705" y="3153"/>
                  </a:lnTo>
                  <a:lnTo>
                    <a:pt x="4872" y="747"/>
                  </a:lnTo>
                  <a:cubicBezTo>
                    <a:pt x="4907" y="724"/>
                    <a:pt x="4930" y="686"/>
                    <a:pt x="4932" y="644"/>
                  </a:cubicBezTo>
                  <a:lnTo>
                    <a:pt x="4932" y="131"/>
                  </a:lnTo>
                  <a:cubicBezTo>
                    <a:pt x="4930" y="89"/>
                    <a:pt x="4907" y="51"/>
                    <a:pt x="4872" y="28"/>
                  </a:cubicBezTo>
                  <a:lnTo>
                    <a:pt x="4852" y="15"/>
                  </a:lnTo>
                  <a:cubicBezTo>
                    <a:pt x="4833" y="6"/>
                    <a:pt x="4813" y="1"/>
                    <a:pt x="479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2" name="Google Shape;6672;p51"/>
            <p:cNvSpPr/>
            <p:nvPr/>
          </p:nvSpPr>
          <p:spPr>
            <a:xfrm>
              <a:off x="6559100" y="2379075"/>
              <a:ext cx="122650" cy="70725"/>
            </a:xfrm>
            <a:custGeom>
              <a:avLst/>
              <a:gdLst/>
              <a:ahLst/>
              <a:cxnLst/>
              <a:rect l="l" t="t" r="r" b="b"/>
              <a:pathLst>
                <a:path w="4906" h="2829" extrusionOk="0">
                  <a:moveTo>
                    <a:pt x="4792" y="1"/>
                  </a:moveTo>
                  <a:cubicBezTo>
                    <a:pt x="4771" y="1"/>
                    <a:pt x="4751" y="6"/>
                    <a:pt x="4732" y="15"/>
                  </a:cubicBezTo>
                  <a:lnTo>
                    <a:pt x="0" y="2747"/>
                  </a:lnTo>
                  <a:lnTo>
                    <a:pt x="142" y="2828"/>
                  </a:lnTo>
                  <a:lnTo>
                    <a:pt x="4872" y="96"/>
                  </a:lnTo>
                  <a:cubicBezTo>
                    <a:pt x="4906" y="77"/>
                    <a:pt x="4906" y="47"/>
                    <a:pt x="4872" y="28"/>
                  </a:cubicBezTo>
                  <a:lnTo>
                    <a:pt x="4852" y="15"/>
                  </a:lnTo>
                  <a:cubicBezTo>
                    <a:pt x="4833" y="6"/>
                    <a:pt x="4813" y="1"/>
                    <a:pt x="47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3" name="Google Shape;6673;p51"/>
            <p:cNvSpPr/>
            <p:nvPr/>
          </p:nvSpPr>
          <p:spPr>
            <a:xfrm>
              <a:off x="6566150" y="2383175"/>
              <a:ext cx="123325" cy="78825"/>
            </a:xfrm>
            <a:custGeom>
              <a:avLst/>
              <a:gdLst/>
              <a:ahLst/>
              <a:cxnLst/>
              <a:rect l="l" t="t" r="r" b="b"/>
              <a:pathLst>
                <a:path w="4933" h="3153" extrusionOk="0">
                  <a:moveTo>
                    <a:pt x="4791" y="1"/>
                  </a:moveTo>
                  <a:cubicBezTo>
                    <a:pt x="4771" y="1"/>
                    <a:pt x="4750" y="5"/>
                    <a:pt x="4731" y="15"/>
                  </a:cubicBezTo>
                  <a:lnTo>
                    <a:pt x="1" y="2745"/>
                  </a:lnTo>
                  <a:lnTo>
                    <a:pt x="704" y="3153"/>
                  </a:lnTo>
                  <a:lnTo>
                    <a:pt x="4872" y="747"/>
                  </a:lnTo>
                  <a:cubicBezTo>
                    <a:pt x="4907" y="724"/>
                    <a:pt x="4930" y="685"/>
                    <a:pt x="4933" y="643"/>
                  </a:cubicBezTo>
                  <a:lnTo>
                    <a:pt x="4933" y="131"/>
                  </a:lnTo>
                  <a:cubicBezTo>
                    <a:pt x="4930" y="89"/>
                    <a:pt x="4908" y="50"/>
                    <a:pt x="4872" y="26"/>
                  </a:cubicBezTo>
                  <a:lnTo>
                    <a:pt x="4851" y="15"/>
                  </a:lnTo>
                  <a:cubicBezTo>
                    <a:pt x="4833" y="5"/>
                    <a:pt x="4812" y="1"/>
                    <a:pt x="479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4" name="Google Shape;6674;p51"/>
            <p:cNvSpPr/>
            <p:nvPr/>
          </p:nvSpPr>
          <p:spPr>
            <a:xfrm>
              <a:off x="6566150" y="2383150"/>
              <a:ext cx="122650" cy="70700"/>
            </a:xfrm>
            <a:custGeom>
              <a:avLst/>
              <a:gdLst/>
              <a:ahLst/>
              <a:cxnLst/>
              <a:rect l="l" t="t" r="r" b="b"/>
              <a:pathLst>
                <a:path w="4906" h="2828" extrusionOk="0">
                  <a:moveTo>
                    <a:pt x="4791" y="0"/>
                  </a:moveTo>
                  <a:cubicBezTo>
                    <a:pt x="4771" y="0"/>
                    <a:pt x="4750" y="5"/>
                    <a:pt x="4731" y="14"/>
                  </a:cubicBezTo>
                  <a:lnTo>
                    <a:pt x="1" y="2746"/>
                  </a:lnTo>
                  <a:lnTo>
                    <a:pt x="142" y="2828"/>
                  </a:lnTo>
                  <a:lnTo>
                    <a:pt x="4872" y="96"/>
                  </a:lnTo>
                  <a:cubicBezTo>
                    <a:pt x="4905" y="77"/>
                    <a:pt x="4905" y="46"/>
                    <a:pt x="4872" y="27"/>
                  </a:cubicBezTo>
                  <a:lnTo>
                    <a:pt x="4851" y="14"/>
                  </a:lnTo>
                  <a:cubicBezTo>
                    <a:pt x="4833" y="5"/>
                    <a:pt x="4812" y="0"/>
                    <a:pt x="47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5" name="Google Shape;6675;p51"/>
            <p:cNvSpPr/>
            <p:nvPr/>
          </p:nvSpPr>
          <p:spPr>
            <a:xfrm>
              <a:off x="6654225" y="2413150"/>
              <a:ext cx="63425" cy="65625"/>
            </a:xfrm>
            <a:custGeom>
              <a:avLst/>
              <a:gdLst/>
              <a:ahLst/>
              <a:cxnLst/>
              <a:rect l="l" t="t" r="r" b="b"/>
              <a:pathLst>
                <a:path w="2537" h="2625" extrusionOk="0">
                  <a:moveTo>
                    <a:pt x="1972" y="1"/>
                  </a:moveTo>
                  <a:lnTo>
                    <a:pt x="1972" y="164"/>
                  </a:lnTo>
                  <a:lnTo>
                    <a:pt x="2194" y="292"/>
                  </a:lnTo>
                  <a:cubicBezTo>
                    <a:pt x="2225" y="309"/>
                    <a:pt x="2227" y="335"/>
                    <a:pt x="2203" y="354"/>
                  </a:cubicBezTo>
                  <a:cubicBezTo>
                    <a:pt x="2200" y="357"/>
                    <a:pt x="2197" y="359"/>
                    <a:pt x="2194" y="362"/>
                  </a:cubicBezTo>
                  <a:lnTo>
                    <a:pt x="484" y="1348"/>
                  </a:lnTo>
                  <a:cubicBezTo>
                    <a:pt x="215" y="1519"/>
                    <a:pt x="0" y="1891"/>
                    <a:pt x="0" y="2196"/>
                  </a:cubicBezTo>
                  <a:cubicBezTo>
                    <a:pt x="0" y="2344"/>
                    <a:pt x="51" y="2448"/>
                    <a:pt x="134" y="2503"/>
                  </a:cubicBezTo>
                  <a:cubicBezTo>
                    <a:pt x="160" y="2519"/>
                    <a:pt x="266" y="2582"/>
                    <a:pt x="295" y="2596"/>
                  </a:cubicBezTo>
                  <a:cubicBezTo>
                    <a:pt x="331" y="2615"/>
                    <a:pt x="372" y="2625"/>
                    <a:pt x="418" y="2625"/>
                  </a:cubicBezTo>
                  <a:cubicBezTo>
                    <a:pt x="487" y="2625"/>
                    <a:pt x="565" y="2602"/>
                    <a:pt x="648" y="2554"/>
                  </a:cubicBezTo>
                  <a:lnTo>
                    <a:pt x="653" y="2553"/>
                  </a:lnTo>
                  <a:lnTo>
                    <a:pt x="2477" y="1500"/>
                  </a:lnTo>
                  <a:cubicBezTo>
                    <a:pt x="2512" y="1477"/>
                    <a:pt x="2533" y="1438"/>
                    <a:pt x="2536" y="1395"/>
                  </a:cubicBezTo>
                  <a:lnTo>
                    <a:pt x="2536" y="395"/>
                  </a:lnTo>
                  <a:cubicBezTo>
                    <a:pt x="2536" y="391"/>
                    <a:pt x="2536" y="388"/>
                    <a:pt x="2535" y="383"/>
                  </a:cubicBezTo>
                  <a:cubicBezTo>
                    <a:pt x="2529" y="346"/>
                    <a:pt x="2507" y="311"/>
                    <a:pt x="2475" y="291"/>
                  </a:cubicBezTo>
                  <a:lnTo>
                    <a:pt x="1972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6" name="Google Shape;6676;p51"/>
            <p:cNvSpPr/>
            <p:nvPr/>
          </p:nvSpPr>
          <p:spPr>
            <a:xfrm>
              <a:off x="6654225" y="2413150"/>
              <a:ext cx="63425" cy="65625"/>
            </a:xfrm>
            <a:custGeom>
              <a:avLst/>
              <a:gdLst/>
              <a:ahLst/>
              <a:cxnLst/>
              <a:rect l="l" t="t" r="r" b="b"/>
              <a:pathLst>
                <a:path w="2537" h="2625" extrusionOk="0">
                  <a:moveTo>
                    <a:pt x="1972" y="1"/>
                  </a:moveTo>
                  <a:lnTo>
                    <a:pt x="1972" y="164"/>
                  </a:lnTo>
                  <a:lnTo>
                    <a:pt x="2194" y="292"/>
                  </a:lnTo>
                  <a:cubicBezTo>
                    <a:pt x="2225" y="309"/>
                    <a:pt x="2227" y="335"/>
                    <a:pt x="2203" y="354"/>
                  </a:cubicBezTo>
                  <a:cubicBezTo>
                    <a:pt x="2200" y="357"/>
                    <a:pt x="2197" y="359"/>
                    <a:pt x="2194" y="362"/>
                  </a:cubicBezTo>
                  <a:lnTo>
                    <a:pt x="484" y="1348"/>
                  </a:lnTo>
                  <a:cubicBezTo>
                    <a:pt x="215" y="1519"/>
                    <a:pt x="0" y="1891"/>
                    <a:pt x="0" y="2196"/>
                  </a:cubicBezTo>
                  <a:cubicBezTo>
                    <a:pt x="0" y="2344"/>
                    <a:pt x="51" y="2448"/>
                    <a:pt x="134" y="2503"/>
                  </a:cubicBezTo>
                  <a:cubicBezTo>
                    <a:pt x="160" y="2519"/>
                    <a:pt x="266" y="2582"/>
                    <a:pt x="295" y="2596"/>
                  </a:cubicBezTo>
                  <a:cubicBezTo>
                    <a:pt x="331" y="2615"/>
                    <a:pt x="372" y="2625"/>
                    <a:pt x="418" y="2625"/>
                  </a:cubicBezTo>
                  <a:cubicBezTo>
                    <a:pt x="487" y="2625"/>
                    <a:pt x="565" y="2602"/>
                    <a:pt x="648" y="2554"/>
                  </a:cubicBezTo>
                  <a:lnTo>
                    <a:pt x="653" y="2553"/>
                  </a:lnTo>
                  <a:lnTo>
                    <a:pt x="2477" y="1500"/>
                  </a:lnTo>
                  <a:cubicBezTo>
                    <a:pt x="2512" y="1477"/>
                    <a:pt x="2533" y="1438"/>
                    <a:pt x="2536" y="1395"/>
                  </a:cubicBezTo>
                  <a:lnTo>
                    <a:pt x="2536" y="395"/>
                  </a:lnTo>
                  <a:cubicBezTo>
                    <a:pt x="2536" y="391"/>
                    <a:pt x="2536" y="388"/>
                    <a:pt x="2535" y="383"/>
                  </a:cubicBezTo>
                  <a:cubicBezTo>
                    <a:pt x="2529" y="346"/>
                    <a:pt x="2507" y="311"/>
                    <a:pt x="2475" y="291"/>
                  </a:cubicBezTo>
                  <a:lnTo>
                    <a:pt x="197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7" name="Google Shape;6677;p51"/>
            <p:cNvSpPr/>
            <p:nvPr/>
          </p:nvSpPr>
          <p:spPr>
            <a:xfrm>
              <a:off x="6657725" y="2421950"/>
              <a:ext cx="59925" cy="56825"/>
            </a:xfrm>
            <a:custGeom>
              <a:avLst/>
              <a:gdLst/>
              <a:ahLst/>
              <a:cxnLst/>
              <a:rect l="l" t="t" r="r" b="b"/>
              <a:pathLst>
                <a:path w="2397" h="2273" extrusionOk="0">
                  <a:moveTo>
                    <a:pt x="2363" y="1"/>
                  </a:moveTo>
                  <a:cubicBezTo>
                    <a:pt x="2355" y="1"/>
                    <a:pt x="2346" y="3"/>
                    <a:pt x="2337" y="8"/>
                  </a:cubicBezTo>
                  <a:lnTo>
                    <a:pt x="2256" y="56"/>
                  </a:lnTo>
                  <a:lnTo>
                    <a:pt x="513" y="1062"/>
                  </a:lnTo>
                  <a:cubicBezTo>
                    <a:pt x="230" y="1225"/>
                    <a:pt x="1" y="1612"/>
                    <a:pt x="1" y="1927"/>
                  </a:cubicBezTo>
                  <a:cubicBezTo>
                    <a:pt x="1" y="2038"/>
                    <a:pt x="30" y="2127"/>
                    <a:pt x="81" y="2186"/>
                  </a:cubicBezTo>
                  <a:cubicBezTo>
                    <a:pt x="129" y="2243"/>
                    <a:pt x="196" y="2273"/>
                    <a:pt x="276" y="2273"/>
                  </a:cubicBezTo>
                  <a:cubicBezTo>
                    <a:pt x="346" y="2273"/>
                    <a:pt x="425" y="2250"/>
                    <a:pt x="508" y="2202"/>
                  </a:cubicBezTo>
                  <a:lnTo>
                    <a:pt x="513" y="2201"/>
                  </a:lnTo>
                  <a:lnTo>
                    <a:pt x="2337" y="1148"/>
                  </a:lnTo>
                  <a:cubicBezTo>
                    <a:pt x="2372" y="1125"/>
                    <a:pt x="2393" y="1086"/>
                    <a:pt x="2396" y="1043"/>
                  </a:cubicBezTo>
                  <a:lnTo>
                    <a:pt x="2396" y="43"/>
                  </a:lnTo>
                  <a:cubicBezTo>
                    <a:pt x="2396" y="40"/>
                    <a:pt x="2396" y="36"/>
                    <a:pt x="2395" y="31"/>
                  </a:cubicBezTo>
                  <a:cubicBezTo>
                    <a:pt x="2392" y="12"/>
                    <a:pt x="2380" y="1"/>
                    <a:pt x="2363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8" name="Google Shape;6678;p51"/>
            <p:cNvSpPr/>
            <p:nvPr/>
          </p:nvSpPr>
          <p:spPr>
            <a:xfrm>
              <a:off x="6668325" y="2454125"/>
              <a:ext cx="10575" cy="13675"/>
            </a:xfrm>
            <a:custGeom>
              <a:avLst/>
              <a:gdLst/>
              <a:ahLst/>
              <a:cxnLst/>
              <a:rect l="l" t="t" r="r" b="b"/>
              <a:pathLst>
                <a:path w="423" h="547" extrusionOk="0">
                  <a:moveTo>
                    <a:pt x="306" y="0"/>
                  </a:moveTo>
                  <a:cubicBezTo>
                    <a:pt x="278" y="0"/>
                    <a:pt x="246" y="10"/>
                    <a:pt x="212" y="29"/>
                  </a:cubicBezTo>
                  <a:cubicBezTo>
                    <a:pt x="94" y="97"/>
                    <a:pt x="0" y="260"/>
                    <a:pt x="0" y="395"/>
                  </a:cubicBezTo>
                  <a:cubicBezTo>
                    <a:pt x="0" y="491"/>
                    <a:pt x="48" y="546"/>
                    <a:pt x="118" y="546"/>
                  </a:cubicBezTo>
                  <a:cubicBezTo>
                    <a:pt x="146" y="546"/>
                    <a:pt x="178" y="537"/>
                    <a:pt x="212" y="518"/>
                  </a:cubicBezTo>
                  <a:cubicBezTo>
                    <a:pt x="328" y="450"/>
                    <a:pt x="422" y="286"/>
                    <a:pt x="422" y="151"/>
                  </a:cubicBezTo>
                  <a:cubicBezTo>
                    <a:pt x="422" y="55"/>
                    <a:pt x="375" y="0"/>
                    <a:pt x="306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9" name="Google Shape;6679;p51"/>
            <p:cNvSpPr/>
            <p:nvPr/>
          </p:nvSpPr>
          <p:spPr>
            <a:xfrm>
              <a:off x="6669850" y="2454575"/>
              <a:ext cx="9225" cy="13875"/>
            </a:xfrm>
            <a:custGeom>
              <a:avLst/>
              <a:gdLst/>
              <a:ahLst/>
              <a:cxnLst/>
              <a:rect l="l" t="t" r="r" b="b"/>
              <a:pathLst>
                <a:path w="369" h="555" extrusionOk="0">
                  <a:moveTo>
                    <a:pt x="306" y="1"/>
                  </a:moveTo>
                  <a:lnTo>
                    <a:pt x="0" y="514"/>
                  </a:lnTo>
                  <a:lnTo>
                    <a:pt x="73" y="555"/>
                  </a:lnTo>
                  <a:lnTo>
                    <a:pt x="368" y="36"/>
                  </a:lnTo>
                  <a:lnTo>
                    <a:pt x="306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0" name="Google Shape;6680;p51"/>
            <p:cNvSpPr/>
            <p:nvPr/>
          </p:nvSpPr>
          <p:spPr>
            <a:xfrm>
              <a:off x="6670100" y="2455150"/>
              <a:ext cx="10600" cy="13650"/>
            </a:xfrm>
            <a:custGeom>
              <a:avLst/>
              <a:gdLst/>
              <a:ahLst/>
              <a:cxnLst/>
              <a:rect l="l" t="t" r="r" b="b"/>
              <a:pathLst>
                <a:path w="424" h="546" extrusionOk="0">
                  <a:moveTo>
                    <a:pt x="306" y="0"/>
                  </a:moveTo>
                  <a:cubicBezTo>
                    <a:pt x="278" y="0"/>
                    <a:pt x="246" y="9"/>
                    <a:pt x="212" y="29"/>
                  </a:cubicBezTo>
                  <a:cubicBezTo>
                    <a:pt x="95" y="97"/>
                    <a:pt x="0" y="261"/>
                    <a:pt x="0" y="396"/>
                  </a:cubicBezTo>
                  <a:cubicBezTo>
                    <a:pt x="0" y="490"/>
                    <a:pt x="48" y="546"/>
                    <a:pt x="118" y="546"/>
                  </a:cubicBezTo>
                  <a:cubicBezTo>
                    <a:pt x="146" y="546"/>
                    <a:pt x="178" y="537"/>
                    <a:pt x="212" y="517"/>
                  </a:cubicBezTo>
                  <a:cubicBezTo>
                    <a:pt x="328" y="449"/>
                    <a:pt x="424" y="285"/>
                    <a:pt x="424" y="151"/>
                  </a:cubicBezTo>
                  <a:cubicBezTo>
                    <a:pt x="424" y="55"/>
                    <a:pt x="376" y="0"/>
                    <a:pt x="306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1" name="Google Shape;6681;p51"/>
            <p:cNvSpPr/>
            <p:nvPr/>
          </p:nvSpPr>
          <p:spPr>
            <a:xfrm>
              <a:off x="6508950" y="2466750"/>
              <a:ext cx="137475" cy="183925"/>
            </a:xfrm>
            <a:custGeom>
              <a:avLst/>
              <a:gdLst/>
              <a:ahLst/>
              <a:cxnLst/>
              <a:rect l="l" t="t" r="r" b="b"/>
              <a:pathLst>
                <a:path w="5499" h="7357" extrusionOk="0">
                  <a:moveTo>
                    <a:pt x="5354" y="1"/>
                  </a:moveTo>
                  <a:cubicBezTo>
                    <a:pt x="5329" y="1"/>
                    <a:pt x="5303" y="8"/>
                    <a:pt x="5279" y="23"/>
                  </a:cubicBezTo>
                  <a:lnTo>
                    <a:pt x="76" y="3027"/>
                  </a:lnTo>
                  <a:cubicBezTo>
                    <a:pt x="31" y="3055"/>
                    <a:pt x="4" y="3104"/>
                    <a:pt x="1" y="3157"/>
                  </a:cubicBezTo>
                  <a:lnTo>
                    <a:pt x="1" y="7215"/>
                  </a:lnTo>
                  <a:cubicBezTo>
                    <a:pt x="2" y="7266"/>
                    <a:pt x="28" y="7312"/>
                    <a:pt x="72" y="7341"/>
                  </a:cubicBezTo>
                  <a:cubicBezTo>
                    <a:pt x="93" y="7352"/>
                    <a:pt x="117" y="7357"/>
                    <a:pt x="141" y="7357"/>
                  </a:cubicBezTo>
                  <a:cubicBezTo>
                    <a:pt x="167" y="7357"/>
                    <a:pt x="193" y="7351"/>
                    <a:pt x="217" y="7339"/>
                  </a:cubicBezTo>
                  <a:lnTo>
                    <a:pt x="5421" y="4334"/>
                  </a:lnTo>
                  <a:cubicBezTo>
                    <a:pt x="5465" y="4305"/>
                    <a:pt x="5492" y="4257"/>
                    <a:pt x="5495" y="4203"/>
                  </a:cubicBezTo>
                  <a:lnTo>
                    <a:pt x="5495" y="148"/>
                  </a:lnTo>
                  <a:cubicBezTo>
                    <a:pt x="5498" y="63"/>
                    <a:pt x="5430" y="1"/>
                    <a:pt x="5354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2" name="Google Shape;6682;p51"/>
            <p:cNvSpPr/>
            <p:nvPr/>
          </p:nvSpPr>
          <p:spPr>
            <a:xfrm>
              <a:off x="6508900" y="2543800"/>
              <a:ext cx="7150" cy="106975"/>
            </a:xfrm>
            <a:custGeom>
              <a:avLst/>
              <a:gdLst/>
              <a:ahLst/>
              <a:cxnLst/>
              <a:rect l="l" t="t" r="r" b="b"/>
              <a:pathLst>
                <a:path w="286" h="4279" extrusionOk="0">
                  <a:moveTo>
                    <a:pt x="26" y="1"/>
                  </a:moveTo>
                  <a:cubicBezTo>
                    <a:pt x="11" y="24"/>
                    <a:pt x="4" y="48"/>
                    <a:pt x="4" y="75"/>
                  </a:cubicBezTo>
                  <a:lnTo>
                    <a:pt x="4" y="4132"/>
                  </a:lnTo>
                  <a:cubicBezTo>
                    <a:pt x="1" y="4217"/>
                    <a:pt x="70" y="4278"/>
                    <a:pt x="145" y="4278"/>
                  </a:cubicBezTo>
                  <a:cubicBezTo>
                    <a:pt x="170" y="4278"/>
                    <a:pt x="196" y="4271"/>
                    <a:pt x="220" y="4257"/>
                  </a:cubicBezTo>
                  <a:lnTo>
                    <a:pt x="285" y="4219"/>
                  </a:lnTo>
                  <a:lnTo>
                    <a:pt x="285" y="151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3" name="Google Shape;6683;p51"/>
            <p:cNvSpPr/>
            <p:nvPr/>
          </p:nvSpPr>
          <p:spPr>
            <a:xfrm>
              <a:off x="6512475" y="2469075"/>
              <a:ext cx="133850" cy="181400"/>
            </a:xfrm>
            <a:custGeom>
              <a:avLst/>
              <a:gdLst/>
              <a:ahLst/>
              <a:cxnLst/>
              <a:rect l="l" t="t" r="r" b="b"/>
              <a:pathLst>
                <a:path w="5354" h="7256" extrusionOk="0">
                  <a:moveTo>
                    <a:pt x="5313" y="1"/>
                  </a:moveTo>
                  <a:cubicBezTo>
                    <a:pt x="5303" y="1"/>
                    <a:pt x="5292" y="4"/>
                    <a:pt x="5280" y="11"/>
                  </a:cubicBezTo>
                  <a:lnTo>
                    <a:pt x="76" y="3016"/>
                  </a:lnTo>
                  <a:cubicBezTo>
                    <a:pt x="31" y="3045"/>
                    <a:pt x="3" y="3093"/>
                    <a:pt x="0" y="3145"/>
                  </a:cubicBezTo>
                  <a:lnTo>
                    <a:pt x="0" y="7202"/>
                  </a:lnTo>
                  <a:cubicBezTo>
                    <a:pt x="0" y="7236"/>
                    <a:pt x="17" y="7255"/>
                    <a:pt x="42" y="7255"/>
                  </a:cubicBezTo>
                  <a:cubicBezTo>
                    <a:pt x="52" y="7255"/>
                    <a:pt x="64" y="7252"/>
                    <a:pt x="76" y="7246"/>
                  </a:cubicBezTo>
                  <a:lnTo>
                    <a:pt x="5280" y="4241"/>
                  </a:lnTo>
                  <a:cubicBezTo>
                    <a:pt x="5324" y="4212"/>
                    <a:pt x="5351" y="4164"/>
                    <a:pt x="5354" y="4110"/>
                  </a:cubicBezTo>
                  <a:lnTo>
                    <a:pt x="5354" y="55"/>
                  </a:lnTo>
                  <a:cubicBezTo>
                    <a:pt x="5354" y="21"/>
                    <a:pt x="5337" y="1"/>
                    <a:pt x="5313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4" name="Google Shape;6684;p51"/>
            <p:cNvSpPr/>
            <p:nvPr/>
          </p:nvSpPr>
          <p:spPr>
            <a:xfrm>
              <a:off x="6523050" y="2558575"/>
              <a:ext cx="24675" cy="32925"/>
            </a:xfrm>
            <a:custGeom>
              <a:avLst/>
              <a:gdLst/>
              <a:ahLst/>
              <a:cxnLst/>
              <a:rect l="l" t="t" r="r" b="b"/>
              <a:pathLst>
                <a:path w="987" h="1317" extrusionOk="0">
                  <a:moveTo>
                    <a:pt x="945" y="0"/>
                  </a:moveTo>
                  <a:cubicBezTo>
                    <a:pt x="935" y="0"/>
                    <a:pt x="924" y="3"/>
                    <a:pt x="911" y="10"/>
                  </a:cubicBezTo>
                  <a:lnTo>
                    <a:pt x="75" y="493"/>
                  </a:lnTo>
                  <a:cubicBezTo>
                    <a:pt x="31" y="522"/>
                    <a:pt x="4" y="571"/>
                    <a:pt x="1" y="623"/>
                  </a:cubicBezTo>
                  <a:lnTo>
                    <a:pt x="1" y="1263"/>
                  </a:lnTo>
                  <a:cubicBezTo>
                    <a:pt x="1" y="1297"/>
                    <a:pt x="18" y="1317"/>
                    <a:pt x="42" y="1317"/>
                  </a:cubicBezTo>
                  <a:cubicBezTo>
                    <a:pt x="52" y="1317"/>
                    <a:pt x="63" y="1313"/>
                    <a:pt x="75" y="1306"/>
                  </a:cubicBezTo>
                  <a:lnTo>
                    <a:pt x="911" y="823"/>
                  </a:lnTo>
                  <a:cubicBezTo>
                    <a:pt x="956" y="794"/>
                    <a:pt x="984" y="747"/>
                    <a:pt x="987" y="694"/>
                  </a:cubicBezTo>
                  <a:lnTo>
                    <a:pt x="987" y="53"/>
                  </a:lnTo>
                  <a:cubicBezTo>
                    <a:pt x="987" y="19"/>
                    <a:pt x="970" y="0"/>
                    <a:pt x="945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5" name="Google Shape;6685;p51"/>
            <p:cNvSpPr/>
            <p:nvPr/>
          </p:nvSpPr>
          <p:spPr>
            <a:xfrm>
              <a:off x="6519325" y="2561500"/>
              <a:ext cx="32150" cy="19075"/>
            </a:xfrm>
            <a:custGeom>
              <a:avLst/>
              <a:gdLst/>
              <a:ahLst/>
              <a:cxnLst/>
              <a:rect l="l" t="t" r="r" b="b"/>
              <a:pathLst>
                <a:path w="1286" h="763" extrusionOk="0">
                  <a:moveTo>
                    <a:pt x="1269" y="0"/>
                  </a:moveTo>
                  <a:lnTo>
                    <a:pt x="0" y="734"/>
                  </a:lnTo>
                  <a:lnTo>
                    <a:pt x="18" y="763"/>
                  </a:lnTo>
                  <a:lnTo>
                    <a:pt x="1285" y="31"/>
                  </a:lnTo>
                  <a:lnTo>
                    <a:pt x="12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6" name="Google Shape;6686;p51"/>
            <p:cNvSpPr/>
            <p:nvPr/>
          </p:nvSpPr>
          <p:spPr>
            <a:xfrm>
              <a:off x="6529650" y="2574000"/>
              <a:ext cx="900" cy="8175"/>
            </a:xfrm>
            <a:custGeom>
              <a:avLst/>
              <a:gdLst/>
              <a:ahLst/>
              <a:cxnLst/>
              <a:rect l="l" t="t" r="r" b="b"/>
              <a:pathLst>
                <a:path w="36" h="327" extrusionOk="0">
                  <a:moveTo>
                    <a:pt x="1" y="0"/>
                  </a:moveTo>
                  <a:lnTo>
                    <a:pt x="1" y="327"/>
                  </a:lnTo>
                  <a:lnTo>
                    <a:pt x="35" y="327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7" name="Google Shape;6687;p51"/>
            <p:cNvSpPr/>
            <p:nvPr/>
          </p:nvSpPr>
          <p:spPr>
            <a:xfrm>
              <a:off x="6540250" y="2567900"/>
              <a:ext cx="850" cy="8200"/>
            </a:xfrm>
            <a:custGeom>
              <a:avLst/>
              <a:gdLst/>
              <a:ahLst/>
              <a:cxnLst/>
              <a:rect l="l" t="t" r="r" b="b"/>
              <a:pathLst>
                <a:path w="34" h="328" extrusionOk="0">
                  <a:moveTo>
                    <a:pt x="0" y="1"/>
                  </a:moveTo>
                  <a:lnTo>
                    <a:pt x="0" y="327"/>
                  </a:lnTo>
                  <a:lnTo>
                    <a:pt x="33" y="327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8" name="Google Shape;6688;p51"/>
            <p:cNvSpPr/>
            <p:nvPr/>
          </p:nvSpPr>
          <p:spPr>
            <a:xfrm>
              <a:off x="6519325" y="2569675"/>
              <a:ext cx="32150" cy="19075"/>
            </a:xfrm>
            <a:custGeom>
              <a:avLst/>
              <a:gdLst/>
              <a:ahLst/>
              <a:cxnLst/>
              <a:rect l="l" t="t" r="r" b="b"/>
              <a:pathLst>
                <a:path w="1286" h="763" extrusionOk="0">
                  <a:moveTo>
                    <a:pt x="1269" y="1"/>
                  </a:moveTo>
                  <a:lnTo>
                    <a:pt x="0" y="733"/>
                  </a:lnTo>
                  <a:lnTo>
                    <a:pt x="18" y="762"/>
                  </a:lnTo>
                  <a:lnTo>
                    <a:pt x="1285" y="30"/>
                  </a:lnTo>
                  <a:lnTo>
                    <a:pt x="12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9" name="Google Shape;6689;p51"/>
            <p:cNvSpPr/>
            <p:nvPr/>
          </p:nvSpPr>
          <p:spPr>
            <a:xfrm>
              <a:off x="6523825" y="2546900"/>
              <a:ext cx="7675" cy="12800"/>
            </a:xfrm>
            <a:custGeom>
              <a:avLst/>
              <a:gdLst/>
              <a:ahLst/>
              <a:cxnLst/>
              <a:rect l="l" t="t" r="r" b="b"/>
              <a:pathLst>
                <a:path w="307" h="512" extrusionOk="0">
                  <a:moveTo>
                    <a:pt x="284" y="0"/>
                  </a:moveTo>
                  <a:cubicBezTo>
                    <a:pt x="273" y="0"/>
                    <a:pt x="261" y="2"/>
                    <a:pt x="250" y="4"/>
                  </a:cubicBezTo>
                  <a:cubicBezTo>
                    <a:pt x="229" y="9"/>
                    <a:pt x="209" y="17"/>
                    <a:pt x="186" y="30"/>
                  </a:cubicBezTo>
                  <a:cubicBezTo>
                    <a:pt x="128" y="64"/>
                    <a:pt x="83" y="110"/>
                    <a:pt x="51" y="168"/>
                  </a:cubicBezTo>
                  <a:cubicBezTo>
                    <a:pt x="18" y="227"/>
                    <a:pt x="0" y="293"/>
                    <a:pt x="0" y="362"/>
                  </a:cubicBezTo>
                  <a:cubicBezTo>
                    <a:pt x="0" y="432"/>
                    <a:pt x="18" y="478"/>
                    <a:pt x="51" y="499"/>
                  </a:cubicBezTo>
                  <a:cubicBezTo>
                    <a:pt x="64" y="507"/>
                    <a:pt x="78" y="512"/>
                    <a:pt x="95" y="512"/>
                  </a:cubicBezTo>
                  <a:cubicBezTo>
                    <a:pt x="120" y="512"/>
                    <a:pt x="151" y="501"/>
                    <a:pt x="186" y="481"/>
                  </a:cubicBezTo>
                  <a:cubicBezTo>
                    <a:pt x="208" y="468"/>
                    <a:pt x="229" y="454"/>
                    <a:pt x="250" y="435"/>
                  </a:cubicBezTo>
                  <a:cubicBezTo>
                    <a:pt x="268" y="416"/>
                    <a:pt x="289" y="394"/>
                    <a:pt x="306" y="371"/>
                  </a:cubicBezTo>
                  <a:lnTo>
                    <a:pt x="306" y="309"/>
                  </a:lnTo>
                  <a:cubicBezTo>
                    <a:pt x="289" y="338"/>
                    <a:pt x="270" y="362"/>
                    <a:pt x="251" y="383"/>
                  </a:cubicBezTo>
                  <a:cubicBezTo>
                    <a:pt x="231" y="403"/>
                    <a:pt x="210" y="419"/>
                    <a:pt x="189" y="432"/>
                  </a:cubicBezTo>
                  <a:cubicBezTo>
                    <a:pt x="163" y="447"/>
                    <a:pt x="141" y="454"/>
                    <a:pt x="122" y="454"/>
                  </a:cubicBezTo>
                  <a:cubicBezTo>
                    <a:pt x="109" y="454"/>
                    <a:pt x="98" y="451"/>
                    <a:pt x="89" y="444"/>
                  </a:cubicBezTo>
                  <a:cubicBezTo>
                    <a:pt x="67" y="426"/>
                    <a:pt x="55" y="388"/>
                    <a:pt x="55" y="332"/>
                  </a:cubicBezTo>
                  <a:cubicBezTo>
                    <a:pt x="55" y="274"/>
                    <a:pt x="67" y="223"/>
                    <a:pt x="89" y="180"/>
                  </a:cubicBezTo>
                  <a:cubicBezTo>
                    <a:pt x="112" y="136"/>
                    <a:pt x="145" y="101"/>
                    <a:pt x="189" y="77"/>
                  </a:cubicBezTo>
                  <a:cubicBezTo>
                    <a:pt x="210" y="64"/>
                    <a:pt x="231" y="56"/>
                    <a:pt x="251" y="55"/>
                  </a:cubicBezTo>
                  <a:cubicBezTo>
                    <a:pt x="254" y="55"/>
                    <a:pt x="257" y="55"/>
                    <a:pt x="260" y="55"/>
                  </a:cubicBezTo>
                  <a:cubicBezTo>
                    <a:pt x="276" y="55"/>
                    <a:pt x="292" y="58"/>
                    <a:pt x="306" y="65"/>
                  </a:cubicBezTo>
                  <a:lnTo>
                    <a:pt x="306" y="3"/>
                  </a:lnTo>
                  <a:cubicBezTo>
                    <a:pt x="299" y="1"/>
                    <a:pt x="291" y="0"/>
                    <a:pt x="2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0" name="Google Shape;6690;p51"/>
            <p:cNvSpPr/>
            <p:nvPr/>
          </p:nvSpPr>
          <p:spPr>
            <a:xfrm>
              <a:off x="6533450" y="2542625"/>
              <a:ext cx="7400" cy="13225"/>
            </a:xfrm>
            <a:custGeom>
              <a:avLst/>
              <a:gdLst/>
              <a:ahLst/>
              <a:cxnLst/>
              <a:rect l="l" t="t" r="r" b="b"/>
              <a:pathLst>
                <a:path w="296" h="529" extrusionOk="0">
                  <a:moveTo>
                    <a:pt x="160" y="61"/>
                  </a:moveTo>
                  <a:cubicBezTo>
                    <a:pt x="164" y="61"/>
                    <a:pt x="168" y="62"/>
                    <a:pt x="172" y="64"/>
                  </a:cubicBezTo>
                  <a:cubicBezTo>
                    <a:pt x="185" y="69"/>
                    <a:pt x="191" y="85"/>
                    <a:pt x="191" y="110"/>
                  </a:cubicBezTo>
                  <a:cubicBezTo>
                    <a:pt x="191" y="136"/>
                    <a:pt x="185" y="159"/>
                    <a:pt x="172" y="180"/>
                  </a:cubicBezTo>
                  <a:cubicBezTo>
                    <a:pt x="159" y="200"/>
                    <a:pt x="142" y="216"/>
                    <a:pt x="117" y="230"/>
                  </a:cubicBezTo>
                  <a:lnTo>
                    <a:pt x="52" y="268"/>
                  </a:lnTo>
                  <a:lnTo>
                    <a:pt x="52" y="113"/>
                  </a:lnTo>
                  <a:lnTo>
                    <a:pt x="117" y="77"/>
                  </a:lnTo>
                  <a:cubicBezTo>
                    <a:pt x="135" y="66"/>
                    <a:pt x="148" y="61"/>
                    <a:pt x="160" y="61"/>
                  </a:cubicBezTo>
                  <a:close/>
                  <a:moveTo>
                    <a:pt x="193" y="1"/>
                  </a:moveTo>
                  <a:cubicBezTo>
                    <a:pt x="174" y="1"/>
                    <a:pt x="148" y="9"/>
                    <a:pt x="117" y="27"/>
                  </a:cubicBezTo>
                  <a:lnTo>
                    <a:pt x="1" y="94"/>
                  </a:lnTo>
                  <a:lnTo>
                    <a:pt x="1" y="529"/>
                  </a:lnTo>
                  <a:lnTo>
                    <a:pt x="52" y="500"/>
                  </a:lnTo>
                  <a:lnTo>
                    <a:pt x="52" y="316"/>
                  </a:lnTo>
                  <a:lnTo>
                    <a:pt x="108" y="284"/>
                  </a:lnTo>
                  <a:cubicBezTo>
                    <a:pt x="124" y="275"/>
                    <a:pt x="138" y="270"/>
                    <a:pt x="149" y="270"/>
                  </a:cubicBezTo>
                  <a:cubicBezTo>
                    <a:pt x="151" y="270"/>
                    <a:pt x="154" y="270"/>
                    <a:pt x="156" y="271"/>
                  </a:cubicBezTo>
                  <a:cubicBezTo>
                    <a:pt x="168" y="274"/>
                    <a:pt x="179" y="285"/>
                    <a:pt x="192" y="307"/>
                  </a:cubicBezTo>
                  <a:lnTo>
                    <a:pt x="240" y="391"/>
                  </a:lnTo>
                  <a:lnTo>
                    <a:pt x="295" y="359"/>
                  </a:lnTo>
                  <a:lnTo>
                    <a:pt x="243" y="271"/>
                  </a:lnTo>
                  <a:cubicBezTo>
                    <a:pt x="233" y="252"/>
                    <a:pt x="223" y="239"/>
                    <a:pt x="213" y="232"/>
                  </a:cubicBezTo>
                  <a:cubicBezTo>
                    <a:pt x="204" y="224"/>
                    <a:pt x="195" y="221"/>
                    <a:pt x="186" y="221"/>
                  </a:cubicBezTo>
                  <a:cubicBezTo>
                    <a:pt x="184" y="221"/>
                    <a:pt x="182" y="221"/>
                    <a:pt x="181" y="222"/>
                  </a:cubicBezTo>
                  <a:cubicBezTo>
                    <a:pt x="201" y="203"/>
                    <a:pt x="217" y="181"/>
                    <a:pt x="229" y="156"/>
                  </a:cubicBezTo>
                  <a:cubicBezTo>
                    <a:pt x="240" y="133"/>
                    <a:pt x="245" y="107"/>
                    <a:pt x="245" y="79"/>
                  </a:cubicBezTo>
                  <a:cubicBezTo>
                    <a:pt x="245" y="37"/>
                    <a:pt x="234" y="11"/>
                    <a:pt x="213" y="4"/>
                  </a:cubicBezTo>
                  <a:cubicBezTo>
                    <a:pt x="207" y="2"/>
                    <a:pt x="201" y="1"/>
                    <a:pt x="1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1" name="Google Shape;6691;p51"/>
            <p:cNvSpPr/>
            <p:nvPr/>
          </p:nvSpPr>
          <p:spPr>
            <a:xfrm>
              <a:off x="6542500" y="2536325"/>
              <a:ext cx="6100" cy="14350"/>
            </a:xfrm>
            <a:custGeom>
              <a:avLst/>
              <a:gdLst/>
              <a:ahLst/>
              <a:cxnLst/>
              <a:rect l="l" t="t" r="r" b="b"/>
              <a:pathLst>
                <a:path w="244" h="574" extrusionOk="0">
                  <a:moveTo>
                    <a:pt x="239" y="1"/>
                  </a:moveTo>
                  <a:lnTo>
                    <a:pt x="0" y="139"/>
                  </a:lnTo>
                  <a:lnTo>
                    <a:pt x="0" y="574"/>
                  </a:lnTo>
                  <a:lnTo>
                    <a:pt x="244" y="433"/>
                  </a:lnTo>
                  <a:lnTo>
                    <a:pt x="244" y="384"/>
                  </a:lnTo>
                  <a:lnTo>
                    <a:pt x="51" y="495"/>
                  </a:lnTo>
                  <a:lnTo>
                    <a:pt x="51" y="337"/>
                  </a:lnTo>
                  <a:lnTo>
                    <a:pt x="231" y="234"/>
                  </a:lnTo>
                  <a:lnTo>
                    <a:pt x="231" y="184"/>
                  </a:lnTo>
                  <a:lnTo>
                    <a:pt x="51" y="288"/>
                  </a:lnTo>
                  <a:lnTo>
                    <a:pt x="51" y="159"/>
                  </a:lnTo>
                  <a:lnTo>
                    <a:pt x="239" y="50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2" name="Google Shape;6692;p51"/>
            <p:cNvSpPr/>
            <p:nvPr/>
          </p:nvSpPr>
          <p:spPr>
            <a:xfrm>
              <a:off x="6550675" y="2532400"/>
              <a:ext cx="8000" cy="13575"/>
            </a:xfrm>
            <a:custGeom>
              <a:avLst/>
              <a:gdLst/>
              <a:ahLst/>
              <a:cxnLst/>
              <a:rect l="l" t="t" r="r" b="b"/>
              <a:pathLst>
                <a:path w="320" h="543" extrusionOk="0">
                  <a:moveTo>
                    <a:pt x="203" y="59"/>
                  </a:moveTo>
                  <a:cubicBezTo>
                    <a:pt x="213" y="59"/>
                    <a:pt x="221" y="61"/>
                    <a:pt x="228" y="65"/>
                  </a:cubicBezTo>
                  <a:cubicBezTo>
                    <a:pt x="253" y="78"/>
                    <a:pt x="265" y="114"/>
                    <a:pt x="265" y="172"/>
                  </a:cubicBezTo>
                  <a:cubicBezTo>
                    <a:pt x="265" y="230"/>
                    <a:pt x="253" y="281"/>
                    <a:pt x="228" y="322"/>
                  </a:cubicBezTo>
                  <a:cubicBezTo>
                    <a:pt x="205" y="364"/>
                    <a:pt x="166" y="399"/>
                    <a:pt x="114" y="429"/>
                  </a:cubicBezTo>
                  <a:lnTo>
                    <a:pt x="53" y="464"/>
                  </a:lnTo>
                  <a:lnTo>
                    <a:pt x="53" y="126"/>
                  </a:lnTo>
                  <a:lnTo>
                    <a:pt x="114" y="90"/>
                  </a:lnTo>
                  <a:cubicBezTo>
                    <a:pt x="150" y="69"/>
                    <a:pt x="180" y="59"/>
                    <a:pt x="203" y="59"/>
                  </a:cubicBezTo>
                  <a:close/>
                  <a:moveTo>
                    <a:pt x="235" y="0"/>
                  </a:moveTo>
                  <a:cubicBezTo>
                    <a:pt x="203" y="0"/>
                    <a:pt x="159" y="16"/>
                    <a:pt x="107" y="46"/>
                  </a:cubicBezTo>
                  <a:lnTo>
                    <a:pt x="1" y="107"/>
                  </a:lnTo>
                  <a:lnTo>
                    <a:pt x="1" y="542"/>
                  </a:lnTo>
                  <a:lnTo>
                    <a:pt x="107" y="481"/>
                  </a:lnTo>
                  <a:cubicBezTo>
                    <a:pt x="179" y="439"/>
                    <a:pt x="233" y="391"/>
                    <a:pt x="268" y="336"/>
                  </a:cubicBezTo>
                  <a:cubicBezTo>
                    <a:pt x="302" y="281"/>
                    <a:pt x="320" y="216"/>
                    <a:pt x="320" y="142"/>
                  </a:cubicBezTo>
                  <a:cubicBezTo>
                    <a:pt x="320" y="67"/>
                    <a:pt x="302" y="22"/>
                    <a:pt x="268" y="7"/>
                  </a:cubicBezTo>
                  <a:cubicBezTo>
                    <a:pt x="258" y="3"/>
                    <a:pt x="248" y="0"/>
                    <a:pt x="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3" name="Google Shape;6693;p51"/>
            <p:cNvSpPr/>
            <p:nvPr/>
          </p:nvSpPr>
          <p:spPr>
            <a:xfrm>
              <a:off x="6560675" y="2528575"/>
              <a:ext cx="1300" cy="11675"/>
            </a:xfrm>
            <a:custGeom>
              <a:avLst/>
              <a:gdLst/>
              <a:ahLst/>
              <a:cxnLst/>
              <a:rect l="l" t="t" r="r" b="b"/>
              <a:pathLst>
                <a:path w="52" h="467" extrusionOk="0">
                  <a:moveTo>
                    <a:pt x="52" y="1"/>
                  </a:moveTo>
                  <a:lnTo>
                    <a:pt x="1" y="31"/>
                  </a:lnTo>
                  <a:lnTo>
                    <a:pt x="1" y="466"/>
                  </a:lnTo>
                  <a:lnTo>
                    <a:pt x="52" y="436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4" name="Google Shape;6694;p51"/>
            <p:cNvSpPr/>
            <p:nvPr/>
          </p:nvSpPr>
          <p:spPr>
            <a:xfrm>
              <a:off x="6563200" y="2523275"/>
              <a:ext cx="8025" cy="13550"/>
            </a:xfrm>
            <a:custGeom>
              <a:avLst/>
              <a:gdLst/>
              <a:ahLst/>
              <a:cxnLst/>
              <a:rect l="l" t="t" r="r" b="b"/>
              <a:pathLst>
                <a:path w="321" h="542" extrusionOk="0">
                  <a:moveTo>
                    <a:pt x="320" y="1"/>
                  </a:moveTo>
                  <a:lnTo>
                    <a:pt x="0" y="185"/>
                  </a:lnTo>
                  <a:lnTo>
                    <a:pt x="0" y="234"/>
                  </a:lnTo>
                  <a:lnTo>
                    <a:pt x="135" y="157"/>
                  </a:lnTo>
                  <a:lnTo>
                    <a:pt x="135" y="542"/>
                  </a:lnTo>
                  <a:lnTo>
                    <a:pt x="186" y="513"/>
                  </a:lnTo>
                  <a:lnTo>
                    <a:pt x="186" y="127"/>
                  </a:lnTo>
                  <a:lnTo>
                    <a:pt x="320" y="50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5" name="Google Shape;6695;p51"/>
            <p:cNvSpPr/>
            <p:nvPr/>
          </p:nvSpPr>
          <p:spPr>
            <a:xfrm>
              <a:off x="6565700" y="2522825"/>
              <a:ext cx="7625" cy="12850"/>
            </a:xfrm>
            <a:custGeom>
              <a:avLst/>
              <a:gdLst/>
              <a:ahLst/>
              <a:cxnLst/>
              <a:rect l="l" t="t" r="r" b="b"/>
              <a:pathLst>
                <a:path w="305" h="514" extrusionOk="0">
                  <a:moveTo>
                    <a:pt x="282" y="1"/>
                  </a:moveTo>
                  <a:cubicBezTo>
                    <a:pt x="271" y="1"/>
                    <a:pt x="260" y="2"/>
                    <a:pt x="248" y="6"/>
                  </a:cubicBezTo>
                  <a:cubicBezTo>
                    <a:pt x="228" y="10"/>
                    <a:pt x="207" y="19"/>
                    <a:pt x="184" y="32"/>
                  </a:cubicBezTo>
                  <a:cubicBezTo>
                    <a:pt x="128" y="64"/>
                    <a:pt x="83" y="110"/>
                    <a:pt x="49" y="170"/>
                  </a:cubicBezTo>
                  <a:cubicBezTo>
                    <a:pt x="16" y="229"/>
                    <a:pt x="0" y="293"/>
                    <a:pt x="0" y="364"/>
                  </a:cubicBezTo>
                  <a:cubicBezTo>
                    <a:pt x="0" y="434"/>
                    <a:pt x="16" y="479"/>
                    <a:pt x="49" y="500"/>
                  </a:cubicBezTo>
                  <a:cubicBezTo>
                    <a:pt x="63" y="509"/>
                    <a:pt x="78" y="513"/>
                    <a:pt x="94" y="513"/>
                  </a:cubicBezTo>
                  <a:cubicBezTo>
                    <a:pt x="120" y="513"/>
                    <a:pt x="150" y="503"/>
                    <a:pt x="184" y="483"/>
                  </a:cubicBezTo>
                  <a:cubicBezTo>
                    <a:pt x="207" y="470"/>
                    <a:pt x="228" y="454"/>
                    <a:pt x="248" y="436"/>
                  </a:cubicBezTo>
                  <a:cubicBezTo>
                    <a:pt x="268" y="418"/>
                    <a:pt x="287" y="396"/>
                    <a:pt x="305" y="371"/>
                  </a:cubicBezTo>
                  <a:lnTo>
                    <a:pt x="305" y="310"/>
                  </a:lnTo>
                  <a:cubicBezTo>
                    <a:pt x="287" y="338"/>
                    <a:pt x="270" y="362"/>
                    <a:pt x="249" y="383"/>
                  </a:cubicBezTo>
                  <a:cubicBezTo>
                    <a:pt x="231" y="403"/>
                    <a:pt x="209" y="420"/>
                    <a:pt x="187" y="432"/>
                  </a:cubicBezTo>
                  <a:cubicBezTo>
                    <a:pt x="161" y="447"/>
                    <a:pt x="139" y="454"/>
                    <a:pt x="121" y="454"/>
                  </a:cubicBezTo>
                  <a:cubicBezTo>
                    <a:pt x="109" y="454"/>
                    <a:pt x="98" y="451"/>
                    <a:pt x="89" y="444"/>
                  </a:cubicBezTo>
                  <a:cubicBezTo>
                    <a:pt x="65" y="426"/>
                    <a:pt x="54" y="390"/>
                    <a:pt x="54" y="332"/>
                  </a:cubicBezTo>
                  <a:cubicBezTo>
                    <a:pt x="54" y="275"/>
                    <a:pt x="65" y="225"/>
                    <a:pt x="89" y="181"/>
                  </a:cubicBezTo>
                  <a:cubicBezTo>
                    <a:pt x="112" y="138"/>
                    <a:pt x="144" y="103"/>
                    <a:pt x="187" y="78"/>
                  </a:cubicBezTo>
                  <a:cubicBezTo>
                    <a:pt x="209" y="65"/>
                    <a:pt x="231" y="58"/>
                    <a:pt x="249" y="57"/>
                  </a:cubicBezTo>
                  <a:cubicBezTo>
                    <a:pt x="255" y="56"/>
                    <a:pt x="259" y="55"/>
                    <a:pt x="264" y="55"/>
                  </a:cubicBezTo>
                  <a:cubicBezTo>
                    <a:pt x="278" y="55"/>
                    <a:pt x="292" y="59"/>
                    <a:pt x="305" y="65"/>
                  </a:cubicBezTo>
                  <a:lnTo>
                    <a:pt x="305" y="3"/>
                  </a:lnTo>
                  <a:cubicBezTo>
                    <a:pt x="297" y="2"/>
                    <a:pt x="290" y="1"/>
                    <a:pt x="2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6" name="Google Shape;6696;p51"/>
            <p:cNvSpPr/>
            <p:nvPr/>
          </p:nvSpPr>
          <p:spPr>
            <a:xfrm>
              <a:off x="6572650" y="2519550"/>
              <a:ext cx="8700" cy="13800"/>
            </a:xfrm>
            <a:custGeom>
              <a:avLst/>
              <a:gdLst/>
              <a:ahLst/>
              <a:cxnLst/>
              <a:rect l="l" t="t" r="r" b="b"/>
              <a:pathLst>
                <a:path w="348" h="552" extrusionOk="0">
                  <a:moveTo>
                    <a:pt x="173" y="74"/>
                  </a:moveTo>
                  <a:lnTo>
                    <a:pt x="243" y="251"/>
                  </a:lnTo>
                  <a:lnTo>
                    <a:pt x="103" y="331"/>
                  </a:lnTo>
                  <a:lnTo>
                    <a:pt x="173" y="74"/>
                  </a:lnTo>
                  <a:close/>
                  <a:moveTo>
                    <a:pt x="202" y="0"/>
                  </a:moveTo>
                  <a:lnTo>
                    <a:pt x="144" y="34"/>
                  </a:lnTo>
                  <a:lnTo>
                    <a:pt x="0" y="551"/>
                  </a:lnTo>
                  <a:lnTo>
                    <a:pt x="54" y="521"/>
                  </a:lnTo>
                  <a:lnTo>
                    <a:pt x="89" y="389"/>
                  </a:lnTo>
                  <a:lnTo>
                    <a:pt x="259" y="290"/>
                  </a:lnTo>
                  <a:lnTo>
                    <a:pt x="293" y="383"/>
                  </a:lnTo>
                  <a:lnTo>
                    <a:pt x="347" y="353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7" name="Google Shape;6697;p51"/>
            <p:cNvSpPr/>
            <p:nvPr/>
          </p:nvSpPr>
          <p:spPr>
            <a:xfrm>
              <a:off x="6582700" y="2514325"/>
              <a:ext cx="7375" cy="13250"/>
            </a:xfrm>
            <a:custGeom>
              <a:avLst/>
              <a:gdLst/>
              <a:ahLst/>
              <a:cxnLst/>
              <a:rect l="l" t="t" r="r" b="b"/>
              <a:pathLst>
                <a:path w="295" h="530" extrusionOk="0">
                  <a:moveTo>
                    <a:pt x="158" y="62"/>
                  </a:moveTo>
                  <a:cubicBezTo>
                    <a:pt x="163" y="62"/>
                    <a:pt x="167" y="63"/>
                    <a:pt x="171" y="64"/>
                  </a:cubicBezTo>
                  <a:cubicBezTo>
                    <a:pt x="184" y="70"/>
                    <a:pt x="190" y="85"/>
                    <a:pt x="190" y="111"/>
                  </a:cubicBezTo>
                  <a:cubicBezTo>
                    <a:pt x="190" y="136"/>
                    <a:pt x="184" y="159"/>
                    <a:pt x="171" y="179"/>
                  </a:cubicBezTo>
                  <a:cubicBezTo>
                    <a:pt x="158" y="199"/>
                    <a:pt x="139" y="217"/>
                    <a:pt x="115" y="231"/>
                  </a:cubicBezTo>
                  <a:lnTo>
                    <a:pt x="51" y="267"/>
                  </a:lnTo>
                  <a:lnTo>
                    <a:pt x="51" y="114"/>
                  </a:lnTo>
                  <a:lnTo>
                    <a:pt x="115" y="76"/>
                  </a:lnTo>
                  <a:cubicBezTo>
                    <a:pt x="132" y="67"/>
                    <a:pt x="147" y="62"/>
                    <a:pt x="158" y="62"/>
                  </a:cubicBezTo>
                  <a:close/>
                  <a:moveTo>
                    <a:pt x="193" y="0"/>
                  </a:moveTo>
                  <a:cubicBezTo>
                    <a:pt x="173" y="0"/>
                    <a:pt x="147" y="10"/>
                    <a:pt x="115" y="28"/>
                  </a:cubicBezTo>
                  <a:lnTo>
                    <a:pt x="0" y="95"/>
                  </a:lnTo>
                  <a:lnTo>
                    <a:pt x="0" y="530"/>
                  </a:lnTo>
                  <a:lnTo>
                    <a:pt x="51" y="501"/>
                  </a:lnTo>
                  <a:lnTo>
                    <a:pt x="51" y="317"/>
                  </a:lnTo>
                  <a:lnTo>
                    <a:pt x="106" y="285"/>
                  </a:lnTo>
                  <a:cubicBezTo>
                    <a:pt x="122" y="276"/>
                    <a:pt x="136" y="271"/>
                    <a:pt x="146" y="271"/>
                  </a:cubicBezTo>
                  <a:cubicBezTo>
                    <a:pt x="149" y="271"/>
                    <a:pt x="152" y="271"/>
                    <a:pt x="154" y="272"/>
                  </a:cubicBezTo>
                  <a:cubicBezTo>
                    <a:pt x="167" y="273"/>
                    <a:pt x="179" y="286"/>
                    <a:pt x="192" y="308"/>
                  </a:cubicBezTo>
                  <a:lnTo>
                    <a:pt x="239" y="392"/>
                  </a:lnTo>
                  <a:lnTo>
                    <a:pt x="295" y="360"/>
                  </a:lnTo>
                  <a:lnTo>
                    <a:pt x="242" y="272"/>
                  </a:lnTo>
                  <a:cubicBezTo>
                    <a:pt x="232" y="253"/>
                    <a:pt x="222" y="240"/>
                    <a:pt x="210" y="231"/>
                  </a:cubicBezTo>
                  <a:cubicBezTo>
                    <a:pt x="202" y="225"/>
                    <a:pt x="193" y="222"/>
                    <a:pt x="184" y="222"/>
                  </a:cubicBezTo>
                  <a:cubicBezTo>
                    <a:pt x="182" y="222"/>
                    <a:pt x="180" y="222"/>
                    <a:pt x="179" y="223"/>
                  </a:cubicBezTo>
                  <a:cubicBezTo>
                    <a:pt x="200" y="204"/>
                    <a:pt x="216" y="182"/>
                    <a:pt x="228" y="157"/>
                  </a:cubicBezTo>
                  <a:cubicBezTo>
                    <a:pt x="238" y="133"/>
                    <a:pt x="244" y="107"/>
                    <a:pt x="244" y="79"/>
                  </a:cubicBezTo>
                  <a:cubicBezTo>
                    <a:pt x="244" y="37"/>
                    <a:pt x="234" y="12"/>
                    <a:pt x="212" y="4"/>
                  </a:cubicBezTo>
                  <a:cubicBezTo>
                    <a:pt x="206" y="1"/>
                    <a:pt x="200" y="0"/>
                    <a:pt x="1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8" name="Google Shape;6698;p51"/>
            <p:cNvSpPr/>
            <p:nvPr/>
          </p:nvSpPr>
          <p:spPr>
            <a:xfrm>
              <a:off x="6591725" y="2508825"/>
              <a:ext cx="7950" cy="13575"/>
            </a:xfrm>
            <a:custGeom>
              <a:avLst/>
              <a:gdLst/>
              <a:ahLst/>
              <a:cxnLst/>
              <a:rect l="l" t="t" r="r" b="b"/>
              <a:pathLst>
                <a:path w="318" h="543" extrusionOk="0">
                  <a:moveTo>
                    <a:pt x="202" y="60"/>
                  </a:moveTo>
                  <a:cubicBezTo>
                    <a:pt x="212" y="60"/>
                    <a:pt x="220" y="62"/>
                    <a:pt x="228" y="66"/>
                  </a:cubicBezTo>
                  <a:cubicBezTo>
                    <a:pt x="251" y="79"/>
                    <a:pt x="264" y="115"/>
                    <a:pt x="264" y="173"/>
                  </a:cubicBezTo>
                  <a:cubicBezTo>
                    <a:pt x="264" y="231"/>
                    <a:pt x="251" y="282"/>
                    <a:pt x="228" y="322"/>
                  </a:cubicBezTo>
                  <a:cubicBezTo>
                    <a:pt x="203" y="363"/>
                    <a:pt x="166" y="399"/>
                    <a:pt x="113" y="429"/>
                  </a:cubicBezTo>
                  <a:lnTo>
                    <a:pt x="51" y="464"/>
                  </a:lnTo>
                  <a:lnTo>
                    <a:pt x="51" y="126"/>
                  </a:lnTo>
                  <a:lnTo>
                    <a:pt x="113" y="90"/>
                  </a:lnTo>
                  <a:cubicBezTo>
                    <a:pt x="150" y="70"/>
                    <a:pt x="179" y="60"/>
                    <a:pt x="202" y="60"/>
                  </a:cubicBezTo>
                  <a:close/>
                  <a:moveTo>
                    <a:pt x="235" y="0"/>
                  </a:moveTo>
                  <a:cubicBezTo>
                    <a:pt x="203" y="0"/>
                    <a:pt x="159" y="16"/>
                    <a:pt x="105" y="47"/>
                  </a:cubicBezTo>
                  <a:lnTo>
                    <a:pt x="0" y="108"/>
                  </a:lnTo>
                  <a:lnTo>
                    <a:pt x="0" y="543"/>
                  </a:lnTo>
                  <a:lnTo>
                    <a:pt x="105" y="482"/>
                  </a:lnTo>
                  <a:cubicBezTo>
                    <a:pt x="177" y="440"/>
                    <a:pt x="232" y="392"/>
                    <a:pt x="266" y="337"/>
                  </a:cubicBezTo>
                  <a:cubicBezTo>
                    <a:pt x="300" y="282"/>
                    <a:pt x="318" y="216"/>
                    <a:pt x="318" y="141"/>
                  </a:cubicBezTo>
                  <a:cubicBezTo>
                    <a:pt x="318" y="67"/>
                    <a:pt x="300" y="22"/>
                    <a:pt x="266" y="6"/>
                  </a:cubicBezTo>
                  <a:cubicBezTo>
                    <a:pt x="257" y="2"/>
                    <a:pt x="247" y="0"/>
                    <a:pt x="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9" name="Google Shape;6699;p51"/>
            <p:cNvSpPr/>
            <p:nvPr/>
          </p:nvSpPr>
          <p:spPr>
            <a:xfrm>
              <a:off x="6523050" y="2589050"/>
              <a:ext cx="24675" cy="20750"/>
            </a:xfrm>
            <a:custGeom>
              <a:avLst/>
              <a:gdLst/>
              <a:ahLst/>
              <a:cxnLst/>
              <a:rect l="l" t="t" r="r" b="b"/>
              <a:pathLst>
                <a:path w="987" h="830" extrusionOk="0">
                  <a:moveTo>
                    <a:pt x="945" y="1"/>
                  </a:moveTo>
                  <a:cubicBezTo>
                    <a:pt x="935" y="1"/>
                    <a:pt x="924" y="4"/>
                    <a:pt x="911" y="10"/>
                  </a:cubicBezTo>
                  <a:lnTo>
                    <a:pt x="75" y="493"/>
                  </a:lnTo>
                  <a:cubicBezTo>
                    <a:pt x="31" y="522"/>
                    <a:pt x="4" y="572"/>
                    <a:pt x="1" y="624"/>
                  </a:cubicBezTo>
                  <a:lnTo>
                    <a:pt x="1" y="776"/>
                  </a:lnTo>
                  <a:cubicBezTo>
                    <a:pt x="1" y="810"/>
                    <a:pt x="18" y="829"/>
                    <a:pt x="42" y="829"/>
                  </a:cubicBezTo>
                  <a:cubicBezTo>
                    <a:pt x="52" y="829"/>
                    <a:pt x="63" y="826"/>
                    <a:pt x="75" y="820"/>
                  </a:cubicBezTo>
                  <a:lnTo>
                    <a:pt x="911" y="337"/>
                  </a:lnTo>
                  <a:cubicBezTo>
                    <a:pt x="956" y="308"/>
                    <a:pt x="984" y="260"/>
                    <a:pt x="987" y="206"/>
                  </a:cubicBezTo>
                  <a:lnTo>
                    <a:pt x="987" y="54"/>
                  </a:lnTo>
                  <a:cubicBezTo>
                    <a:pt x="987" y="20"/>
                    <a:pt x="970" y="1"/>
                    <a:pt x="94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0" name="Google Shape;6700;p51"/>
            <p:cNvSpPr/>
            <p:nvPr/>
          </p:nvSpPr>
          <p:spPr>
            <a:xfrm>
              <a:off x="6552375" y="2572125"/>
              <a:ext cx="24675" cy="20725"/>
            </a:xfrm>
            <a:custGeom>
              <a:avLst/>
              <a:gdLst/>
              <a:ahLst/>
              <a:cxnLst/>
              <a:rect l="l" t="t" r="r" b="b"/>
              <a:pathLst>
                <a:path w="987" h="829" extrusionOk="0">
                  <a:moveTo>
                    <a:pt x="946" y="0"/>
                  </a:moveTo>
                  <a:cubicBezTo>
                    <a:pt x="936" y="0"/>
                    <a:pt x="925" y="4"/>
                    <a:pt x="913" y="10"/>
                  </a:cubicBezTo>
                  <a:lnTo>
                    <a:pt x="76" y="493"/>
                  </a:lnTo>
                  <a:cubicBezTo>
                    <a:pt x="33" y="522"/>
                    <a:pt x="4" y="570"/>
                    <a:pt x="1" y="624"/>
                  </a:cubicBezTo>
                  <a:lnTo>
                    <a:pt x="1" y="774"/>
                  </a:lnTo>
                  <a:cubicBezTo>
                    <a:pt x="1" y="808"/>
                    <a:pt x="18" y="828"/>
                    <a:pt x="43" y="828"/>
                  </a:cubicBezTo>
                  <a:cubicBezTo>
                    <a:pt x="53" y="828"/>
                    <a:pt x="64" y="825"/>
                    <a:pt x="76" y="818"/>
                  </a:cubicBezTo>
                  <a:lnTo>
                    <a:pt x="913" y="335"/>
                  </a:lnTo>
                  <a:cubicBezTo>
                    <a:pt x="956" y="306"/>
                    <a:pt x="984" y="258"/>
                    <a:pt x="987" y="206"/>
                  </a:cubicBezTo>
                  <a:lnTo>
                    <a:pt x="987" y="54"/>
                  </a:lnTo>
                  <a:cubicBezTo>
                    <a:pt x="987" y="20"/>
                    <a:pt x="970" y="0"/>
                    <a:pt x="94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1" name="Google Shape;6701;p51"/>
            <p:cNvSpPr/>
            <p:nvPr/>
          </p:nvSpPr>
          <p:spPr>
            <a:xfrm>
              <a:off x="6581750" y="2555150"/>
              <a:ext cx="24675" cy="20750"/>
            </a:xfrm>
            <a:custGeom>
              <a:avLst/>
              <a:gdLst/>
              <a:ahLst/>
              <a:cxnLst/>
              <a:rect l="l" t="t" r="r" b="b"/>
              <a:pathLst>
                <a:path w="987" h="830" extrusionOk="0">
                  <a:moveTo>
                    <a:pt x="944" y="1"/>
                  </a:moveTo>
                  <a:cubicBezTo>
                    <a:pt x="934" y="1"/>
                    <a:pt x="923" y="4"/>
                    <a:pt x="911" y="11"/>
                  </a:cubicBezTo>
                  <a:lnTo>
                    <a:pt x="74" y="493"/>
                  </a:lnTo>
                  <a:cubicBezTo>
                    <a:pt x="31" y="522"/>
                    <a:pt x="2" y="572"/>
                    <a:pt x="0" y="624"/>
                  </a:cubicBezTo>
                  <a:lnTo>
                    <a:pt x="0" y="776"/>
                  </a:lnTo>
                  <a:cubicBezTo>
                    <a:pt x="0" y="810"/>
                    <a:pt x="17" y="830"/>
                    <a:pt x="42" y="830"/>
                  </a:cubicBezTo>
                  <a:cubicBezTo>
                    <a:pt x="52" y="830"/>
                    <a:pt x="63" y="826"/>
                    <a:pt x="74" y="820"/>
                  </a:cubicBezTo>
                  <a:lnTo>
                    <a:pt x="911" y="337"/>
                  </a:lnTo>
                  <a:cubicBezTo>
                    <a:pt x="955" y="308"/>
                    <a:pt x="984" y="260"/>
                    <a:pt x="986" y="206"/>
                  </a:cubicBezTo>
                  <a:lnTo>
                    <a:pt x="986" y="54"/>
                  </a:lnTo>
                  <a:cubicBezTo>
                    <a:pt x="986" y="20"/>
                    <a:pt x="969" y="1"/>
                    <a:pt x="94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2" name="Google Shape;6702;p51"/>
            <p:cNvSpPr/>
            <p:nvPr/>
          </p:nvSpPr>
          <p:spPr>
            <a:xfrm>
              <a:off x="6611125" y="2538225"/>
              <a:ext cx="24675" cy="20725"/>
            </a:xfrm>
            <a:custGeom>
              <a:avLst/>
              <a:gdLst/>
              <a:ahLst/>
              <a:cxnLst/>
              <a:rect l="l" t="t" r="r" b="b"/>
              <a:pathLst>
                <a:path w="987" h="829" extrusionOk="0">
                  <a:moveTo>
                    <a:pt x="944" y="1"/>
                  </a:moveTo>
                  <a:cubicBezTo>
                    <a:pt x="934" y="1"/>
                    <a:pt x="923" y="4"/>
                    <a:pt x="911" y="10"/>
                  </a:cubicBezTo>
                  <a:lnTo>
                    <a:pt x="75" y="493"/>
                  </a:lnTo>
                  <a:cubicBezTo>
                    <a:pt x="30" y="522"/>
                    <a:pt x="3" y="570"/>
                    <a:pt x="0" y="624"/>
                  </a:cubicBezTo>
                  <a:lnTo>
                    <a:pt x="0" y="775"/>
                  </a:lnTo>
                  <a:cubicBezTo>
                    <a:pt x="0" y="809"/>
                    <a:pt x="17" y="829"/>
                    <a:pt x="42" y="829"/>
                  </a:cubicBezTo>
                  <a:cubicBezTo>
                    <a:pt x="52" y="829"/>
                    <a:pt x="63" y="825"/>
                    <a:pt x="75" y="818"/>
                  </a:cubicBezTo>
                  <a:lnTo>
                    <a:pt x="911" y="335"/>
                  </a:lnTo>
                  <a:cubicBezTo>
                    <a:pt x="956" y="306"/>
                    <a:pt x="983" y="258"/>
                    <a:pt x="986" y="206"/>
                  </a:cubicBezTo>
                  <a:lnTo>
                    <a:pt x="986" y="54"/>
                  </a:lnTo>
                  <a:cubicBezTo>
                    <a:pt x="986" y="20"/>
                    <a:pt x="969" y="1"/>
                    <a:pt x="94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3" name="Google Shape;6703;p51"/>
            <p:cNvSpPr/>
            <p:nvPr/>
          </p:nvSpPr>
          <p:spPr>
            <a:xfrm>
              <a:off x="6618150" y="2558225"/>
              <a:ext cx="7050" cy="7150"/>
            </a:xfrm>
            <a:custGeom>
              <a:avLst/>
              <a:gdLst/>
              <a:ahLst/>
              <a:cxnLst/>
              <a:rect l="l" t="t" r="r" b="b"/>
              <a:pathLst>
                <a:path w="282" h="286" extrusionOk="0">
                  <a:moveTo>
                    <a:pt x="257" y="0"/>
                  </a:moveTo>
                  <a:cubicBezTo>
                    <a:pt x="251" y="0"/>
                    <a:pt x="244" y="2"/>
                    <a:pt x="237" y="6"/>
                  </a:cubicBezTo>
                  <a:lnTo>
                    <a:pt x="45" y="117"/>
                  </a:lnTo>
                  <a:cubicBezTo>
                    <a:pt x="19" y="134"/>
                    <a:pt x="2" y="163"/>
                    <a:pt x="0" y="195"/>
                  </a:cubicBezTo>
                  <a:lnTo>
                    <a:pt x="0" y="254"/>
                  </a:lnTo>
                  <a:cubicBezTo>
                    <a:pt x="0" y="274"/>
                    <a:pt x="11" y="286"/>
                    <a:pt x="26" y="286"/>
                  </a:cubicBezTo>
                  <a:cubicBezTo>
                    <a:pt x="32" y="286"/>
                    <a:pt x="38" y="284"/>
                    <a:pt x="45" y="281"/>
                  </a:cubicBezTo>
                  <a:lnTo>
                    <a:pt x="237" y="169"/>
                  </a:lnTo>
                  <a:cubicBezTo>
                    <a:pt x="264" y="152"/>
                    <a:pt x="280" y="123"/>
                    <a:pt x="282" y="91"/>
                  </a:cubicBezTo>
                  <a:lnTo>
                    <a:pt x="282" y="33"/>
                  </a:lnTo>
                  <a:cubicBezTo>
                    <a:pt x="282" y="12"/>
                    <a:pt x="272" y="0"/>
                    <a:pt x="257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4" name="Google Shape;6704;p51"/>
            <p:cNvSpPr/>
            <p:nvPr/>
          </p:nvSpPr>
          <p:spPr>
            <a:xfrm>
              <a:off x="6628725" y="2552150"/>
              <a:ext cx="7075" cy="7125"/>
            </a:xfrm>
            <a:custGeom>
              <a:avLst/>
              <a:gdLst/>
              <a:ahLst/>
              <a:cxnLst/>
              <a:rect l="l" t="t" r="r" b="b"/>
              <a:pathLst>
                <a:path w="283" h="285" extrusionOk="0">
                  <a:moveTo>
                    <a:pt x="257" y="0"/>
                  </a:moveTo>
                  <a:cubicBezTo>
                    <a:pt x="251" y="0"/>
                    <a:pt x="244" y="2"/>
                    <a:pt x="237" y="6"/>
                  </a:cubicBezTo>
                  <a:lnTo>
                    <a:pt x="46" y="116"/>
                  </a:lnTo>
                  <a:cubicBezTo>
                    <a:pt x="18" y="133"/>
                    <a:pt x="2" y="162"/>
                    <a:pt x="1" y="194"/>
                  </a:cubicBezTo>
                  <a:lnTo>
                    <a:pt x="1" y="252"/>
                  </a:lnTo>
                  <a:cubicBezTo>
                    <a:pt x="1" y="273"/>
                    <a:pt x="11" y="285"/>
                    <a:pt x="26" y="285"/>
                  </a:cubicBezTo>
                  <a:cubicBezTo>
                    <a:pt x="32" y="285"/>
                    <a:pt x="38" y="283"/>
                    <a:pt x="46" y="278"/>
                  </a:cubicBezTo>
                  <a:lnTo>
                    <a:pt x="237" y="168"/>
                  </a:lnTo>
                  <a:cubicBezTo>
                    <a:pt x="263" y="151"/>
                    <a:pt x="281" y="122"/>
                    <a:pt x="282" y="90"/>
                  </a:cubicBezTo>
                  <a:lnTo>
                    <a:pt x="282" y="32"/>
                  </a:lnTo>
                  <a:cubicBezTo>
                    <a:pt x="282" y="11"/>
                    <a:pt x="272" y="0"/>
                    <a:pt x="257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5" name="Google Shape;6705;p51"/>
            <p:cNvSpPr/>
            <p:nvPr/>
          </p:nvSpPr>
          <p:spPr>
            <a:xfrm>
              <a:off x="6572250" y="2562675"/>
              <a:ext cx="63425" cy="41075"/>
            </a:xfrm>
            <a:custGeom>
              <a:avLst/>
              <a:gdLst/>
              <a:ahLst/>
              <a:cxnLst/>
              <a:rect l="l" t="t" r="r" b="b"/>
              <a:pathLst>
                <a:path w="2537" h="1643" extrusionOk="0">
                  <a:moveTo>
                    <a:pt x="2495" y="1"/>
                  </a:moveTo>
                  <a:cubicBezTo>
                    <a:pt x="2485" y="1"/>
                    <a:pt x="2474" y="4"/>
                    <a:pt x="2461" y="11"/>
                  </a:cubicBezTo>
                  <a:lnTo>
                    <a:pt x="76" y="1389"/>
                  </a:lnTo>
                  <a:cubicBezTo>
                    <a:pt x="31" y="1418"/>
                    <a:pt x="3" y="1466"/>
                    <a:pt x="1" y="1518"/>
                  </a:cubicBezTo>
                  <a:lnTo>
                    <a:pt x="1" y="1589"/>
                  </a:lnTo>
                  <a:cubicBezTo>
                    <a:pt x="1" y="1623"/>
                    <a:pt x="18" y="1643"/>
                    <a:pt x="43" y="1643"/>
                  </a:cubicBezTo>
                  <a:cubicBezTo>
                    <a:pt x="53" y="1643"/>
                    <a:pt x="64" y="1640"/>
                    <a:pt x="76" y="1632"/>
                  </a:cubicBezTo>
                  <a:lnTo>
                    <a:pt x="2461" y="255"/>
                  </a:lnTo>
                  <a:cubicBezTo>
                    <a:pt x="2506" y="226"/>
                    <a:pt x="2534" y="178"/>
                    <a:pt x="2537" y="124"/>
                  </a:cubicBezTo>
                  <a:lnTo>
                    <a:pt x="2537" y="55"/>
                  </a:lnTo>
                  <a:cubicBezTo>
                    <a:pt x="2537" y="21"/>
                    <a:pt x="2520" y="1"/>
                    <a:pt x="2495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86" name="Google Shape;6786;p51"/>
          <p:cNvSpPr txBox="1">
            <a:spLocks noGrp="1"/>
          </p:cNvSpPr>
          <p:nvPr>
            <p:ph type="title" idx="6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0" i="0" dirty="0">
                <a:solidFill>
                  <a:srgbClr val="374151"/>
                </a:solidFill>
                <a:effectLst/>
                <a:latin typeface="Söhne"/>
              </a:rPr>
              <a:t>Fraude et escroquerie</a:t>
            </a:r>
            <a:endParaRPr dirty="0"/>
          </a:p>
        </p:txBody>
      </p:sp>
      <p:sp>
        <p:nvSpPr>
          <p:cNvPr id="6793" name="Google Shape;6793;p51"/>
          <p:cNvSpPr/>
          <p:nvPr/>
        </p:nvSpPr>
        <p:spPr>
          <a:xfrm>
            <a:off x="699700" y="922825"/>
            <a:ext cx="945300" cy="68400"/>
          </a:xfrm>
          <a:prstGeom prst="rect">
            <a:avLst/>
          </a:prstGeom>
          <a:solidFill>
            <a:srgbClr val="F4AA9E">
              <a:alpha val="519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149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3" name="Google Shape;3943;p39"/>
          <p:cNvGrpSpPr/>
          <p:nvPr/>
        </p:nvGrpSpPr>
        <p:grpSpPr>
          <a:xfrm>
            <a:off x="605967" y="-10381"/>
            <a:ext cx="8542497" cy="5153822"/>
            <a:chOff x="2754158" y="407117"/>
            <a:chExt cx="6014149" cy="5179200"/>
          </a:xfrm>
        </p:grpSpPr>
        <p:sp>
          <p:nvSpPr>
            <p:cNvPr id="3944" name="Google Shape;3944;p39"/>
            <p:cNvSpPr/>
            <p:nvPr/>
          </p:nvSpPr>
          <p:spPr>
            <a:xfrm>
              <a:off x="3456507" y="407117"/>
              <a:ext cx="5311800" cy="5179200"/>
            </a:xfrm>
            <a:prstGeom prst="rect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39"/>
            <p:cNvSpPr/>
            <p:nvPr/>
          </p:nvSpPr>
          <p:spPr>
            <a:xfrm rot="10800000">
              <a:off x="2754158" y="1400546"/>
              <a:ext cx="705600" cy="1297200"/>
            </a:xfrm>
            <a:prstGeom prst="rtTriangle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6" name="Google Shape;3946;p39"/>
          <p:cNvSpPr txBox="1">
            <a:spLocks noGrp="1"/>
          </p:cNvSpPr>
          <p:nvPr>
            <p:ph type="title"/>
          </p:nvPr>
        </p:nvSpPr>
        <p:spPr>
          <a:xfrm>
            <a:off x="2144111" y="1498380"/>
            <a:ext cx="6689894" cy="21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2</a:t>
            </a:r>
            <a:br>
              <a:rPr lang="en" sz="8000" dirty="0"/>
            </a:br>
            <a:r>
              <a:rPr lang="en" sz="8000" dirty="0"/>
              <a:t>Presentation</a:t>
            </a:r>
            <a:endParaRPr sz="8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9" name="Google Shape;5379;p46"/>
          <p:cNvSpPr txBox="1">
            <a:spLocks noGrp="1"/>
          </p:cNvSpPr>
          <p:nvPr>
            <p:ph type="title"/>
          </p:nvPr>
        </p:nvSpPr>
        <p:spPr>
          <a:xfrm>
            <a:off x="656599" y="249382"/>
            <a:ext cx="3915401" cy="11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Pour la présentation et la manipulation on vous feras une démo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7229;p55">
            <a:extLst>
              <a:ext uri="{FF2B5EF4-FFF2-40B4-BE49-F238E27FC236}">
                <a16:creationId xmlns:a16="http://schemas.microsoft.com/office/drawing/2014/main" id="{53A00181-D1A2-4293-B3C7-22D30081A316}"/>
              </a:ext>
            </a:extLst>
          </p:cNvPr>
          <p:cNvGrpSpPr/>
          <p:nvPr/>
        </p:nvGrpSpPr>
        <p:grpSpPr>
          <a:xfrm>
            <a:off x="4007402" y="1156643"/>
            <a:ext cx="4961680" cy="3494232"/>
            <a:chOff x="6245200" y="806800"/>
            <a:chExt cx="1464400" cy="1031325"/>
          </a:xfrm>
        </p:grpSpPr>
        <p:sp>
          <p:nvSpPr>
            <p:cNvPr id="5" name="Google Shape;7230;p55">
              <a:extLst>
                <a:ext uri="{FF2B5EF4-FFF2-40B4-BE49-F238E27FC236}">
                  <a16:creationId xmlns:a16="http://schemas.microsoft.com/office/drawing/2014/main" id="{B3E7B15D-0CEF-4733-806A-C60567505CFC}"/>
                </a:ext>
              </a:extLst>
            </p:cNvPr>
            <p:cNvSpPr/>
            <p:nvPr/>
          </p:nvSpPr>
          <p:spPr>
            <a:xfrm>
              <a:off x="6315475" y="1430600"/>
              <a:ext cx="3475" cy="2625"/>
            </a:xfrm>
            <a:custGeom>
              <a:avLst/>
              <a:gdLst/>
              <a:ahLst/>
              <a:cxnLst/>
              <a:rect l="l" t="t" r="r" b="b"/>
              <a:pathLst>
                <a:path w="139" h="105" extrusionOk="0">
                  <a:moveTo>
                    <a:pt x="118" y="0"/>
                  </a:moveTo>
                  <a:lnTo>
                    <a:pt x="1" y="70"/>
                  </a:lnTo>
                  <a:lnTo>
                    <a:pt x="20" y="104"/>
                  </a:lnTo>
                  <a:lnTo>
                    <a:pt x="138" y="3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231;p55">
              <a:extLst>
                <a:ext uri="{FF2B5EF4-FFF2-40B4-BE49-F238E27FC236}">
                  <a16:creationId xmlns:a16="http://schemas.microsoft.com/office/drawing/2014/main" id="{0456F182-4310-4E0A-AC38-CA0E9BF72CCD}"/>
                </a:ext>
              </a:extLst>
            </p:cNvPr>
            <p:cNvSpPr/>
            <p:nvPr/>
          </p:nvSpPr>
          <p:spPr>
            <a:xfrm>
              <a:off x="6245200" y="993400"/>
              <a:ext cx="1464400" cy="844725"/>
            </a:xfrm>
            <a:custGeom>
              <a:avLst/>
              <a:gdLst/>
              <a:ahLst/>
              <a:cxnLst/>
              <a:rect l="l" t="t" r="r" b="b"/>
              <a:pathLst>
                <a:path w="58576" h="33789" extrusionOk="0">
                  <a:moveTo>
                    <a:pt x="37967" y="1"/>
                  </a:moveTo>
                  <a:cubicBezTo>
                    <a:pt x="37554" y="1"/>
                    <a:pt x="37142" y="92"/>
                    <a:pt x="36828" y="273"/>
                  </a:cubicBezTo>
                  <a:lnTo>
                    <a:pt x="616" y="21322"/>
                  </a:lnTo>
                  <a:cubicBezTo>
                    <a:pt x="0" y="21685"/>
                    <a:pt x="0" y="22275"/>
                    <a:pt x="629" y="22637"/>
                  </a:cubicBezTo>
                  <a:lnTo>
                    <a:pt x="19480" y="33517"/>
                  </a:lnTo>
                  <a:cubicBezTo>
                    <a:pt x="19796" y="33698"/>
                    <a:pt x="20208" y="33789"/>
                    <a:pt x="20621" y="33789"/>
                  </a:cubicBezTo>
                  <a:cubicBezTo>
                    <a:pt x="21033" y="33789"/>
                    <a:pt x="21446" y="33698"/>
                    <a:pt x="21761" y="33517"/>
                  </a:cubicBezTo>
                  <a:lnTo>
                    <a:pt x="57958" y="12468"/>
                  </a:lnTo>
                  <a:cubicBezTo>
                    <a:pt x="58576" y="12105"/>
                    <a:pt x="58576" y="11515"/>
                    <a:pt x="57945" y="11153"/>
                  </a:cubicBezTo>
                  <a:lnTo>
                    <a:pt x="39107" y="273"/>
                  </a:lnTo>
                  <a:cubicBezTo>
                    <a:pt x="38792" y="92"/>
                    <a:pt x="38379" y="1"/>
                    <a:pt x="37967" y="1"/>
                  </a:cubicBezTo>
                  <a:close/>
                </a:path>
              </a:pathLst>
            </a:custGeom>
            <a:solidFill>
              <a:srgbClr val="595959">
                <a:alpha val="30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232;p55">
              <a:extLst>
                <a:ext uri="{FF2B5EF4-FFF2-40B4-BE49-F238E27FC236}">
                  <a16:creationId xmlns:a16="http://schemas.microsoft.com/office/drawing/2014/main" id="{575474F1-FF76-49FA-92E7-F7622436E3CC}"/>
                </a:ext>
              </a:extLst>
            </p:cNvPr>
            <p:cNvSpPr/>
            <p:nvPr/>
          </p:nvSpPr>
          <p:spPr>
            <a:xfrm>
              <a:off x="6245200" y="872325"/>
              <a:ext cx="1464400" cy="844725"/>
            </a:xfrm>
            <a:custGeom>
              <a:avLst/>
              <a:gdLst/>
              <a:ahLst/>
              <a:cxnLst/>
              <a:rect l="l" t="t" r="r" b="b"/>
              <a:pathLst>
                <a:path w="58576" h="33789" extrusionOk="0">
                  <a:moveTo>
                    <a:pt x="37967" y="1"/>
                  </a:moveTo>
                  <a:cubicBezTo>
                    <a:pt x="37554" y="1"/>
                    <a:pt x="37142" y="91"/>
                    <a:pt x="36828" y="273"/>
                  </a:cubicBezTo>
                  <a:lnTo>
                    <a:pt x="616" y="21322"/>
                  </a:lnTo>
                  <a:cubicBezTo>
                    <a:pt x="0" y="21684"/>
                    <a:pt x="0" y="22274"/>
                    <a:pt x="629" y="22637"/>
                  </a:cubicBezTo>
                  <a:lnTo>
                    <a:pt x="19480" y="33517"/>
                  </a:lnTo>
                  <a:cubicBezTo>
                    <a:pt x="19796" y="33698"/>
                    <a:pt x="20208" y="33789"/>
                    <a:pt x="20621" y="33789"/>
                  </a:cubicBezTo>
                  <a:cubicBezTo>
                    <a:pt x="21033" y="33789"/>
                    <a:pt x="21446" y="33698"/>
                    <a:pt x="21761" y="33517"/>
                  </a:cubicBezTo>
                  <a:lnTo>
                    <a:pt x="57958" y="12468"/>
                  </a:lnTo>
                  <a:cubicBezTo>
                    <a:pt x="58576" y="12105"/>
                    <a:pt x="58576" y="11515"/>
                    <a:pt x="57945" y="11152"/>
                  </a:cubicBezTo>
                  <a:lnTo>
                    <a:pt x="39107" y="273"/>
                  </a:lnTo>
                  <a:cubicBezTo>
                    <a:pt x="38792" y="91"/>
                    <a:pt x="38379" y="1"/>
                    <a:pt x="3796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233;p55">
              <a:extLst>
                <a:ext uri="{FF2B5EF4-FFF2-40B4-BE49-F238E27FC236}">
                  <a16:creationId xmlns:a16="http://schemas.microsoft.com/office/drawing/2014/main" id="{5FDE47F1-B8ED-435C-AC00-D0A9A054ADD8}"/>
                </a:ext>
              </a:extLst>
            </p:cNvPr>
            <p:cNvSpPr/>
            <p:nvPr/>
          </p:nvSpPr>
          <p:spPr>
            <a:xfrm>
              <a:off x="6368950" y="933100"/>
              <a:ext cx="1224950" cy="710425"/>
            </a:xfrm>
            <a:custGeom>
              <a:avLst/>
              <a:gdLst/>
              <a:ahLst/>
              <a:cxnLst/>
              <a:rect l="l" t="t" r="r" b="b"/>
              <a:pathLst>
                <a:path w="48998" h="28417" extrusionOk="0">
                  <a:moveTo>
                    <a:pt x="29395" y="1"/>
                  </a:moveTo>
                  <a:lnTo>
                    <a:pt x="1" y="17093"/>
                  </a:lnTo>
                  <a:lnTo>
                    <a:pt x="19588" y="28416"/>
                  </a:lnTo>
                  <a:lnTo>
                    <a:pt x="48997" y="11324"/>
                  </a:lnTo>
                  <a:lnTo>
                    <a:pt x="2939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234;p55">
              <a:extLst>
                <a:ext uri="{FF2B5EF4-FFF2-40B4-BE49-F238E27FC236}">
                  <a16:creationId xmlns:a16="http://schemas.microsoft.com/office/drawing/2014/main" id="{C459C009-0965-453D-AAF5-7F0854E698F9}"/>
                </a:ext>
              </a:extLst>
            </p:cNvPr>
            <p:cNvSpPr/>
            <p:nvPr/>
          </p:nvSpPr>
          <p:spPr>
            <a:xfrm>
              <a:off x="7426550" y="1062675"/>
              <a:ext cx="23525" cy="12275"/>
            </a:xfrm>
            <a:custGeom>
              <a:avLst/>
              <a:gdLst/>
              <a:ahLst/>
              <a:cxnLst/>
              <a:rect l="l" t="t" r="r" b="b"/>
              <a:pathLst>
                <a:path w="941" h="491" extrusionOk="0">
                  <a:moveTo>
                    <a:pt x="469" y="1"/>
                  </a:moveTo>
                  <a:cubicBezTo>
                    <a:pt x="360" y="1"/>
                    <a:pt x="249" y="24"/>
                    <a:pt x="162" y="71"/>
                  </a:cubicBezTo>
                  <a:cubicBezTo>
                    <a:pt x="1" y="166"/>
                    <a:pt x="1" y="327"/>
                    <a:pt x="162" y="419"/>
                  </a:cubicBezTo>
                  <a:cubicBezTo>
                    <a:pt x="242" y="466"/>
                    <a:pt x="350" y="490"/>
                    <a:pt x="459" y="490"/>
                  </a:cubicBezTo>
                  <a:cubicBezTo>
                    <a:pt x="568" y="490"/>
                    <a:pt x="679" y="466"/>
                    <a:pt x="767" y="419"/>
                  </a:cubicBezTo>
                  <a:cubicBezTo>
                    <a:pt x="941" y="312"/>
                    <a:pt x="941" y="166"/>
                    <a:pt x="767" y="71"/>
                  </a:cubicBezTo>
                  <a:cubicBezTo>
                    <a:pt x="686" y="24"/>
                    <a:pt x="578" y="1"/>
                    <a:pt x="469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235;p55">
              <a:extLst>
                <a:ext uri="{FF2B5EF4-FFF2-40B4-BE49-F238E27FC236}">
                  <a16:creationId xmlns:a16="http://schemas.microsoft.com/office/drawing/2014/main" id="{83BC96AE-F637-4DC7-A2BD-4EE54E380B26}"/>
                </a:ext>
              </a:extLst>
            </p:cNvPr>
            <p:cNvSpPr/>
            <p:nvPr/>
          </p:nvSpPr>
          <p:spPr>
            <a:xfrm>
              <a:off x="7333975" y="1008850"/>
              <a:ext cx="81225" cy="45800"/>
            </a:xfrm>
            <a:custGeom>
              <a:avLst/>
              <a:gdLst/>
              <a:ahLst/>
              <a:cxnLst/>
              <a:rect l="l" t="t" r="r" b="b"/>
              <a:pathLst>
                <a:path w="3249" h="1832" extrusionOk="0">
                  <a:moveTo>
                    <a:pt x="336" y="1"/>
                  </a:moveTo>
                  <a:cubicBezTo>
                    <a:pt x="259" y="1"/>
                    <a:pt x="182" y="17"/>
                    <a:pt x="122" y="51"/>
                  </a:cubicBezTo>
                  <a:cubicBezTo>
                    <a:pt x="1" y="117"/>
                    <a:pt x="1" y="225"/>
                    <a:pt x="122" y="291"/>
                  </a:cubicBezTo>
                  <a:lnTo>
                    <a:pt x="2698" y="1781"/>
                  </a:lnTo>
                  <a:cubicBezTo>
                    <a:pt x="2759" y="1815"/>
                    <a:pt x="2836" y="1832"/>
                    <a:pt x="2913" y="1832"/>
                  </a:cubicBezTo>
                  <a:cubicBezTo>
                    <a:pt x="2990" y="1832"/>
                    <a:pt x="3067" y="1815"/>
                    <a:pt x="3127" y="1781"/>
                  </a:cubicBezTo>
                  <a:cubicBezTo>
                    <a:pt x="3249" y="1714"/>
                    <a:pt x="3249" y="1607"/>
                    <a:pt x="3127" y="1527"/>
                  </a:cubicBezTo>
                  <a:lnTo>
                    <a:pt x="552" y="51"/>
                  </a:lnTo>
                  <a:cubicBezTo>
                    <a:pt x="491" y="17"/>
                    <a:pt x="413" y="1"/>
                    <a:pt x="336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236;p55">
              <a:extLst>
                <a:ext uri="{FF2B5EF4-FFF2-40B4-BE49-F238E27FC236}">
                  <a16:creationId xmlns:a16="http://schemas.microsoft.com/office/drawing/2014/main" id="{F83FC5BD-F63C-49C6-B016-4CCED09F1B5E}"/>
                </a:ext>
              </a:extLst>
            </p:cNvPr>
            <p:cNvSpPr/>
            <p:nvPr/>
          </p:nvSpPr>
          <p:spPr>
            <a:xfrm>
              <a:off x="6504425" y="1507925"/>
              <a:ext cx="107250" cy="56550"/>
            </a:xfrm>
            <a:custGeom>
              <a:avLst/>
              <a:gdLst/>
              <a:ahLst/>
              <a:cxnLst/>
              <a:rect l="l" t="t" r="r" b="b"/>
              <a:pathLst>
                <a:path w="4290" h="2262" extrusionOk="0">
                  <a:moveTo>
                    <a:pt x="2147" y="1"/>
                  </a:moveTo>
                  <a:cubicBezTo>
                    <a:pt x="1644" y="1"/>
                    <a:pt x="1141" y="113"/>
                    <a:pt x="759" y="336"/>
                  </a:cubicBezTo>
                  <a:cubicBezTo>
                    <a:pt x="0" y="779"/>
                    <a:pt x="6" y="1492"/>
                    <a:pt x="772" y="1933"/>
                  </a:cubicBezTo>
                  <a:cubicBezTo>
                    <a:pt x="1155" y="2152"/>
                    <a:pt x="1652" y="2262"/>
                    <a:pt x="2149" y="2262"/>
                  </a:cubicBezTo>
                  <a:cubicBezTo>
                    <a:pt x="2650" y="2262"/>
                    <a:pt x="3151" y="2151"/>
                    <a:pt x="3531" y="1929"/>
                  </a:cubicBezTo>
                  <a:cubicBezTo>
                    <a:pt x="4290" y="1485"/>
                    <a:pt x="4287" y="770"/>
                    <a:pt x="3518" y="328"/>
                  </a:cubicBezTo>
                  <a:cubicBezTo>
                    <a:pt x="3138" y="110"/>
                    <a:pt x="2643" y="1"/>
                    <a:pt x="2147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237;p55">
              <a:extLst>
                <a:ext uri="{FF2B5EF4-FFF2-40B4-BE49-F238E27FC236}">
                  <a16:creationId xmlns:a16="http://schemas.microsoft.com/office/drawing/2014/main" id="{B76A20E9-9F5D-4E2F-A0D2-80B9421A53FE}"/>
                </a:ext>
              </a:extLst>
            </p:cNvPr>
            <p:cNvSpPr/>
            <p:nvPr/>
          </p:nvSpPr>
          <p:spPr>
            <a:xfrm>
              <a:off x="6248850" y="1167550"/>
              <a:ext cx="1457050" cy="593625"/>
            </a:xfrm>
            <a:custGeom>
              <a:avLst/>
              <a:gdLst/>
              <a:ahLst/>
              <a:cxnLst/>
              <a:rect l="l" t="t" r="r" b="b"/>
              <a:pathLst>
                <a:path w="58282" h="23745" extrusionOk="0">
                  <a:moveTo>
                    <a:pt x="58282" y="0"/>
                  </a:moveTo>
                  <a:cubicBezTo>
                    <a:pt x="58282" y="243"/>
                    <a:pt x="58121" y="470"/>
                    <a:pt x="57812" y="659"/>
                  </a:cubicBezTo>
                  <a:lnTo>
                    <a:pt x="21602" y="21708"/>
                  </a:lnTo>
                  <a:cubicBezTo>
                    <a:pt x="21287" y="21889"/>
                    <a:pt x="20876" y="21979"/>
                    <a:pt x="20464" y="21979"/>
                  </a:cubicBezTo>
                  <a:cubicBezTo>
                    <a:pt x="20085" y="21979"/>
                    <a:pt x="19706" y="21903"/>
                    <a:pt x="19402" y="21750"/>
                  </a:cubicBezTo>
                  <a:lnTo>
                    <a:pt x="19402" y="21748"/>
                  </a:lnTo>
                  <a:lnTo>
                    <a:pt x="19321" y="21708"/>
                  </a:lnTo>
                  <a:lnTo>
                    <a:pt x="483" y="10828"/>
                  </a:lnTo>
                  <a:cubicBezTo>
                    <a:pt x="376" y="10760"/>
                    <a:pt x="259" y="10677"/>
                    <a:pt x="215" y="10626"/>
                  </a:cubicBezTo>
                  <a:cubicBezTo>
                    <a:pt x="151" y="10568"/>
                    <a:pt x="99" y="10500"/>
                    <a:pt x="61" y="10423"/>
                  </a:cubicBezTo>
                  <a:cubicBezTo>
                    <a:pt x="54" y="10409"/>
                    <a:pt x="50" y="10394"/>
                    <a:pt x="44" y="10380"/>
                  </a:cubicBezTo>
                  <a:cubicBezTo>
                    <a:pt x="35" y="10360"/>
                    <a:pt x="28" y="10338"/>
                    <a:pt x="22" y="10318"/>
                  </a:cubicBezTo>
                  <a:cubicBezTo>
                    <a:pt x="19" y="10303"/>
                    <a:pt x="15" y="10289"/>
                    <a:pt x="12" y="10276"/>
                  </a:cubicBezTo>
                  <a:cubicBezTo>
                    <a:pt x="5" y="10241"/>
                    <a:pt x="2" y="10206"/>
                    <a:pt x="0" y="10170"/>
                  </a:cubicBezTo>
                  <a:lnTo>
                    <a:pt x="0" y="11913"/>
                  </a:lnTo>
                  <a:cubicBezTo>
                    <a:pt x="0" y="11947"/>
                    <a:pt x="5" y="11982"/>
                    <a:pt x="12" y="12017"/>
                  </a:cubicBezTo>
                  <a:cubicBezTo>
                    <a:pt x="15" y="12032"/>
                    <a:pt x="19" y="12046"/>
                    <a:pt x="22" y="12059"/>
                  </a:cubicBezTo>
                  <a:cubicBezTo>
                    <a:pt x="28" y="12081"/>
                    <a:pt x="35" y="12101"/>
                    <a:pt x="44" y="12121"/>
                  </a:cubicBezTo>
                  <a:cubicBezTo>
                    <a:pt x="50" y="12136"/>
                    <a:pt x="54" y="12150"/>
                    <a:pt x="61" y="12165"/>
                  </a:cubicBezTo>
                  <a:cubicBezTo>
                    <a:pt x="134" y="12316"/>
                    <a:pt x="272" y="12456"/>
                    <a:pt x="470" y="12570"/>
                  </a:cubicBezTo>
                  <a:lnTo>
                    <a:pt x="19401" y="23504"/>
                  </a:lnTo>
                  <a:cubicBezTo>
                    <a:pt x="19836" y="23689"/>
                    <a:pt x="20213" y="23745"/>
                    <a:pt x="20511" y="23745"/>
                  </a:cubicBezTo>
                  <a:cubicBezTo>
                    <a:pt x="20970" y="23745"/>
                    <a:pt x="21240" y="23612"/>
                    <a:pt x="21240" y="23612"/>
                  </a:cubicBezTo>
                  <a:cubicBezTo>
                    <a:pt x="21375" y="23571"/>
                    <a:pt x="21495" y="23518"/>
                    <a:pt x="23769" y="22179"/>
                  </a:cubicBezTo>
                  <a:cubicBezTo>
                    <a:pt x="23769" y="22179"/>
                    <a:pt x="57853" y="2374"/>
                    <a:pt x="57880" y="2361"/>
                  </a:cubicBezTo>
                  <a:cubicBezTo>
                    <a:pt x="57887" y="2355"/>
                    <a:pt x="57895" y="2349"/>
                    <a:pt x="57903" y="2344"/>
                  </a:cubicBezTo>
                  <a:cubicBezTo>
                    <a:pt x="57918" y="2334"/>
                    <a:pt x="57931" y="2325"/>
                    <a:pt x="57944" y="2315"/>
                  </a:cubicBezTo>
                  <a:cubicBezTo>
                    <a:pt x="57963" y="2300"/>
                    <a:pt x="57980" y="2287"/>
                    <a:pt x="57998" y="2273"/>
                  </a:cubicBezTo>
                  <a:cubicBezTo>
                    <a:pt x="58009" y="2264"/>
                    <a:pt x="58019" y="2254"/>
                    <a:pt x="58031" y="2245"/>
                  </a:cubicBezTo>
                  <a:cubicBezTo>
                    <a:pt x="58050" y="2226"/>
                    <a:pt x="58069" y="2209"/>
                    <a:pt x="58086" y="2190"/>
                  </a:cubicBezTo>
                  <a:cubicBezTo>
                    <a:pt x="58092" y="2184"/>
                    <a:pt x="58098" y="2178"/>
                    <a:pt x="58102" y="2173"/>
                  </a:cubicBezTo>
                  <a:cubicBezTo>
                    <a:pt x="58124" y="2149"/>
                    <a:pt x="58143" y="2125"/>
                    <a:pt x="58161" y="2099"/>
                  </a:cubicBezTo>
                  <a:lnTo>
                    <a:pt x="58164" y="2096"/>
                  </a:lnTo>
                  <a:cubicBezTo>
                    <a:pt x="58219" y="2019"/>
                    <a:pt x="58257" y="1929"/>
                    <a:pt x="58275" y="1835"/>
                  </a:cubicBezTo>
                  <a:lnTo>
                    <a:pt x="58275" y="1833"/>
                  </a:lnTo>
                  <a:cubicBezTo>
                    <a:pt x="58279" y="1804"/>
                    <a:pt x="58282" y="1774"/>
                    <a:pt x="58282" y="1743"/>
                  </a:cubicBezTo>
                  <a:lnTo>
                    <a:pt x="58282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238;p55">
              <a:extLst>
                <a:ext uri="{FF2B5EF4-FFF2-40B4-BE49-F238E27FC236}">
                  <a16:creationId xmlns:a16="http://schemas.microsoft.com/office/drawing/2014/main" id="{015BFB87-A5FC-40F5-8C52-41081884119E}"/>
                </a:ext>
              </a:extLst>
            </p:cNvPr>
            <p:cNvSpPr/>
            <p:nvPr/>
          </p:nvSpPr>
          <p:spPr>
            <a:xfrm>
              <a:off x="6417100" y="1215350"/>
              <a:ext cx="426200" cy="247525"/>
            </a:xfrm>
            <a:custGeom>
              <a:avLst/>
              <a:gdLst/>
              <a:ahLst/>
              <a:cxnLst/>
              <a:rect l="l" t="t" r="r" b="b"/>
              <a:pathLst>
                <a:path w="17048" h="9901" extrusionOk="0">
                  <a:moveTo>
                    <a:pt x="9875" y="1"/>
                  </a:moveTo>
                  <a:cubicBezTo>
                    <a:pt x="9817" y="1"/>
                    <a:pt x="9759" y="13"/>
                    <a:pt x="9716" y="39"/>
                  </a:cubicBezTo>
                  <a:lnTo>
                    <a:pt x="89" y="5637"/>
                  </a:lnTo>
                  <a:cubicBezTo>
                    <a:pt x="0" y="5690"/>
                    <a:pt x="0" y="5772"/>
                    <a:pt x="89" y="5823"/>
                  </a:cubicBezTo>
                  <a:lnTo>
                    <a:pt x="7013" y="9861"/>
                  </a:lnTo>
                  <a:cubicBezTo>
                    <a:pt x="7057" y="9888"/>
                    <a:pt x="7115" y="9901"/>
                    <a:pt x="7173" y="9901"/>
                  </a:cubicBezTo>
                  <a:cubicBezTo>
                    <a:pt x="7231" y="9901"/>
                    <a:pt x="7289" y="9888"/>
                    <a:pt x="7333" y="9861"/>
                  </a:cubicBezTo>
                  <a:lnTo>
                    <a:pt x="16960" y="4263"/>
                  </a:lnTo>
                  <a:cubicBezTo>
                    <a:pt x="17047" y="4212"/>
                    <a:pt x="17047" y="4128"/>
                    <a:pt x="16960" y="4077"/>
                  </a:cubicBezTo>
                  <a:lnTo>
                    <a:pt x="10036" y="39"/>
                  </a:lnTo>
                  <a:cubicBezTo>
                    <a:pt x="9992" y="13"/>
                    <a:pt x="9934" y="1"/>
                    <a:pt x="987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239;p55">
              <a:extLst>
                <a:ext uri="{FF2B5EF4-FFF2-40B4-BE49-F238E27FC236}">
                  <a16:creationId xmlns:a16="http://schemas.microsoft.com/office/drawing/2014/main" id="{715A5D0E-0D46-45D8-A705-F3F8CBA64757}"/>
                </a:ext>
              </a:extLst>
            </p:cNvPr>
            <p:cNvSpPr/>
            <p:nvPr/>
          </p:nvSpPr>
          <p:spPr>
            <a:xfrm>
              <a:off x="6926075" y="948525"/>
              <a:ext cx="340250" cy="197525"/>
            </a:xfrm>
            <a:custGeom>
              <a:avLst/>
              <a:gdLst/>
              <a:ahLst/>
              <a:cxnLst/>
              <a:rect l="l" t="t" r="r" b="b"/>
              <a:pathLst>
                <a:path w="13610" h="7901" extrusionOk="0">
                  <a:moveTo>
                    <a:pt x="7173" y="0"/>
                  </a:moveTo>
                  <a:cubicBezTo>
                    <a:pt x="7115" y="0"/>
                    <a:pt x="7057" y="13"/>
                    <a:pt x="7013" y="39"/>
                  </a:cubicBezTo>
                  <a:lnTo>
                    <a:pt x="89" y="4078"/>
                  </a:lnTo>
                  <a:cubicBezTo>
                    <a:pt x="0" y="4128"/>
                    <a:pt x="0" y="4211"/>
                    <a:pt x="87" y="4262"/>
                  </a:cubicBezTo>
                  <a:lnTo>
                    <a:pt x="6278" y="7862"/>
                  </a:lnTo>
                  <a:cubicBezTo>
                    <a:pt x="6321" y="7888"/>
                    <a:pt x="6379" y="7900"/>
                    <a:pt x="6437" y="7900"/>
                  </a:cubicBezTo>
                  <a:cubicBezTo>
                    <a:pt x="6494" y="7900"/>
                    <a:pt x="6552" y="7888"/>
                    <a:pt x="6597" y="7862"/>
                  </a:cubicBezTo>
                  <a:lnTo>
                    <a:pt x="13521" y="3824"/>
                  </a:lnTo>
                  <a:cubicBezTo>
                    <a:pt x="13609" y="3773"/>
                    <a:pt x="13609" y="3689"/>
                    <a:pt x="13522" y="3638"/>
                  </a:cubicBezTo>
                  <a:lnTo>
                    <a:pt x="7333" y="39"/>
                  </a:lnTo>
                  <a:cubicBezTo>
                    <a:pt x="7289" y="13"/>
                    <a:pt x="7231" y="0"/>
                    <a:pt x="717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240;p55">
              <a:extLst>
                <a:ext uri="{FF2B5EF4-FFF2-40B4-BE49-F238E27FC236}">
                  <a16:creationId xmlns:a16="http://schemas.microsoft.com/office/drawing/2014/main" id="{31BC6BAF-F836-4F74-9C25-690AC1977280}"/>
                </a:ext>
              </a:extLst>
            </p:cNvPr>
            <p:cNvSpPr/>
            <p:nvPr/>
          </p:nvSpPr>
          <p:spPr>
            <a:xfrm>
              <a:off x="7088050" y="973275"/>
              <a:ext cx="134250" cy="153725"/>
            </a:xfrm>
            <a:custGeom>
              <a:avLst/>
              <a:gdLst/>
              <a:ahLst/>
              <a:cxnLst/>
              <a:rect l="l" t="t" r="r" b="b"/>
              <a:pathLst>
                <a:path w="5370" h="6149" extrusionOk="0">
                  <a:moveTo>
                    <a:pt x="5319" y="0"/>
                  </a:moveTo>
                  <a:lnTo>
                    <a:pt x="0" y="3014"/>
                  </a:lnTo>
                  <a:lnTo>
                    <a:pt x="51" y="6149"/>
                  </a:lnTo>
                  <a:lnTo>
                    <a:pt x="5370" y="3135"/>
                  </a:lnTo>
                  <a:lnTo>
                    <a:pt x="5319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241;p55">
              <a:extLst>
                <a:ext uri="{FF2B5EF4-FFF2-40B4-BE49-F238E27FC236}">
                  <a16:creationId xmlns:a16="http://schemas.microsoft.com/office/drawing/2014/main" id="{8DC4333A-6E10-4492-877C-38C93CAFA475}"/>
                </a:ext>
              </a:extLst>
            </p:cNvPr>
            <p:cNvSpPr/>
            <p:nvPr/>
          </p:nvSpPr>
          <p:spPr>
            <a:xfrm>
              <a:off x="6951325" y="970625"/>
              <a:ext cx="138000" cy="156375"/>
            </a:xfrm>
            <a:custGeom>
              <a:avLst/>
              <a:gdLst/>
              <a:ahLst/>
              <a:cxnLst/>
              <a:rect l="l" t="t" r="r" b="b"/>
              <a:pathLst>
                <a:path w="5520" h="6255" extrusionOk="0">
                  <a:moveTo>
                    <a:pt x="1" y="1"/>
                  </a:moveTo>
                  <a:lnTo>
                    <a:pt x="52" y="3136"/>
                  </a:lnTo>
                  <a:lnTo>
                    <a:pt x="5520" y="6255"/>
                  </a:lnTo>
                  <a:lnTo>
                    <a:pt x="5469" y="31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242;p55">
              <a:extLst>
                <a:ext uri="{FF2B5EF4-FFF2-40B4-BE49-F238E27FC236}">
                  <a16:creationId xmlns:a16="http://schemas.microsoft.com/office/drawing/2014/main" id="{A8B22203-666C-4C21-AB3A-DDE0945B8BBF}"/>
                </a:ext>
              </a:extLst>
            </p:cNvPr>
            <p:cNvSpPr/>
            <p:nvPr/>
          </p:nvSpPr>
          <p:spPr>
            <a:xfrm>
              <a:off x="6951325" y="895300"/>
              <a:ext cx="269725" cy="153325"/>
            </a:xfrm>
            <a:custGeom>
              <a:avLst/>
              <a:gdLst/>
              <a:ahLst/>
              <a:cxnLst/>
              <a:rect l="l" t="t" r="r" b="b"/>
              <a:pathLst>
                <a:path w="10789" h="6133" extrusionOk="0">
                  <a:moveTo>
                    <a:pt x="5320" y="0"/>
                  </a:moveTo>
                  <a:lnTo>
                    <a:pt x="1" y="3014"/>
                  </a:lnTo>
                  <a:lnTo>
                    <a:pt x="5469" y="6133"/>
                  </a:lnTo>
                  <a:lnTo>
                    <a:pt x="10788" y="3119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243;p55">
              <a:extLst>
                <a:ext uri="{FF2B5EF4-FFF2-40B4-BE49-F238E27FC236}">
                  <a16:creationId xmlns:a16="http://schemas.microsoft.com/office/drawing/2014/main" id="{31162EA1-26AA-4F81-BA77-E2D1FD37D8C3}"/>
                </a:ext>
              </a:extLst>
            </p:cNvPr>
            <p:cNvSpPr/>
            <p:nvPr/>
          </p:nvSpPr>
          <p:spPr>
            <a:xfrm>
              <a:off x="6972025" y="1008500"/>
              <a:ext cx="100450" cy="85475"/>
            </a:xfrm>
            <a:custGeom>
              <a:avLst/>
              <a:gdLst/>
              <a:ahLst/>
              <a:cxnLst/>
              <a:rect l="l" t="t" r="r" b="b"/>
              <a:pathLst>
                <a:path w="4018" h="3419" extrusionOk="0">
                  <a:moveTo>
                    <a:pt x="5" y="1"/>
                  </a:moveTo>
                  <a:lnTo>
                    <a:pt x="1" y="1142"/>
                  </a:lnTo>
                  <a:lnTo>
                    <a:pt x="4015" y="3419"/>
                  </a:lnTo>
                  <a:lnTo>
                    <a:pt x="4015" y="3108"/>
                  </a:lnTo>
                  <a:lnTo>
                    <a:pt x="4018" y="2278"/>
                  </a:lnTo>
                  <a:lnTo>
                    <a:pt x="278" y="158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244;p55">
              <a:extLst>
                <a:ext uri="{FF2B5EF4-FFF2-40B4-BE49-F238E27FC236}">
                  <a16:creationId xmlns:a16="http://schemas.microsoft.com/office/drawing/2014/main" id="{07A88AF5-38E7-445B-8B43-58003AC87086}"/>
                </a:ext>
              </a:extLst>
            </p:cNvPr>
            <p:cNvSpPr/>
            <p:nvPr/>
          </p:nvSpPr>
          <p:spPr>
            <a:xfrm>
              <a:off x="6967575" y="1005925"/>
              <a:ext cx="4600" cy="33750"/>
            </a:xfrm>
            <a:custGeom>
              <a:avLst/>
              <a:gdLst/>
              <a:ahLst/>
              <a:cxnLst/>
              <a:rect l="l" t="t" r="r" b="b"/>
              <a:pathLst>
                <a:path w="184" h="1350" extrusionOk="0">
                  <a:moveTo>
                    <a:pt x="5" y="1"/>
                  </a:moveTo>
                  <a:lnTo>
                    <a:pt x="1" y="1350"/>
                  </a:lnTo>
                  <a:lnTo>
                    <a:pt x="180" y="1245"/>
                  </a:lnTo>
                  <a:lnTo>
                    <a:pt x="183" y="104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245;p55">
              <a:extLst>
                <a:ext uri="{FF2B5EF4-FFF2-40B4-BE49-F238E27FC236}">
                  <a16:creationId xmlns:a16="http://schemas.microsoft.com/office/drawing/2014/main" id="{2D565573-854E-4428-A000-3FA314DCC17F}"/>
                </a:ext>
              </a:extLst>
            </p:cNvPr>
            <p:cNvSpPr/>
            <p:nvPr/>
          </p:nvSpPr>
          <p:spPr>
            <a:xfrm>
              <a:off x="6967575" y="1037050"/>
              <a:ext cx="104825" cy="62150"/>
            </a:xfrm>
            <a:custGeom>
              <a:avLst/>
              <a:gdLst/>
              <a:ahLst/>
              <a:cxnLst/>
              <a:rect l="l" t="t" r="r" b="b"/>
              <a:pathLst>
                <a:path w="4193" h="2486" extrusionOk="0">
                  <a:moveTo>
                    <a:pt x="180" y="0"/>
                  </a:moveTo>
                  <a:lnTo>
                    <a:pt x="1" y="105"/>
                  </a:lnTo>
                  <a:lnTo>
                    <a:pt x="4193" y="2486"/>
                  </a:lnTo>
                  <a:lnTo>
                    <a:pt x="4193" y="2277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246;p55">
              <a:extLst>
                <a:ext uri="{FF2B5EF4-FFF2-40B4-BE49-F238E27FC236}">
                  <a16:creationId xmlns:a16="http://schemas.microsoft.com/office/drawing/2014/main" id="{7C2B87FF-ECC0-41AD-BB27-AEB1D86D07A9}"/>
                </a:ext>
              </a:extLst>
            </p:cNvPr>
            <p:cNvSpPr/>
            <p:nvPr/>
          </p:nvSpPr>
          <p:spPr>
            <a:xfrm>
              <a:off x="7103200" y="1007825"/>
              <a:ext cx="100400" cy="85500"/>
            </a:xfrm>
            <a:custGeom>
              <a:avLst/>
              <a:gdLst/>
              <a:ahLst/>
              <a:cxnLst/>
              <a:rect l="l" t="t" r="r" b="b"/>
              <a:pathLst>
                <a:path w="4016" h="3420" extrusionOk="0">
                  <a:moveTo>
                    <a:pt x="4013" y="0"/>
                  </a:moveTo>
                  <a:lnTo>
                    <a:pt x="3740" y="158"/>
                  </a:lnTo>
                  <a:lnTo>
                    <a:pt x="0" y="2278"/>
                  </a:lnTo>
                  <a:lnTo>
                    <a:pt x="2" y="3108"/>
                  </a:lnTo>
                  <a:lnTo>
                    <a:pt x="3" y="3420"/>
                  </a:lnTo>
                  <a:lnTo>
                    <a:pt x="4016" y="1142"/>
                  </a:lnTo>
                  <a:lnTo>
                    <a:pt x="401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247;p55">
              <a:extLst>
                <a:ext uri="{FF2B5EF4-FFF2-40B4-BE49-F238E27FC236}">
                  <a16:creationId xmlns:a16="http://schemas.microsoft.com/office/drawing/2014/main" id="{70909F40-42AF-43BA-8173-3D8AB8A19796}"/>
                </a:ext>
              </a:extLst>
            </p:cNvPr>
            <p:cNvSpPr/>
            <p:nvPr/>
          </p:nvSpPr>
          <p:spPr>
            <a:xfrm>
              <a:off x="7203500" y="1005250"/>
              <a:ext cx="4550" cy="33725"/>
            </a:xfrm>
            <a:custGeom>
              <a:avLst/>
              <a:gdLst/>
              <a:ahLst/>
              <a:cxnLst/>
              <a:rect l="l" t="t" r="r" b="b"/>
              <a:pathLst>
                <a:path w="182" h="1349" extrusionOk="0">
                  <a:moveTo>
                    <a:pt x="179" y="0"/>
                  </a:moveTo>
                  <a:lnTo>
                    <a:pt x="1" y="103"/>
                  </a:lnTo>
                  <a:lnTo>
                    <a:pt x="4" y="1245"/>
                  </a:lnTo>
                  <a:lnTo>
                    <a:pt x="182" y="1349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248;p55">
              <a:extLst>
                <a:ext uri="{FF2B5EF4-FFF2-40B4-BE49-F238E27FC236}">
                  <a16:creationId xmlns:a16="http://schemas.microsoft.com/office/drawing/2014/main" id="{827A01D4-E408-42BE-8153-0005BDC5C73A}"/>
                </a:ext>
              </a:extLst>
            </p:cNvPr>
            <p:cNvSpPr/>
            <p:nvPr/>
          </p:nvSpPr>
          <p:spPr>
            <a:xfrm>
              <a:off x="7103275" y="1036350"/>
              <a:ext cx="104775" cy="62150"/>
            </a:xfrm>
            <a:custGeom>
              <a:avLst/>
              <a:gdLst/>
              <a:ahLst/>
              <a:cxnLst/>
              <a:rect l="l" t="t" r="r" b="b"/>
              <a:pathLst>
                <a:path w="4191" h="2486" extrusionOk="0">
                  <a:moveTo>
                    <a:pt x="4013" y="1"/>
                  </a:moveTo>
                  <a:lnTo>
                    <a:pt x="0" y="2279"/>
                  </a:lnTo>
                  <a:lnTo>
                    <a:pt x="0" y="2486"/>
                  </a:lnTo>
                  <a:lnTo>
                    <a:pt x="4191" y="105"/>
                  </a:lnTo>
                  <a:lnTo>
                    <a:pt x="4013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249;p55">
              <a:extLst>
                <a:ext uri="{FF2B5EF4-FFF2-40B4-BE49-F238E27FC236}">
                  <a16:creationId xmlns:a16="http://schemas.microsoft.com/office/drawing/2014/main" id="{1E85CFE6-C7A5-4AB1-9047-4C3F642E0EB1}"/>
                </a:ext>
              </a:extLst>
            </p:cNvPr>
            <p:cNvSpPr/>
            <p:nvPr/>
          </p:nvSpPr>
          <p:spPr>
            <a:xfrm>
              <a:off x="7087825" y="909350"/>
              <a:ext cx="109425" cy="125275"/>
            </a:xfrm>
            <a:custGeom>
              <a:avLst/>
              <a:gdLst/>
              <a:ahLst/>
              <a:cxnLst/>
              <a:rect l="l" t="t" r="r" b="b"/>
              <a:pathLst>
                <a:path w="4377" h="5011" extrusionOk="0">
                  <a:moveTo>
                    <a:pt x="4335" y="1"/>
                  </a:moveTo>
                  <a:lnTo>
                    <a:pt x="1" y="2456"/>
                  </a:lnTo>
                  <a:lnTo>
                    <a:pt x="41" y="5011"/>
                  </a:lnTo>
                  <a:lnTo>
                    <a:pt x="4377" y="2556"/>
                  </a:lnTo>
                  <a:lnTo>
                    <a:pt x="433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250;p55">
              <a:extLst>
                <a:ext uri="{FF2B5EF4-FFF2-40B4-BE49-F238E27FC236}">
                  <a16:creationId xmlns:a16="http://schemas.microsoft.com/office/drawing/2014/main" id="{43B605B7-D296-4452-87C8-C916739D8155}"/>
                </a:ext>
              </a:extLst>
            </p:cNvPr>
            <p:cNvSpPr/>
            <p:nvPr/>
          </p:nvSpPr>
          <p:spPr>
            <a:xfrm>
              <a:off x="6976425" y="907225"/>
              <a:ext cx="112450" cy="127400"/>
            </a:xfrm>
            <a:custGeom>
              <a:avLst/>
              <a:gdLst/>
              <a:ahLst/>
              <a:cxnLst/>
              <a:rect l="l" t="t" r="r" b="b"/>
              <a:pathLst>
                <a:path w="4498" h="5096" extrusionOk="0">
                  <a:moveTo>
                    <a:pt x="0" y="0"/>
                  </a:moveTo>
                  <a:lnTo>
                    <a:pt x="41" y="2555"/>
                  </a:lnTo>
                  <a:lnTo>
                    <a:pt x="4497" y="5096"/>
                  </a:lnTo>
                  <a:lnTo>
                    <a:pt x="4457" y="25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251;p55">
              <a:extLst>
                <a:ext uri="{FF2B5EF4-FFF2-40B4-BE49-F238E27FC236}">
                  <a16:creationId xmlns:a16="http://schemas.microsoft.com/office/drawing/2014/main" id="{27DE8A3A-5A58-4181-A917-957C7C72D9CB}"/>
                </a:ext>
              </a:extLst>
            </p:cNvPr>
            <p:cNvSpPr/>
            <p:nvPr/>
          </p:nvSpPr>
          <p:spPr>
            <a:xfrm>
              <a:off x="6976425" y="845800"/>
              <a:ext cx="219775" cy="124950"/>
            </a:xfrm>
            <a:custGeom>
              <a:avLst/>
              <a:gdLst/>
              <a:ahLst/>
              <a:cxnLst/>
              <a:rect l="l" t="t" r="r" b="b"/>
              <a:pathLst>
                <a:path w="8791" h="4998" extrusionOk="0">
                  <a:moveTo>
                    <a:pt x="4335" y="1"/>
                  </a:moveTo>
                  <a:lnTo>
                    <a:pt x="0" y="2457"/>
                  </a:lnTo>
                  <a:lnTo>
                    <a:pt x="4457" y="4998"/>
                  </a:lnTo>
                  <a:lnTo>
                    <a:pt x="8791" y="2543"/>
                  </a:lnTo>
                  <a:lnTo>
                    <a:pt x="4335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252;p55">
              <a:extLst>
                <a:ext uri="{FF2B5EF4-FFF2-40B4-BE49-F238E27FC236}">
                  <a16:creationId xmlns:a16="http://schemas.microsoft.com/office/drawing/2014/main" id="{BB98ECE7-0DBA-47D2-ABBB-59B6EB824415}"/>
                </a:ext>
              </a:extLst>
            </p:cNvPr>
            <p:cNvSpPr/>
            <p:nvPr/>
          </p:nvSpPr>
          <p:spPr>
            <a:xfrm>
              <a:off x="6991975" y="935925"/>
              <a:ext cx="83150" cy="70800"/>
            </a:xfrm>
            <a:custGeom>
              <a:avLst/>
              <a:gdLst/>
              <a:ahLst/>
              <a:cxnLst/>
              <a:rect l="l" t="t" r="r" b="b"/>
              <a:pathLst>
                <a:path w="3326" h="2832" extrusionOk="0">
                  <a:moveTo>
                    <a:pt x="3" y="1"/>
                  </a:moveTo>
                  <a:lnTo>
                    <a:pt x="1" y="945"/>
                  </a:lnTo>
                  <a:lnTo>
                    <a:pt x="3323" y="2831"/>
                  </a:lnTo>
                  <a:lnTo>
                    <a:pt x="3324" y="2573"/>
                  </a:lnTo>
                  <a:lnTo>
                    <a:pt x="3326" y="1886"/>
                  </a:lnTo>
                  <a:lnTo>
                    <a:pt x="230" y="131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253;p55">
              <a:extLst>
                <a:ext uri="{FF2B5EF4-FFF2-40B4-BE49-F238E27FC236}">
                  <a16:creationId xmlns:a16="http://schemas.microsoft.com/office/drawing/2014/main" id="{69A0F7E1-D367-457A-9D3C-78B58D3B2136}"/>
                </a:ext>
              </a:extLst>
            </p:cNvPr>
            <p:cNvSpPr/>
            <p:nvPr/>
          </p:nvSpPr>
          <p:spPr>
            <a:xfrm>
              <a:off x="6988275" y="933800"/>
              <a:ext cx="3800" cy="27925"/>
            </a:xfrm>
            <a:custGeom>
              <a:avLst/>
              <a:gdLst/>
              <a:ahLst/>
              <a:cxnLst/>
              <a:rect l="l" t="t" r="r" b="b"/>
              <a:pathLst>
                <a:path w="152" h="1117" extrusionOk="0">
                  <a:moveTo>
                    <a:pt x="4" y="0"/>
                  </a:moveTo>
                  <a:lnTo>
                    <a:pt x="1" y="1117"/>
                  </a:lnTo>
                  <a:lnTo>
                    <a:pt x="149" y="1030"/>
                  </a:lnTo>
                  <a:lnTo>
                    <a:pt x="151" y="8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254;p55">
              <a:extLst>
                <a:ext uri="{FF2B5EF4-FFF2-40B4-BE49-F238E27FC236}">
                  <a16:creationId xmlns:a16="http://schemas.microsoft.com/office/drawing/2014/main" id="{6C775B6B-21B3-486B-9B7E-53317237C37D}"/>
                </a:ext>
              </a:extLst>
            </p:cNvPr>
            <p:cNvSpPr/>
            <p:nvPr/>
          </p:nvSpPr>
          <p:spPr>
            <a:xfrm>
              <a:off x="6988275" y="959525"/>
              <a:ext cx="86775" cy="51475"/>
            </a:xfrm>
            <a:custGeom>
              <a:avLst/>
              <a:gdLst/>
              <a:ahLst/>
              <a:cxnLst/>
              <a:rect l="l" t="t" r="r" b="b"/>
              <a:pathLst>
                <a:path w="3471" h="2059" extrusionOk="0">
                  <a:moveTo>
                    <a:pt x="149" y="1"/>
                  </a:moveTo>
                  <a:lnTo>
                    <a:pt x="1" y="88"/>
                  </a:lnTo>
                  <a:lnTo>
                    <a:pt x="3471" y="2059"/>
                  </a:lnTo>
                  <a:lnTo>
                    <a:pt x="3471" y="1887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255;p55">
              <a:extLst>
                <a:ext uri="{FF2B5EF4-FFF2-40B4-BE49-F238E27FC236}">
                  <a16:creationId xmlns:a16="http://schemas.microsoft.com/office/drawing/2014/main" id="{83FA9257-4F69-41CD-BE39-73E497F17699}"/>
                </a:ext>
              </a:extLst>
            </p:cNvPr>
            <p:cNvSpPr/>
            <p:nvPr/>
          </p:nvSpPr>
          <p:spPr>
            <a:xfrm>
              <a:off x="7100550" y="935350"/>
              <a:ext cx="83125" cy="70800"/>
            </a:xfrm>
            <a:custGeom>
              <a:avLst/>
              <a:gdLst/>
              <a:ahLst/>
              <a:cxnLst/>
              <a:rect l="l" t="t" r="r" b="b"/>
              <a:pathLst>
                <a:path w="3325" h="2832" extrusionOk="0">
                  <a:moveTo>
                    <a:pt x="3321" y="1"/>
                  </a:moveTo>
                  <a:lnTo>
                    <a:pt x="3096" y="131"/>
                  </a:lnTo>
                  <a:lnTo>
                    <a:pt x="0" y="1887"/>
                  </a:lnTo>
                  <a:lnTo>
                    <a:pt x="2" y="2575"/>
                  </a:lnTo>
                  <a:lnTo>
                    <a:pt x="2" y="2831"/>
                  </a:lnTo>
                  <a:lnTo>
                    <a:pt x="3324" y="946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7256;p55">
              <a:extLst>
                <a:ext uri="{FF2B5EF4-FFF2-40B4-BE49-F238E27FC236}">
                  <a16:creationId xmlns:a16="http://schemas.microsoft.com/office/drawing/2014/main" id="{B17B617A-342E-49F3-A819-9DDD543A8FD9}"/>
                </a:ext>
              </a:extLst>
            </p:cNvPr>
            <p:cNvSpPr/>
            <p:nvPr/>
          </p:nvSpPr>
          <p:spPr>
            <a:xfrm>
              <a:off x="7183575" y="933250"/>
              <a:ext cx="3775" cy="27950"/>
            </a:xfrm>
            <a:custGeom>
              <a:avLst/>
              <a:gdLst/>
              <a:ahLst/>
              <a:cxnLst/>
              <a:rect l="l" t="t" r="r" b="b"/>
              <a:pathLst>
                <a:path w="151" h="1118" extrusionOk="0">
                  <a:moveTo>
                    <a:pt x="148" y="1"/>
                  </a:moveTo>
                  <a:lnTo>
                    <a:pt x="0" y="85"/>
                  </a:lnTo>
                  <a:lnTo>
                    <a:pt x="3" y="1030"/>
                  </a:lnTo>
                  <a:lnTo>
                    <a:pt x="151" y="1117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7257;p55">
              <a:extLst>
                <a:ext uri="{FF2B5EF4-FFF2-40B4-BE49-F238E27FC236}">
                  <a16:creationId xmlns:a16="http://schemas.microsoft.com/office/drawing/2014/main" id="{08C415DE-8C95-4011-9EF8-2724147E9450}"/>
                </a:ext>
              </a:extLst>
            </p:cNvPr>
            <p:cNvSpPr/>
            <p:nvPr/>
          </p:nvSpPr>
          <p:spPr>
            <a:xfrm>
              <a:off x="7100575" y="959000"/>
              <a:ext cx="86775" cy="51450"/>
            </a:xfrm>
            <a:custGeom>
              <a:avLst/>
              <a:gdLst/>
              <a:ahLst/>
              <a:cxnLst/>
              <a:rect l="l" t="t" r="r" b="b"/>
              <a:pathLst>
                <a:path w="3471" h="2058" extrusionOk="0">
                  <a:moveTo>
                    <a:pt x="3323" y="0"/>
                  </a:moveTo>
                  <a:lnTo>
                    <a:pt x="1" y="1885"/>
                  </a:lnTo>
                  <a:lnTo>
                    <a:pt x="1" y="2058"/>
                  </a:lnTo>
                  <a:lnTo>
                    <a:pt x="3471" y="87"/>
                  </a:lnTo>
                  <a:lnTo>
                    <a:pt x="3323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7258;p55">
              <a:extLst>
                <a:ext uri="{FF2B5EF4-FFF2-40B4-BE49-F238E27FC236}">
                  <a16:creationId xmlns:a16="http://schemas.microsoft.com/office/drawing/2014/main" id="{0C2E9ABB-F0C5-440B-A4DD-98DA5F1539A1}"/>
                </a:ext>
              </a:extLst>
            </p:cNvPr>
            <p:cNvSpPr/>
            <p:nvPr/>
          </p:nvSpPr>
          <p:spPr>
            <a:xfrm>
              <a:off x="7087600" y="857525"/>
              <a:ext cx="87325" cy="99975"/>
            </a:xfrm>
            <a:custGeom>
              <a:avLst/>
              <a:gdLst/>
              <a:ahLst/>
              <a:cxnLst/>
              <a:rect l="l" t="t" r="r" b="b"/>
              <a:pathLst>
                <a:path w="3493" h="3999" extrusionOk="0">
                  <a:moveTo>
                    <a:pt x="3461" y="0"/>
                  </a:moveTo>
                  <a:lnTo>
                    <a:pt x="1" y="1959"/>
                  </a:lnTo>
                  <a:lnTo>
                    <a:pt x="34" y="3998"/>
                  </a:lnTo>
                  <a:lnTo>
                    <a:pt x="3493" y="2039"/>
                  </a:lnTo>
                  <a:lnTo>
                    <a:pt x="346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7259;p55">
              <a:extLst>
                <a:ext uri="{FF2B5EF4-FFF2-40B4-BE49-F238E27FC236}">
                  <a16:creationId xmlns:a16="http://schemas.microsoft.com/office/drawing/2014/main" id="{7FB92A77-F653-4D05-9EB2-A3508C8A5839}"/>
                </a:ext>
              </a:extLst>
            </p:cNvPr>
            <p:cNvSpPr/>
            <p:nvPr/>
          </p:nvSpPr>
          <p:spPr>
            <a:xfrm>
              <a:off x="6998725" y="855825"/>
              <a:ext cx="89750" cy="101675"/>
            </a:xfrm>
            <a:custGeom>
              <a:avLst/>
              <a:gdLst/>
              <a:ahLst/>
              <a:cxnLst/>
              <a:rect l="l" t="t" r="r" b="b"/>
              <a:pathLst>
                <a:path w="3590" h="4067" extrusionOk="0">
                  <a:moveTo>
                    <a:pt x="0" y="0"/>
                  </a:moveTo>
                  <a:lnTo>
                    <a:pt x="34" y="2039"/>
                  </a:lnTo>
                  <a:lnTo>
                    <a:pt x="3589" y="4066"/>
                  </a:lnTo>
                  <a:lnTo>
                    <a:pt x="3556" y="2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7260;p55">
              <a:extLst>
                <a:ext uri="{FF2B5EF4-FFF2-40B4-BE49-F238E27FC236}">
                  <a16:creationId xmlns:a16="http://schemas.microsoft.com/office/drawing/2014/main" id="{BB70379B-E006-41BB-A69F-15FEC92C9F5E}"/>
                </a:ext>
              </a:extLst>
            </p:cNvPr>
            <p:cNvSpPr/>
            <p:nvPr/>
          </p:nvSpPr>
          <p:spPr>
            <a:xfrm>
              <a:off x="6998725" y="806800"/>
              <a:ext cx="175400" cy="99725"/>
            </a:xfrm>
            <a:custGeom>
              <a:avLst/>
              <a:gdLst/>
              <a:ahLst/>
              <a:cxnLst/>
              <a:rect l="l" t="t" r="r" b="b"/>
              <a:pathLst>
                <a:path w="7016" h="3989" extrusionOk="0">
                  <a:moveTo>
                    <a:pt x="3459" y="1"/>
                  </a:moveTo>
                  <a:lnTo>
                    <a:pt x="0" y="1961"/>
                  </a:lnTo>
                  <a:lnTo>
                    <a:pt x="3556" y="3988"/>
                  </a:lnTo>
                  <a:lnTo>
                    <a:pt x="7016" y="2029"/>
                  </a:lnTo>
                  <a:lnTo>
                    <a:pt x="3459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7261;p55">
              <a:extLst>
                <a:ext uri="{FF2B5EF4-FFF2-40B4-BE49-F238E27FC236}">
                  <a16:creationId xmlns:a16="http://schemas.microsoft.com/office/drawing/2014/main" id="{CB4FD924-5C19-4889-B1B1-8AE2BBE952F3}"/>
                </a:ext>
              </a:extLst>
            </p:cNvPr>
            <p:cNvSpPr/>
            <p:nvPr/>
          </p:nvSpPr>
          <p:spPr>
            <a:xfrm>
              <a:off x="6991975" y="935925"/>
              <a:ext cx="83150" cy="70800"/>
            </a:xfrm>
            <a:custGeom>
              <a:avLst/>
              <a:gdLst/>
              <a:ahLst/>
              <a:cxnLst/>
              <a:rect l="l" t="t" r="r" b="b"/>
              <a:pathLst>
                <a:path w="3326" h="2832" extrusionOk="0">
                  <a:moveTo>
                    <a:pt x="3" y="1"/>
                  </a:moveTo>
                  <a:lnTo>
                    <a:pt x="1" y="945"/>
                  </a:lnTo>
                  <a:lnTo>
                    <a:pt x="3323" y="2831"/>
                  </a:lnTo>
                  <a:lnTo>
                    <a:pt x="3324" y="2573"/>
                  </a:lnTo>
                  <a:lnTo>
                    <a:pt x="3326" y="1886"/>
                  </a:lnTo>
                  <a:lnTo>
                    <a:pt x="230" y="131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7262;p55">
              <a:extLst>
                <a:ext uri="{FF2B5EF4-FFF2-40B4-BE49-F238E27FC236}">
                  <a16:creationId xmlns:a16="http://schemas.microsoft.com/office/drawing/2014/main" id="{101AEF03-080B-4BC5-B158-FAC0F22C791E}"/>
                </a:ext>
              </a:extLst>
            </p:cNvPr>
            <p:cNvSpPr/>
            <p:nvPr/>
          </p:nvSpPr>
          <p:spPr>
            <a:xfrm>
              <a:off x="6988275" y="933800"/>
              <a:ext cx="3800" cy="27925"/>
            </a:xfrm>
            <a:custGeom>
              <a:avLst/>
              <a:gdLst/>
              <a:ahLst/>
              <a:cxnLst/>
              <a:rect l="l" t="t" r="r" b="b"/>
              <a:pathLst>
                <a:path w="152" h="1117" extrusionOk="0">
                  <a:moveTo>
                    <a:pt x="4" y="0"/>
                  </a:moveTo>
                  <a:lnTo>
                    <a:pt x="1" y="1117"/>
                  </a:lnTo>
                  <a:lnTo>
                    <a:pt x="149" y="1030"/>
                  </a:lnTo>
                  <a:lnTo>
                    <a:pt x="151" y="8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7263;p55">
              <a:extLst>
                <a:ext uri="{FF2B5EF4-FFF2-40B4-BE49-F238E27FC236}">
                  <a16:creationId xmlns:a16="http://schemas.microsoft.com/office/drawing/2014/main" id="{89B76E3C-B00F-44D7-9240-0A4598D44A9B}"/>
                </a:ext>
              </a:extLst>
            </p:cNvPr>
            <p:cNvSpPr/>
            <p:nvPr/>
          </p:nvSpPr>
          <p:spPr>
            <a:xfrm>
              <a:off x="6988275" y="959525"/>
              <a:ext cx="86775" cy="51475"/>
            </a:xfrm>
            <a:custGeom>
              <a:avLst/>
              <a:gdLst/>
              <a:ahLst/>
              <a:cxnLst/>
              <a:rect l="l" t="t" r="r" b="b"/>
              <a:pathLst>
                <a:path w="3471" h="2059" extrusionOk="0">
                  <a:moveTo>
                    <a:pt x="149" y="1"/>
                  </a:moveTo>
                  <a:lnTo>
                    <a:pt x="1" y="88"/>
                  </a:lnTo>
                  <a:lnTo>
                    <a:pt x="3471" y="2059"/>
                  </a:lnTo>
                  <a:lnTo>
                    <a:pt x="3471" y="1887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7264;p55">
              <a:extLst>
                <a:ext uri="{FF2B5EF4-FFF2-40B4-BE49-F238E27FC236}">
                  <a16:creationId xmlns:a16="http://schemas.microsoft.com/office/drawing/2014/main" id="{7F8BD1B0-29AD-49A6-ACAD-E447866B8CB2}"/>
                </a:ext>
              </a:extLst>
            </p:cNvPr>
            <p:cNvSpPr/>
            <p:nvPr/>
          </p:nvSpPr>
          <p:spPr>
            <a:xfrm>
              <a:off x="7100550" y="935350"/>
              <a:ext cx="83125" cy="70800"/>
            </a:xfrm>
            <a:custGeom>
              <a:avLst/>
              <a:gdLst/>
              <a:ahLst/>
              <a:cxnLst/>
              <a:rect l="l" t="t" r="r" b="b"/>
              <a:pathLst>
                <a:path w="3325" h="2832" extrusionOk="0">
                  <a:moveTo>
                    <a:pt x="3321" y="1"/>
                  </a:moveTo>
                  <a:lnTo>
                    <a:pt x="3096" y="131"/>
                  </a:lnTo>
                  <a:lnTo>
                    <a:pt x="0" y="1887"/>
                  </a:lnTo>
                  <a:lnTo>
                    <a:pt x="2" y="2575"/>
                  </a:lnTo>
                  <a:lnTo>
                    <a:pt x="2" y="2831"/>
                  </a:lnTo>
                  <a:lnTo>
                    <a:pt x="3324" y="946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7265;p55">
              <a:extLst>
                <a:ext uri="{FF2B5EF4-FFF2-40B4-BE49-F238E27FC236}">
                  <a16:creationId xmlns:a16="http://schemas.microsoft.com/office/drawing/2014/main" id="{BD3F4196-4800-4806-A9A6-0075737CA406}"/>
                </a:ext>
              </a:extLst>
            </p:cNvPr>
            <p:cNvSpPr/>
            <p:nvPr/>
          </p:nvSpPr>
          <p:spPr>
            <a:xfrm>
              <a:off x="7183575" y="933250"/>
              <a:ext cx="3775" cy="27950"/>
            </a:xfrm>
            <a:custGeom>
              <a:avLst/>
              <a:gdLst/>
              <a:ahLst/>
              <a:cxnLst/>
              <a:rect l="l" t="t" r="r" b="b"/>
              <a:pathLst>
                <a:path w="151" h="1118" extrusionOk="0">
                  <a:moveTo>
                    <a:pt x="148" y="1"/>
                  </a:moveTo>
                  <a:lnTo>
                    <a:pt x="0" y="85"/>
                  </a:lnTo>
                  <a:lnTo>
                    <a:pt x="3" y="1030"/>
                  </a:lnTo>
                  <a:lnTo>
                    <a:pt x="151" y="1117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7266;p55">
              <a:extLst>
                <a:ext uri="{FF2B5EF4-FFF2-40B4-BE49-F238E27FC236}">
                  <a16:creationId xmlns:a16="http://schemas.microsoft.com/office/drawing/2014/main" id="{763A880E-9A83-4243-81CD-F3F4284A660F}"/>
                </a:ext>
              </a:extLst>
            </p:cNvPr>
            <p:cNvSpPr/>
            <p:nvPr/>
          </p:nvSpPr>
          <p:spPr>
            <a:xfrm>
              <a:off x="7100575" y="959000"/>
              <a:ext cx="86775" cy="51450"/>
            </a:xfrm>
            <a:custGeom>
              <a:avLst/>
              <a:gdLst/>
              <a:ahLst/>
              <a:cxnLst/>
              <a:rect l="l" t="t" r="r" b="b"/>
              <a:pathLst>
                <a:path w="3471" h="2058" extrusionOk="0">
                  <a:moveTo>
                    <a:pt x="3323" y="0"/>
                  </a:moveTo>
                  <a:lnTo>
                    <a:pt x="1" y="1885"/>
                  </a:lnTo>
                  <a:lnTo>
                    <a:pt x="1" y="2058"/>
                  </a:lnTo>
                  <a:lnTo>
                    <a:pt x="3471" y="87"/>
                  </a:lnTo>
                  <a:lnTo>
                    <a:pt x="3323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7267;p55">
              <a:extLst>
                <a:ext uri="{FF2B5EF4-FFF2-40B4-BE49-F238E27FC236}">
                  <a16:creationId xmlns:a16="http://schemas.microsoft.com/office/drawing/2014/main" id="{CB7C62D3-945A-4A40-9B43-558F1E4B84FB}"/>
                </a:ext>
              </a:extLst>
            </p:cNvPr>
            <p:cNvSpPr/>
            <p:nvPr/>
          </p:nvSpPr>
          <p:spPr>
            <a:xfrm>
              <a:off x="7014125" y="878175"/>
              <a:ext cx="61700" cy="57250"/>
            </a:xfrm>
            <a:custGeom>
              <a:avLst/>
              <a:gdLst/>
              <a:ahLst/>
              <a:cxnLst/>
              <a:rect l="l" t="t" r="r" b="b"/>
              <a:pathLst>
                <a:path w="2468" h="2290" extrusionOk="0">
                  <a:moveTo>
                    <a:pt x="3" y="1"/>
                  </a:moveTo>
                  <a:lnTo>
                    <a:pt x="1" y="894"/>
                  </a:lnTo>
                  <a:lnTo>
                    <a:pt x="2464" y="2289"/>
                  </a:lnTo>
                  <a:lnTo>
                    <a:pt x="2466" y="2046"/>
                  </a:lnTo>
                  <a:lnTo>
                    <a:pt x="2467" y="1396"/>
                  </a:lnTo>
                  <a:lnTo>
                    <a:pt x="217" y="124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7268;p55">
              <a:extLst>
                <a:ext uri="{FF2B5EF4-FFF2-40B4-BE49-F238E27FC236}">
                  <a16:creationId xmlns:a16="http://schemas.microsoft.com/office/drawing/2014/main" id="{5CECF895-CDBA-411C-BC8B-6C1B1F5F2CA4}"/>
                </a:ext>
              </a:extLst>
            </p:cNvPr>
            <p:cNvSpPr/>
            <p:nvPr/>
          </p:nvSpPr>
          <p:spPr>
            <a:xfrm>
              <a:off x="7010650" y="876150"/>
              <a:ext cx="3575" cy="26425"/>
            </a:xfrm>
            <a:custGeom>
              <a:avLst/>
              <a:gdLst/>
              <a:ahLst/>
              <a:cxnLst/>
              <a:rect l="l" t="t" r="r" b="b"/>
              <a:pathLst>
                <a:path w="143" h="1057" extrusionOk="0">
                  <a:moveTo>
                    <a:pt x="3" y="1"/>
                  </a:moveTo>
                  <a:lnTo>
                    <a:pt x="0" y="1056"/>
                  </a:lnTo>
                  <a:lnTo>
                    <a:pt x="140" y="974"/>
                  </a:lnTo>
                  <a:lnTo>
                    <a:pt x="142" y="82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7269;p55">
              <a:extLst>
                <a:ext uri="{FF2B5EF4-FFF2-40B4-BE49-F238E27FC236}">
                  <a16:creationId xmlns:a16="http://schemas.microsoft.com/office/drawing/2014/main" id="{082C51AC-64F9-40E6-8C8B-CB628BE7FEBE}"/>
                </a:ext>
              </a:extLst>
            </p:cNvPr>
            <p:cNvSpPr/>
            <p:nvPr/>
          </p:nvSpPr>
          <p:spPr>
            <a:xfrm>
              <a:off x="7010650" y="900525"/>
              <a:ext cx="65100" cy="38950"/>
            </a:xfrm>
            <a:custGeom>
              <a:avLst/>
              <a:gdLst/>
              <a:ahLst/>
              <a:cxnLst/>
              <a:rect l="l" t="t" r="r" b="b"/>
              <a:pathLst>
                <a:path w="2604" h="1558" extrusionOk="0">
                  <a:moveTo>
                    <a:pt x="140" y="0"/>
                  </a:moveTo>
                  <a:lnTo>
                    <a:pt x="0" y="81"/>
                  </a:lnTo>
                  <a:lnTo>
                    <a:pt x="2603" y="1558"/>
                  </a:lnTo>
                  <a:lnTo>
                    <a:pt x="2603" y="1394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7270;p55">
              <a:extLst>
                <a:ext uri="{FF2B5EF4-FFF2-40B4-BE49-F238E27FC236}">
                  <a16:creationId xmlns:a16="http://schemas.microsoft.com/office/drawing/2014/main" id="{577BB82E-9A56-4FDC-A29E-7C83FDC13D5C}"/>
                </a:ext>
              </a:extLst>
            </p:cNvPr>
            <p:cNvSpPr/>
            <p:nvPr/>
          </p:nvSpPr>
          <p:spPr>
            <a:xfrm>
              <a:off x="7099825" y="878175"/>
              <a:ext cx="60600" cy="56700"/>
            </a:xfrm>
            <a:custGeom>
              <a:avLst/>
              <a:gdLst/>
              <a:ahLst/>
              <a:cxnLst/>
              <a:rect l="l" t="t" r="r" b="b"/>
              <a:pathLst>
                <a:path w="2424" h="2268" extrusionOk="0">
                  <a:moveTo>
                    <a:pt x="2421" y="1"/>
                  </a:moveTo>
                  <a:lnTo>
                    <a:pt x="2208" y="124"/>
                  </a:lnTo>
                  <a:lnTo>
                    <a:pt x="0" y="1374"/>
                  </a:lnTo>
                  <a:lnTo>
                    <a:pt x="3" y="2024"/>
                  </a:lnTo>
                  <a:lnTo>
                    <a:pt x="3" y="2267"/>
                  </a:lnTo>
                  <a:lnTo>
                    <a:pt x="2424" y="894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7271;p55">
              <a:extLst>
                <a:ext uri="{FF2B5EF4-FFF2-40B4-BE49-F238E27FC236}">
                  <a16:creationId xmlns:a16="http://schemas.microsoft.com/office/drawing/2014/main" id="{36663EFB-0DB7-4523-ADB5-9CD95153132B}"/>
                </a:ext>
              </a:extLst>
            </p:cNvPr>
            <p:cNvSpPr/>
            <p:nvPr/>
          </p:nvSpPr>
          <p:spPr>
            <a:xfrm>
              <a:off x="7160325" y="876200"/>
              <a:ext cx="3575" cy="26400"/>
            </a:xfrm>
            <a:custGeom>
              <a:avLst/>
              <a:gdLst/>
              <a:ahLst/>
              <a:cxnLst/>
              <a:rect l="l" t="t" r="r" b="b"/>
              <a:pathLst>
                <a:path w="143" h="1056" extrusionOk="0">
                  <a:moveTo>
                    <a:pt x="140" y="0"/>
                  </a:moveTo>
                  <a:lnTo>
                    <a:pt x="1" y="80"/>
                  </a:lnTo>
                  <a:lnTo>
                    <a:pt x="2" y="973"/>
                  </a:lnTo>
                  <a:lnTo>
                    <a:pt x="143" y="1056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7272;p55">
              <a:extLst>
                <a:ext uri="{FF2B5EF4-FFF2-40B4-BE49-F238E27FC236}">
                  <a16:creationId xmlns:a16="http://schemas.microsoft.com/office/drawing/2014/main" id="{B346913E-EA8C-4D7C-8267-0EDBF9C1A856}"/>
                </a:ext>
              </a:extLst>
            </p:cNvPr>
            <p:cNvSpPr/>
            <p:nvPr/>
          </p:nvSpPr>
          <p:spPr>
            <a:xfrm>
              <a:off x="7099900" y="900525"/>
              <a:ext cx="64000" cy="38400"/>
            </a:xfrm>
            <a:custGeom>
              <a:avLst/>
              <a:gdLst/>
              <a:ahLst/>
              <a:cxnLst/>
              <a:rect l="l" t="t" r="r" b="b"/>
              <a:pathLst>
                <a:path w="2560" h="1536" extrusionOk="0">
                  <a:moveTo>
                    <a:pt x="2421" y="0"/>
                  </a:moveTo>
                  <a:lnTo>
                    <a:pt x="0" y="1373"/>
                  </a:lnTo>
                  <a:lnTo>
                    <a:pt x="0" y="1536"/>
                  </a:lnTo>
                  <a:lnTo>
                    <a:pt x="2560" y="83"/>
                  </a:lnTo>
                  <a:lnTo>
                    <a:pt x="242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7273;p55">
              <a:extLst>
                <a:ext uri="{FF2B5EF4-FFF2-40B4-BE49-F238E27FC236}">
                  <a16:creationId xmlns:a16="http://schemas.microsoft.com/office/drawing/2014/main" id="{F6E58130-0DBC-4F74-9A56-130986AC404B}"/>
                </a:ext>
              </a:extLst>
            </p:cNvPr>
            <p:cNvSpPr/>
            <p:nvPr/>
          </p:nvSpPr>
          <p:spPr>
            <a:xfrm>
              <a:off x="7087125" y="841900"/>
              <a:ext cx="34000" cy="37725"/>
            </a:xfrm>
            <a:custGeom>
              <a:avLst/>
              <a:gdLst/>
              <a:ahLst/>
              <a:cxnLst/>
              <a:rect l="l" t="t" r="r" b="b"/>
              <a:pathLst>
                <a:path w="1360" h="1509" extrusionOk="0">
                  <a:moveTo>
                    <a:pt x="1347" y="0"/>
                  </a:moveTo>
                  <a:lnTo>
                    <a:pt x="1" y="763"/>
                  </a:lnTo>
                  <a:lnTo>
                    <a:pt x="14" y="1508"/>
                  </a:lnTo>
                  <a:lnTo>
                    <a:pt x="1360" y="746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7274;p55">
              <a:extLst>
                <a:ext uri="{FF2B5EF4-FFF2-40B4-BE49-F238E27FC236}">
                  <a16:creationId xmlns:a16="http://schemas.microsoft.com/office/drawing/2014/main" id="{C8C96C6B-A6F8-4BC4-A2E8-20053B64640B}"/>
                </a:ext>
              </a:extLst>
            </p:cNvPr>
            <p:cNvSpPr/>
            <p:nvPr/>
          </p:nvSpPr>
          <p:spPr>
            <a:xfrm>
              <a:off x="7052550" y="841250"/>
              <a:ext cx="34925" cy="38375"/>
            </a:xfrm>
            <a:custGeom>
              <a:avLst/>
              <a:gdLst/>
              <a:ahLst/>
              <a:cxnLst/>
              <a:rect l="l" t="t" r="r" b="b"/>
              <a:pathLst>
                <a:path w="1397" h="1535" extrusionOk="0">
                  <a:moveTo>
                    <a:pt x="1" y="0"/>
                  </a:moveTo>
                  <a:lnTo>
                    <a:pt x="14" y="746"/>
                  </a:lnTo>
                  <a:lnTo>
                    <a:pt x="1397" y="1534"/>
                  </a:lnTo>
                  <a:lnTo>
                    <a:pt x="1384" y="78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7275;p55">
              <a:extLst>
                <a:ext uri="{FF2B5EF4-FFF2-40B4-BE49-F238E27FC236}">
                  <a16:creationId xmlns:a16="http://schemas.microsoft.com/office/drawing/2014/main" id="{DEF1359C-4727-4320-A805-54FDB25FFA3C}"/>
                </a:ext>
              </a:extLst>
            </p:cNvPr>
            <p:cNvSpPr/>
            <p:nvPr/>
          </p:nvSpPr>
          <p:spPr>
            <a:xfrm>
              <a:off x="6870725" y="1151225"/>
              <a:ext cx="377550" cy="218475"/>
            </a:xfrm>
            <a:custGeom>
              <a:avLst/>
              <a:gdLst/>
              <a:ahLst/>
              <a:cxnLst/>
              <a:rect l="l" t="t" r="r" b="b"/>
              <a:pathLst>
                <a:path w="15102" h="8739" fill="none" extrusionOk="0">
                  <a:moveTo>
                    <a:pt x="12394" y="1555"/>
                  </a:moveTo>
                  <a:cubicBezTo>
                    <a:pt x="15087" y="3110"/>
                    <a:pt x="15101" y="5630"/>
                    <a:pt x="12426" y="7184"/>
                  </a:cubicBezTo>
                  <a:cubicBezTo>
                    <a:pt x="9750" y="8739"/>
                    <a:pt x="5399" y="8739"/>
                    <a:pt x="2707" y="7184"/>
                  </a:cubicBezTo>
                  <a:cubicBezTo>
                    <a:pt x="15" y="5630"/>
                    <a:pt x="0" y="3110"/>
                    <a:pt x="2674" y="1555"/>
                  </a:cubicBezTo>
                  <a:cubicBezTo>
                    <a:pt x="5349" y="1"/>
                    <a:pt x="9701" y="1"/>
                    <a:pt x="12394" y="1555"/>
                  </a:cubicBezTo>
                  <a:close/>
                </a:path>
              </a:pathLst>
            </a:custGeom>
            <a:noFill/>
            <a:ln w="975" cap="flat" cmpd="sng">
              <a:solidFill>
                <a:srgbClr val="EEEEEE"/>
              </a:solidFill>
              <a:prstDash val="solid"/>
              <a:miter lim="1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7276;p55">
              <a:extLst>
                <a:ext uri="{FF2B5EF4-FFF2-40B4-BE49-F238E27FC236}">
                  <a16:creationId xmlns:a16="http://schemas.microsoft.com/office/drawing/2014/main" id="{FFE7E0DA-1337-4C13-B3F9-5B5640D0C1CA}"/>
                </a:ext>
              </a:extLst>
            </p:cNvPr>
            <p:cNvSpPr/>
            <p:nvPr/>
          </p:nvSpPr>
          <p:spPr>
            <a:xfrm>
              <a:off x="6918975" y="1186375"/>
              <a:ext cx="281000" cy="148150"/>
            </a:xfrm>
            <a:custGeom>
              <a:avLst/>
              <a:gdLst/>
              <a:ahLst/>
              <a:cxnLst/>
              <a:rect l="l" t="t" r="r" b="b"/>
              <a:pathLst>
                <a:path w="11240" h="5926" extrusionOk="0">
                  <a:moveTo>
                    <a:pt x="5613" y="1665"/>
                  </a:moveTo>
                  <a:cubicBezTo>
                    <a:pt x="6187" y="1665"/>
                    <a:pt x="6761" y="1792"/>
                    <a:pt x="7200" y="2046"/>
                  </a:cubicBezTo>
                  <a:cubicBezTo>
                    <a:pt x="8078" y="2552"/>
                    <a:pt x="8083" y="3374"/>
                    <a:pt x="7210" y="3882"/>
                  </a:cubicBezTo>
                  <a:cubicBezTo>
                    <a:pt x="6774" y="4136"/>
                    <a:pt x="6201" y="4262"/>
                    <a:pt x="5628" y="4262"/>
                  </a:cubicBezTo>
                  <a:cubicBezTo>
                    <a:pt x="5054" y="4262"/>
                    <a:pt x="4479" y="4136"/>
                    <a:pt x="4040" y="3882"/>
                  </a:cubicBezTo>
                  <a:cubicBezTo>
                    <a:pt x="3161" y="3376"/>
                    <a:pt x="3157" y="2554"/>
                    <a:pt x="4030" y="2046"/>
                  </a:cubicBezTo>
                  <a:cubicBezTo>
                    <a:pt x="4466" y="1792"/>
                    <a:pt x="5039" y="1665"/>
                    <a:pt x="5613" y="1665"/>
                  </a:cubicBezTo>
                  <a:close/>
                  <a:moveTo>
                    <a:pt x="5603" y="1"/>
                  </a:moveTo>
                  <a:cubicBezTo>
                    <a:pt x="4294" y="1"/>
                    <a:pt x="2986" y="290"/>
                    <a:pt x="1991" y="869"/>
                  </a:cubicBezTo>
                  <a:cubicBezTo>
                    <a:pt x="0" y="2026"/>
                    <a:pt x="12" y="3902"/>
                    <a:pt x="2016" y="5059"/>
                  </a:cubicBezTo>
                  <a:cubicBezTo>
                    <a:pt x="3018" y="5637"/>
                    <a:pt x="4328" y="5926"/>
                    <a:pt x="5637" y="5926"/>
                  </a:cubicBezTo>
                  <a:cubicBezTo>
                    <a:pt x="6946" y="5926"/>
                    <a:pt x="8253" y="5637"/>
                    <a:pt x="9249" y="5059"/>
                  </a:cubicBezTo>
                  <a:cubicBezTo>
                    <a:pt x="11240" y="3902"/>
                    <a:pt x="11229" y="2026"/>
                    <a:pt x="9225" y="869"/>
                  </a:cubicBezTo>
                  <a:cubicBezTo>
                    <a:pt x="8223" y="290"/>
                    <a:pt x="6913" y="1"/>
                    <a:pt x="560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7277;p55">
              <a:extLst>
                <a:ext uri="{FF2B5EF4-FFF2-40B4-BE49-F238E27FC236}">
                  <a16:creationId xmlns:a16="http://schemas.microsoft.com/office/drawing/2014/main" id="{AF8A42A1-DA95-4CD9-B9E8-4025651109A8}"/>
                </a:ext>
              </a:extLst>
            </p:cNvPr>
            <p:cNvSpPr/>
            <p:nvPr/>
          </p:nvSpPr>
          <p:spPr>
            <a:xfrm>
              <a:off x="7017400" y="1214200"/>
              <a:ext cx="84075" cy="63875"/>
            </a:xfrm>
            <a:custGeom>
              <a:avLst/>
              <a:gdLst/>
              <a:ahLst/>
              <a:cxnLst/>
              <a:rect l="l" t="t" r="r" b="b"/>
              <a:pathLst>
                <a:path w="3363" h="2555" extrusionOk="0">
                  <a:moveTo>
                    <a:pt x="0" y="2542"/>
                  </a:moveTo>
                  <a:cubicBezTo>
                    <a:pt x="0" y="2543"/>
                    <a:pt x="0" y="2544"/>
                    <a:pt x="0" y="2545"/>
                  </a:cubicBezTo>
                  <a:lnTo>
                    <a:pt x="0" y="2542"/>
                  </a:lnTo>
                  <a:close/>
                  <a:moveTo>
                    <a:pt x="1676" y="0"/>
                  </a:moveTo>
                  <a:cubicBezTo>
                    <a:pt x="1247" y="0"/>
                    <a:pt x="818" y="95"/>
                    <a:pt x="492" y="285"/>
                  </a:cubicBezTo>
                  <a:cubicBezTo>
                    <a:pt x="167" y="473"/>
                    <a:pt x="4" y="721"/>
                    <a:pt x="4" y="968"/>
                  </a:cubicBezTo>
                  <a:lnTo>
                    <a:pt x="0" y="2542"/>
                  </a:lnTo>
                  <a:lnTo>
                    <a:pt x="0" y="2542"/>
                  </a:lnTo>
                  <a:cubicBezTo>
                    <a:pt x="1" y="2295"/>
                    <a:pt x="164" y="2050"/>
                    <a:pt x="487" y="1862"/>
                  </a:cubicBezTo>
                  <a:cubicBezTo>
                    <a:pt x="814" y="1672"/>
                    <a:pt x="1243" y="1576"/>
                    <a:pt x="1673" y="1576"/>
                  </a:cubicBezTo>
                  <a:cubicBezTo>
                    <a:pt x="2103" y="1576"/>
                    <a:pt x="2533" y="1672"/>
                    <a:pt x="2861" y="1862"/>
                  </a:cubicBezTo>
                  <a:cubicBezTo>
                    <a:pt x="3193" y="2054"/>
                    <a:pt x="3357" y="2305"/>
                    <a:pt x="3357" y="2554"/>
                  </a:cubicBezTo>
                  <a:lnTo>
                    <a:pt x="3361" y="978"/>
                  </a:lnTo>
                  <a:cubicBezTo>
                    <a:pt x="3363" y="727"/>
                    <a:pt x="3197" y="476"/>
                    <a:pt x="2867" y="285"/>
                  </a:cubicBezTo>
                  <a:cubicBezTo>
                    <a:pt x="2537" y="95"/>
                    <a:pt x="2107" y="0"/>
                    <a:pt x="1676" y="0"/>
                  </a:cubicBez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7278;p55">
              <a:extLst>
                <a:ext uri="{FF2B5EF4-FFF2-40B4-BE49-F238E27FC236}">
                  <a16:creationId xmlns:a16="http://schemas.microsoft.com/office/drawing/2014/main" id="{A28130AB-5648-4655-8B08-DE749C6C984D}"/>
                </a:ext>
              </a:extLst>
            </p:cNvPr>
            <p:cNvSpPr/>
            <p:nvPr/>
          </p:nvSpPr>
          <p:spPr>
            <a:xfrm>
              <a:off x="6963600" y="1238200"/>
              <a:ext cx="191650" cy="72900"/>
            </a:xfrm>
            <a:custGeom>
              <a:avLst/>
              <a:gdLst/>
              <a:ahLst/>
              <a:cxnLst/>
              <a:rect l="l" t="t" r="r" b="b"/>
              <a:pathLst>
                <a:path w="7666" h="2916" extrusionOk="0">
                  <a:moveTo>
                    <a:pt x="7665" y="24"/>
                  </a:moveTo>
                  <a:lnTo>
                    <a:pt x="7665" y="33"/>
                  </a:lnTo>
                  <a:lnTo>
                    <a:pt x="7665" y="33"/>
                  </a:lnTo>
                  <a:cubicBezTo>
                    <a:pt x="7665" y="30"/>
                    <a:pt x="7665" y="27"/>
                    <a:pt x="7665" y="24"/>
                  </a:cubicBezTo>
                  <a:close/>
                  <a:moveTo>
                    <a:pt x="6" y="1"/>
                  </a:moveTo>
                  <a:lnTo>
                    <a:pt x="2" y="686"/>
                  </a:lnTo>
                  <a:cubicBezTo>
                    <a:pt x="0" y="1258"/>
                    <a:pt x="377" y="1831"/>
                    <a:pt x="1133" y="2266"/>
                  </a:cubicBezTo>
                  <a:cubicBezTo>
                    <a:pt x="1882" y="2699"/>
                    <a:pt x="2863" y="2916"/>
                    <a:pt x="3843" y="2916"/>
                  </a:cubicBezTo>
                  <a:cubicBezTo>
                    <a:pt x="4823" y="2916"/>
                    <a:pt x="5802" y="2699"/>
                    <a:pt x="6547" y="2266"/>
                  </a:cubicBezTo>
                  <a:cubicBezTo>
                    <a:pt x="7288" y="1836"/>
                    <a:pt x="7659" y="1272"/>
                    <a:pt x="7661" y="708"/>
                  </a:cubicBezTo>
                  <a:lnTo>
                    <a:pt x="7665" y="34"/>
                  </a:lnTo>
                  <a:lnTo>
                    <a:pt x="7665" y="34"/>
                  </a:lnTo>
                  <a:cubicBezTo>
                    <a:pt x="7659" y="594"/>
                    <a:pt x="7288" y="1153"/>
                    <a:pt x="6552" y="1581"/>
                  </a:cubicBezTo>
                  <a:cubicBezTo>
                    <a:pt x="5806" y="2014"/>
                    <a:pt x="4827" y="2230"/>
                    <a:pt x="3848" y="2230"/>
                  </a:cubicBezTo>
                  <a:cubicBezTo>
                    <a:pt x="2868" y="2230"/>
                    <a:pt x="1887" y="2014"/>
                    <a:pt x="1137" y="1581"/>
                  </a:cubicBezTo>
                  <a:cubicBezTo>
                    <a:pt x="381" y="1145"/>
                    <a:pt x="4" y="572"/>
                    <a:pt x="6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7279;p55">
              <a:extLst>
                <a:ext uri="{FF2B5EF4-FFF2-40B4-BE49-F238E27FC236}">
                  <a16:creationId xmlns:a16="http://schemas.microsoft.com/office/drawing/2014/main" id="{511232B6-2EA3-4C5C-8D64-E83FD7D22DE6}"/>
                </a:ext>
              </a:extLst>
            </p:cNvPr>
            <p:cNvSpPr/>
            <p:nvPr/>
          </p:nvSpPr>
          <p:spPr>
            <a:xfrm>
              <a:off x="6954300" y="1183050"/>
              <a:ext cx="210375" cy="110950"/>
            </a:xfrm>
            <a:custGeom>
              <a:avLst/>
              <a:gdLst/>
              <a:ahLst/>
              <a:cxnLst/>
              <a:rect l="l" t="t" r="r" b="b"/>
              <a:pathLst>
                <a:path w="8415" h="4438" extrusionOk="0">
                  <a:moveTo>
                    <a:pt x="4202" y="1246"/>
                  </a:moveTo>
                  <a:cubicBezTo>
                    <a:pt x="4632" y="1246"/>
                    <a:pt x="5062" y="1341"/>
                    <a:pt x="5391" y="1531"/>
                  </a:cubicBezTo>
                  <a:cubicBezTo>
                    <a:pt x="6049" y="1911"/>
                    <a:pt x="6052" y="2527"/>
                    <a:pt x="5398" y="2907"/>
                  </a:cubicBezTo>
                  <a:cubicBezTo>
                    <a:pt x="5071" y="3096"/>
                    <a:pt x="4642" y="3191"/>
                    <a:pt x="4212" y="3191"/>
                  </a:cubicBezTo>
                  <a:cubicBezTo>
                    <a:pt x="3783" y="3191"/>
                    <a:pt x="3353" y="3096"/>
                    <a:pt x="3024" y="2907"/>
                  </a:cubicBezTo>
                  <a:cubicBezTo>
                    <a:pt x="2367" y="2527"/>
                    <a:pt x="2363" y="1912"/>
                    <a:pt x="3017" y="1531"/>
                  </a:cubicBezTo>
                  <a:cubicBezTo>
                    <a:pt x="3344" y="1341"/>
                    <a:pt x="3772" y="1246"/>
                    <a:pt x="4202" y="1246"/>
                  </a:cubicBezTo>
                  <a:close/>
                  <a:moveTo>
                    <a:pt x="4194" y="0"/>
                  </a:moveTo>
                  <a:cubicBezTo>
                    <a:pt x="3214" y="0"/>
                    <a:pt x="2235" y="217"/>
                    <a:pt x="1490" y="651"/>
                  </a:cubicBezTo>
                  <a:cubicBezTo>
                    <a:pt x="1" y="1516"/>
                    <a:pt x="8" y="2921"/>
                    <a:pt x="1509" y="3787"/>
                  </a:cubicBezTo>
                  <a:cubicBezTo>
                    <a:pt x="2259" y="4221"/>
                    <a:pt x="3241" y="4437"/>
                    <a:pt x="4221" y="4437"/>
                  </a:cubicBezTo>
                  <a:cubicBezTo>
                    <a:pt x="5201" y="4437"/>
                    <a:pt x="6180" y="4221"/>
                    <a:pt x="6925" y="3787"/>
                  </a:cubicBezTo>
                  <a:cubicBezTo>
                    <a:pt x="8414" y="2921"/>
                    <a:pt x="8407" y="1516"/>
                    <a:pt x="6906" y="651"/>
                  </a:cubicBezTo>
                  <a:cubicBezTo>
                    <a:pt x="6156" y="217"/>
                    <a:pt x="5174" y="0"/>
                    <a:pt x="4194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7280;p55">
              <a:extLst>
                <a:ext uri="{FF2B5EF4-FFF2-40B4-BE49-F238E27FC236}">
                  <a16:creationId xmlns:a16="http://schemas.microsoft.com/office/drawing/2014/main" id="{B4066E14-62E7-4CBF-BEDE-FE7EDCDA243F}"/>
                </a:ext>
              </a:extLst>
            </p:cNvPr>
            <p:cNvSpPr/>
            <p:nvPr/>
          </p:nvSpPr>
          <p:spPr>
            <a:xfrm>
              <a:off x="6972100" y="1188525"/>
              <a:ext cx="174725" cy="52600"/>
            </a:xfrm>
            <a:custGeom>
              <a:avLst/>
              <a:gdLst/>
              <a:ahLst/>
              <a:cxnLst/>
              <a:rect l="l" t="t" r="r" b="b"/>
              <a:pathLst>
                <a:path w="6989" h="2104" extrusionOk="0">
                  <a:moveTo>
                    <a:pt x="3484" y="0"/>
                  </a:moveTo>
                  <a:cubicBezTo>
                    <a:pt x="2600" y="0"/>
                    <a:pt x="1717" y="195"/>
                    <a:pt x="1045" y="585"/>
                  </a:cubicBezTo>
                  <a:cubicBezTo>
                    <a:pt x="334" y="1000"/>
                    <a:pt x="1" y="1550"/>
                    <a:pt x="47" y="2090"/>
                  </a:cubicBezTo>
                  <a:cubicBezTo>
                    <a:pt x="86" y="1613"/>
                    <a:pt x="419" y="1144"/>
                    <a:pt x="1045" y="780"/>
                  </a:cubicBezTo>
                  <a:cubicBezTo>
                    <a:pt x="1717" y="390"/>
                    <a:pt x="2600" y="195"/>
                    <a:pt x="3484" y="195"/>
                  </a:cubicBezTo>
                  <a:cubicBezTo>
                    <a:pt x="4367" y="195"/>
                    <a:pt x="5252" y="390"/>
                    <a:pt x="5929" y="780"/>
                  </a:cubicBezTo>
                  <a:cubicBezTo>
                    <a:pt x="6565" y="1148"/>
                    <a:pt x="6903" y="1622"/>
                    <a:pt x="6944" y="2104"/>
                  </a:cubicBezTo>
                  <a:cubicBezTo>
                    <a:pt x="6989" y="1558"/>
                    <a:pt x="6651" y="1003"/>
                    <a:pt x="5929" y="585"/>
                  </a:cubicBezTo>
                  <a:cubicBezTo>
                    <a:pt x="5252" y="195"/>
                    <a:pt x="4367" y="0"/>
                    <a:pt x="3484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7281;p55">
              <a:extLst>
                <a:ext uri="{FF2B5EF4-FFF2-40B4-BE49-F238E27FC236}">
                  <a16:creationId xmlns:a16="http://schemas.microsoft.com/office/drawing/2014/main" id="{9175F202-AF7B-4905-BBD7-56EA43D49E06}"/>
                </a:ext>
              </a:extLst>
            </p:cNvPr>
            <p:cNvSpPr/>
            <p:nvPr/>
          </p:nvSpPr>
          <p:spPr>
            <a:xfrm>
              <a:off x="6973225" y="1193350"/>
              <a:ext cx="172475" cy="95175"/>
            </a:xfrm>
            <a:custGeom>
              <a:avLst/>
              <a:gdLst/>
              <a:ahLst/>
              <a:cxnLst/>
              <a:rect l="l" t="t" r="r" b="b"/>
              <a:pathLst>
                <a:path w="6899" h="3807" extrusionOk="0">
                  <a:moveTo>
                    <a:pt x="3437" y="1"/>
                  </a:moveTo>
                  <a:cubicBezTo>
                    <a:pt x="2554" y="1"/>
                    <a:pt x="1672" y="196"/>
                    <a:pt x="1000" y="587"/>
                  </a:cubicBezTo>
                  <a:cubicBezTo>
                    <a:pt x="374" y="951"/>
                    <a:pt x="41" y="1420"/>
                    <a:pt x="1" y="1897"/>
                  </a:cubicBezTo>
                  <a:cubicBezTo>
                    <a:pt x="43" y="2379"/>
                    <a:pt x="381" y="2853"/>
                    <a:pt x="1017" y="3221"/>
                  </a:cubicBezTo>
                  <a:cubicBezTo>
                    <a:pt x="1693" y="3611"/>
                    <a:pt x="2578" y="3806"/>
                    <a:pt x="3461" y="3806"/>
                  </a:cubicBezTo>
                  <a:cubicBezTo>
                    <a:pt x="4345" y="3806"/>
                    <a:pt x="5228" y="3611"/>
                    <a:pt x="5900" y="3221"/>
                  </a:cubicBezTo>
                  <a:cubicBezTo>
                    <a:pt x="6526" y="2857"/>
                    <a:pt x="6858" y="2388"/>
                    <a:pt x="6899" y="1911"/>
                  </a:cubicBezTo>
                  <a:cubicBezTo>
                    <a:pt x="6858" y="1429"/>
                    <a:pt x="6520" y="955"/>
                    <a:pt x="5884" y="587"/>
                  </a:cubicBezTo>
                  <a:cubicBezTo>
                    <a:pt x="5207" y="196"/>
                    <a:pt x="4322" y="1"/>
                    <a:pt x="3437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7282;p55">
              <a:extLst>
                <a:ext uri="{FF2B5EF4-FFF2-40B4-BE49-F238E27FC236}">
                  <a16:creationId xmlns:a16="http://schemas.microsoft.com/office/drawing/2014/main" id="{0086E613-E30D-4C42-96CF-3D3163D5141A}"/>
                </a:ext>
              </a:extLst>
            </p:cNvPr>
            <p:cNvSpPr/>
            <p:nvPr/>
          </p:nvSpPr>
          <p:spPr>
            <a:xfrm>
              <a:off x="7005400" y="1222950"/>
              <a:ext cx="9825" cy="28075"/>
            </a:xfrm>
            <a:custGeom>
              <a:avLst/>
              <a:gdLst/>
              <a:ahLst/>
              <a:cxnLst/>
              <a:rect l="l" t="t" r="r" b="b"/>
              <a:pathLst>
                <a:path w="393" h="1123" fill="none" extrusionOk="0">
                  <a:moveTo>
                    <a:pt x="393" y="0"/>
                  </a:moveTo>
                  <a:cubicBezTo>
                    <a:pt x="36" y="341"/>
                    <a:pt x="0" y="764"/>
                    <a:pt x="286" y="1122"/>
                  </a:cubicBezTo>
                </a:path>
              </a:pathLst>
            </a:custGeom>
            <a:noFill/>
            <a:ln w="475" cap="rnd" cmpd="sng">
              <a:solidFill>
                <a:srgbClr val="008D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7283;p55">
              <a:extLst>
                <a:ext uri="{FF2B5EF4-FFF2-40B4-BE49-F238E27FC236}">
                  <a16:creationId xmlns:a16="http://schemas.microsoft.com/office/drawing/2014/main" id="{84BAEEF4-EE1A-429E-954E-F510D25A46CF}"/>
                </a:ext>
              </a:extLst>
            </p:cNvPr>
            <p:cNvSpPr/>
            <p:nvPr/>
          </p:nvSpPr>
          <p:spPr>
            <a:xfrm>
              <a:off x="7066325" y="1200350"/>
              <a:ext cx="39875" cy="11050"/>
            </a:xfrm>
            <a:custGeom>
              <a:avLst/>
              <a:gdLst/>
              <a:ahLst/>
              <a:cxnLst/>
              <a:rect l="l" t="t" r="r" b="b"/>
              <a:pathLst>
                <a:path w="1595" h="442" fill="none" extrusionOk="0">
                  <a:moveTo>
                    <a:pt x="1594" y="441"/>
                  </a:moveTo>
                  <a:cubicBezTo>
                    <a:pt x="1148" y="183"/>
                    <a:pt x="582" y="37"/>
                    <a:pt x="1" y="1"/>
                  </a:cubicBezTo>
                </a:path>
              </a:pathLst>
            </a:custGeom>
            <a:noFill/>
            <a:ln w="475" cap="rnd" cmpd="sng">
              <a:solidFill>
                <a:srgbClr val="008D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7284;p55">
              <a:extLst>
                <a:ext uri="{FF2B5EF4-FFF2-40B4-BE49-F238E27FC236}">
                  <a16:creationId xmlns:a16="http://schemas.microsoft.com/office/drawing/2014/main" id="{890F380E-7161-4F53-B581-F2E8647AA5A5}"/>
                </a:ext>
              </a:extLst>
            </p:cNvPr>
            <p:cNvSpPr/>
            <p:nvPr/>
          </p:nvSpPr>
          <p:spPr>
            <a:xfrm>
              <a:off x="7095475" y="1240300"/>
              <a:ext cx="30175" cy="30525"/>
            </a:xfrm>
            <a:custGeom>
              <a:avLst/>
              <a:gdLst/>
              <a:ahLst/>
              <a:cxnLst/>
              <a:rect l="l" t="t" r="r" b="b"/>
              <a:pathLst>
                <a:path w="1207" h="1221" fill="none" extrusionOk="0">
                  <a:moveTo>
                    <a:pt x="0" y="1220"/>
                  </a:moveTo>
                  <a:cubicBezTo>
                    <a:pt x="153" y="1164"/>
                    <a:pt x="299" y="1095"/>
                    <a:pt x="440" y="1014"/>
                  </a:cubicBezTo>
                  <a:cubicBezTo>
                    <a:pt x="924" y="733"/>
                    <a:pt x="1179" y="369"/>
                    <a:pt x="1207" y="1"/>
                  </a:cubicBezTo>
                </a:path>
              </a:pathLst>
            </a:custGeom>
            <a:noFill/>
            <a:ln w="475" cap="rnd" cmpd="sng">
              <a:solidFill>
                <a:srgbClr val="008D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285;p55">
              <a:extLst>
                <a:ext uri="{FF2B5EF4-FFF2-40B4-BE49-F238E27FC236}">
                  <a16:creationId xmlns:a16="http://schemas.microsoft.com/office/drawing/2014/main" id="{08E2050E-4293-4432-BDC1-E2753D353B6E}"/>
                </a:ext>
              </a:extLst>
            </p:cNvPr>
            <p:cNvSpPr/>
            <p:nvPr/>
          </p:nvSpPr>
          <p:spPr>
            <a:xfrm>
              <a:off x="7041425" y="1222575"/>
              <a:ext cx="36025" cy="18950"/>
            </a:xfrm>
            <a:custGeom>
              <a:avLst/>
              <a:gdLst/>
              <a:ahLst/>
              <a:cxnLst/>
              <a:rect l="l" t="t" r="r" b="b"/>
              <a:pathLst>
                <a:path w="1441" h="758" extrusionOk="0">
                  <a:moveTo>
                    <a:pt x="0" y="751"/>
                  </a:moveTo>
                  <a:cubicBezTo>
                    <a:pt x="0" y="752"/>
                    <a:pt x="0" y="752"/>
                    <a:pt x="0" y="753"/>
                  </a:cubicBezTo>
                  <a:lnTo>
                    <a:pt x="0" y="751"/>
                  </a:lnTo>
                  <a:close/>
                  <a:moveTo>
                    <a:pt x="718" y="1"/>
                  </a:moveTo>
                  <a:cubicBezTo>
                    <a:pt x="534" y="1"/>
                    <a:pt x="351" y="42"/>
                    <a:pt x="211" y="124"/>
                  </a:cubicBezTo>
                  <a:cubicBezTo>
                    <a:pt x="71" y="204"/>
                    <a:pt x="2" y="309"/>
                    <a:pt x="2" y="415"/>
                  </a:cubicBezTo>
                  <a:lnTo>
                    <a:pt x="0" y="751"/>
                  </a:lnTo>
                  <a:lnTo>
                    <a:pt x="0" y="751"/>
                  </a:lnTo>
                  <a:cubicBezTo>
                    <a:pt x="1" y="646"/>
                    <a:pt x="71" y="541"/>
                    <a:pt x="209" y="462"/>
                  </a:cubicBezTo>
                  <a:cubicBezTo>
                    <a:pt x="349" y="380"/>
                    <a:pt x="533" y="339"/>
                    <a:pt x="717" y="339"/>
                  </a:cubicBezTo>
                  <a:cubicBezTo>
                    <a:pt x="901" y="339"/>
                    <a:pt x="1085" y="380"/>
                    <a:pt x="1226" y="462"/>
                  </a:cubicBezTo>
                  <a:cubicBezTo>
                    <a:pt x="1368" y="543"/>
                    <a:pt x="1437" y="650"/>
                    <a:pt x="1437" y="757"/>
                  </a:cubicBezTo>
                  <a:lnTo>
                    <a:pt x="1439" y="420"/>
                  </a:lnTo>
                  <a:cubicBezTo>
                    <a:pt x="1440" y="312"/>
                    <a:pt x="1369" y="205"/>
                    <a:pt x="1227" y="124"/>
                  </a:cubicBezTo>
                  <a:cubicBezTo>
                    <a:pt x="1087" y="42"/>
                    <a:pt x="902" y="1"/>
                    <a:pt x="718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7286;p55">
              <a:extLst>
                <a:ext uri="{FF2B5EF4-FFF2-40B4-BE49-F238E27FC236}">
                  <a16:creationId xmlns:a16="http://schemas.microsoft.com/office/drawing/2014/main" id="{7E58FBE5-8C5B-43CB-AA18-D937CA443998}"/>
                </a:ext>
              </a:extLst>
            </p:cNvPr>
            <p:cNvSpPr/>
            <p:nvPr/>
          </p:nvSpPr>
          <p:spPr>
            <a:xfrm>
              <a:off x="7018375" y="1232900"/>
              <a:ext cx="82100" cy="31200"/>
            </a:xfrm>
            <a:custGeom>
              <a:avLst/>
              <a:gdLst/>
              <a:ahLst/>
              <a:cxnLst/>
              <a:rect l="l" t="t" r="r" b="b"/>
              <a:pathLst>
                <a:path w="3284" h="1248" extrusionOk="0">
                  <a:moveTo>
                    <a:pt x="3283" y="10"/>
                  </a:moveTo>
                  <a:lnTo>
                    <a:pt x="3283" y="14"/>
                  </a:lnTo>
                  <a:lnTo>
                    <a:pt x="3283" y="14"/>
                  </a:lnTo>
                  <a:cubicBezTo>
                    <a:pt x="3283" y="12"/>
                    <a:pt x="3283" y="11"/>
                    <a:pt x="3283" y="10"/>
                  </a:cubicBezTo>
                  <a:close/>
                  <a:moveTo>
                    <a:pt x="3" y="1"/>
                  </a:moveTo>
                  <a:lnTo>
                    <a:pt x="2" y="294"/>
                  </a:lnTo>
                  <a:cubicBezTo>
                    <a:pt x="0" y="539"/>
                    <a:pt x="161" y="784"/>
                    <a:pt x="484" y="969"/>
                  </a:cubicBezTo>
                  <a:cubicBezTo>
                    <a:pt x="806" y="1155"/>
                    <a:pt x="1226" y="1248"/>
                    <a:pt x="1646" y="1248"/>
                  </a:cubicBezTo>
                  <a:cubicBezTo>
                    <a:pt x="2066" y="1248"/>
                    <a:pt x="2486" y="1155"/>
                    <a:pt x="2805" y="969"/>
                  </a:cubicBezTo>
                  <a:cubicBezTo>
                    <a:pt x="3121" y="785"/>
                    <a:pt x="3280" y="545"/>
                    <a:pt x="3280" y="302"/>
                  </a:cubicBezTo>
                  <a:lnTo>
                    <a:pt x="3283" y="14"/>
                  </a:lnTo>
                  <a:lnTo>
                    <a:pt x="3283" y="14"/>
                  </a:lnTo>
                  <a:cubicBezTo>
                    <a:pt x="3280" y="255"/>
                    <a:pt x="3122" y="494"/>
                    <a:pt x="2806" y="677"/>
                  </a:cubicBezTo>
                  <a:cubicBezTo>
                    <a:pt x="2487" y="862"/>
                    <a:pt x="2068" y="955"/>
                    <a:pt x="1648" y="955"/>
                  </a:cubicBezTo>
                  <a:cubicBezTo>
                    <a:pt x="1229" y="955"/>
                    <a:pt x="809" y="862"/>
                    <a:pt x="487" y="677"/>
                  </a:cubicBezTo>
                  <a:cubicBezTo>
                    <a:pt x="164" y="489"/>
                    <a:pt x="3" y="244"/>
                    <a:pt x="3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7287;p55">
              <a:extLst>
                <a:ext uri="{FF2B5EF4-FFF2-40B4-BE49-F238E27FC236}">
                  <a16:creationId xmlns:a16="http://schemas.microsoft.com/office/drawing/2014/main" id="{59832583-A1AB-4B1E-916D-47C849691A6B}"/>
                </a:ext>
              </a:extLst>
            </p:cNvPr>
            <p:cNvSpPr/>
            <p:nvPr/>
          </p:nvSpPr>
          <p:spPr>
            <a:xfrm>
              <a:off x="7014375" y="1209275"/>
              <a:ext cx="90125" cy="47500"/>
            </a:xfrm>
            <a:custGeom>
              <a:avLst/>
              <a:gdLst/>
              <a:ahLst/>
              <a:cxnLst/>
              <a:rect l="l" t="t" r="r" b="b"/>
              <a:pathLst>
                <a:path w="3605" h="1900" extrusionOk="0">
                  <a:moveTo>
                    <a:pt x="1799" y="533"/>
                  </a:moveTo>
                  <a:cubicBezTo>
                    <a:pt x="1984" y="533"/>
                    <a:pt x="2168" y="574"/>
                    <a:pt x="2309" y="656"/>
                  </a:cubicBezTo>
                  <a:cubicBezTo>
                    <a:pt x="2590" y="818"/>
                    <a:pt x="2592" y="1081"/>
                    <a:pt x="2312" y="1245"/>
                  </a:cubicBezTo>
                  <a:cubicBezTo>
                    <a:pt x="2173" y="1326"/>
                    <a:pt x="1989" y="1366"/>
                    <a:pt x="1806" y="1366"/>
                  </a:cubicBezTo>
                  <a:cubicBezTo>
                    <a:pt x="1622" y="1366"/>
                    <a:pt x="1438" y="1326"/>
                    <a:pt x="1297" y="1245"/>
                  </a:cubicBezTo>
                  <a:cubicBezTo>
                    <a:pt x="1014" y="1082"/>
                    <a:pt x="1013" y="818"/>
                    <a:pt x="1293" y="656"/>
                  </a:cubicBezTo>
                  <a:cubicBezTo>
                    <a:pt x="1432" y="574"/>
                    <a:pt x="1616" y="533"/>
                    <a:pt x="1799" y="533"/>
                  </a:cubicBezTo>
                  <a:close/>
                  <a:moveTo>
                    <a:pt x="1798" y="0"/>
                  </a:moveTo>
                  <a:cubicBezTo>
                    <a:pt x="1378" y="0"/>
                    <a:pt x="958" y="93"/>
                    <a:pt x="639" y="279"/>
                  </a:cubicBezTo>
                  <a:cubicBezTo>
                    <a:pt x="1" y="649"/>
                    <a:pt x="5" y="1250"/>
                    <a:pt x="647" y="1622"/>
                  </a:cubicBezTo>
                  <a:cubicBezTo>
                    <a:pt x="969" y="1807"/>
                    <a:pt x="1389" y="1900"/>
                    <a:pt x="1808" y="1900"/>
                  </a:cubicBezTo>
                  <a:cubicBezTo>
                    <a:pt x="2228" y="1900"/>
                    <a:pt x="2647" y="1807"/>
                    <a:pt x="2966" y="1622"/>
                  </a:cubicBezTo>
                  <a:cubicBezTo>
                    <a:pt x="3604" y="1250"/>
                    <a:pt x="3601" y="650"/>
                    <a:pt x="2959" y="279"/>
                  </a:cubicBezTo>
                  <a:cubicBezTo>
                    <a:pt x="2638" y="93"/>
                    <a:pt x="2217" y="0"/>
                    <a:pt x="1798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288;p55">
              <a:extLst>
                <a:ext uri="{FF2B5EF4-FFF2-40B4-BE49-F238E27FC236}">
                  <a16:creationId xmlns:a16="http://schemas.microsoft.com/office/drawing/2014/main" id="{B6E6022B-9E2D-4E60-A9C2-47B88270C006}"/>
                </a:ext>
              </a:extLst>
            </p:cNvPr>
            <p:cNvSpPr/>
            <p:nvPr/>
          </p:nvSpPr>
          <p:spPr>
            <a:xfrm>
              <a:off x="6635775" y="1432150"/>
              <a:ext cx="49825" cy="29325"/>
            </a:xfrm>
            <a:custGeom>
              <a:avLst/>
              <a:gdLst/>
              <a:ahLst/>
              <a:cxnLst/>
              <a:rect l="l" t="t" r="r" b="b"/>
              <a:pathLst>
                <a:path w="1993" h="1173" extrusionOk="0">
                  <a:moveTo>
                    <a:pt x="1663" y="0"/>
                  </a:moveTo>
                  <a:lnTo>
                    <a:pt x="0" y="985"/>
                  </a:lnTo>
                  <a:lnTo>
                    <a:pt x="339" y="1172"/>
                  </a:lnTo>
                  <a:lnTo>
                    <a:pt x="1992" y="196"/>
                  </a:lnTo>
                  <a:lnTo>
                    <a:pt x="166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7289;p55">
              <a:extLst>
                <a:ext uri="{FF2B5EF4-FFF2-40B4-BE49-F238E27FC236}">
                  <a16:creationId xmlns:a16="http://schemas.microsoft.com/office/drawing/2014/main" id="{41936CC3-BE46-470D-8DA0-A9021D5076CB}"/>
                </a:ext>
              </a:extLst>
            </p:cNvPr>
            <p:cNvSpPr/>
            <p:nvPr/>
          </p:nvSpPr>
          <p:spPr>
            <a:xfrm>
              <a:off x="6650625" y="1440775"/>
              <a:ext cx="49800" cy="29325"/>
            </a:xfrm>
            <a:custGeom>
              <a:avLst/>
              <a:gdLst/>
              <a:ahLst/>
              <a:cxnLst/>
              <a:rect l="l" t="t" r="r" b="b"/>
              <a:pathLst>
                <a:path w="1992" h="1173" extrusionOk="0">
                  <a:moveTo>
                    <a:pt x="1664" y="1"/>
                  </a:moveTo>
                  <a:lnTo>
                    <a:pt x="1" y="984"/>
                  </a:lnTo>
                  <a:lnTo>
                    <a:pt x="338" y="1172"/>
                  </a:lnTo>
                  <a:lnTo>
                    <a:pt x="1992" y="196"/>
                  </a:lnTo>
                  <a:lnTo>
                    <a:pt x="1664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7290;p55">
              <a:extLst>
                <a:ext uri="{FF2B5EF4-FFF2-40B4-BE49-F238E27FC236}">
                  <a16:creationId xmlns:a16="http://schemas.microsoft.com/office/drawing/2014/main" id="{C04BFBAD-A70A-430B-9BE9-4CA1585AF7EE}"/>
                </a:ext>
              </a:extLst>
            </p:cNvPr>
            <p:cNvSpPr/>
            <p:nvPr/>
          </p:nvSpPr>
          <p:spPr>
            <a:xfrm>
              <a:off x="6665275" y="1449175"/>
              <a:ext cx="49825" cy="29375"/>
            </a:xfrm>
            <a:custGeom>
              <a:avLst/>
              <a:gdLst/>
              <a:ahLst/>
              <a:cxnLst/>
              <a:rect l="l" t="t" r="r" b="b"/>
              <a:pathLst>
                <a:path w="1993" h="1175" extrusionOk="0">
                  <a:moveTo>
                    <a:pt x="1664" y="1"/>
                  </a:moveTo>
                  <a:lnTo>
                    <a:pt x="0" y="986"/>
                  </a:lnTo>
                  <a:lnTo>
                    <a:pt x="340" y="1174"/>
                  </a:lnTo>
                  <a:lnTo>
                    <a:pt x="1993" y="198"/>
                  </a:lnTo>
                  <a:lnTo>
                    <a:pt x="1664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7291;p55">
              <a:extLst>
                <a:ext uri="{FF2B5EF4-FFF2-40B4-BE49-F238E27FC236}">
                  <a16:creationId xmlns:a16="http://schemas.microsoft.com/office/drawing/2014/main" id="{3EF719E1-A493-43DA-AED2-703D0A676657}"/>
                </a:ext>
              </a:extLst>
            </p:cNvPr>
            <p:cNvSpPr/>
            <p:nvPr/>
          </p:nvSpPr>
          <p:spPr>
            <a:xfrm>
              <a:off x="6680250" y="1457925"/>
              <a:ext cx="49825" cy="29325"/>
            </a:xfrm>
            <a:custGeom>
              <a:avLst/>
              <a:gdLst/>
              <a:ahLst/>
              <a:cxnLst/>
              <a:rect l="l" t="t" r="r" b="b"/>
              <a:pathLst>
                <a:path w="1993" h="1173" extrusionOk="0">
                  <a:moveTo>
                    <a:pt x="1664" y="0"/>
                  </a:moveTo>
                  <a:lnTo>
                    <a:pt x="0" y="985"/>
                  </a:lnTo>
                  <a:lnTo>
                    <a:pt x="340" y="1172"/>
                  </a:lnTo>
                  <a:lnTo>
                    <a:pt x="1993" y="196"/>
                  </a:lnTo>
                  <a:lnTo>
                    <a:pt x="1664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7292;p55">
              <a:extLst>
                <a:ext uri="{FF2B5EF4-FFF2-40B4-BE49-F238E27FC236}">
                  <a16:creationId xmlns:a16="http://schemas.microsoft.com/office/drawing/2014/main" id="{C829FD26-CA58-4586-9037-DAFCBB0FC8AD}"/>
                </a:ext>
              </a:extLst>
            </p:cNvPr>
            <p:cNvSpPr/>
            <p:nvPr/>
          </p:nvSpPr>
          <p:spPr>
            <a:xfrm>
              <a:off x="6694925" y="1466625"/>
              <a:ext cx="49800" cy="29325"/>
            </a:xfrm>
            <a:custGeom>
              <a:avLst/>
              <a:gdLst/>
              <a:ahLst/>
              <a:cxnLst/>
              <a:rect l="l" t="t" r="r" b="b"/>
              <a:pathLst>
                <a:path w="1992" h="1173" extrusionOk="0">
                  <a:moveTo>
                    <a:pt x="1664" y="0"/>
                  </a:moveTo>
                  <a:lnTo>
                    <a:pt x="1" y="985"/>
                  </a:lnTo>
                  <a:lnTo>
                    <a:pt x="340" y="1172"/>
                  </a:lnTo>
                  <a:lnTo>
                    <a:pt x="1992" y="196"/>
                  </a:lnTo>
                  <a:lnTo>
                    <a:pt x="1664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7293;p55">
              <a:extLst>
                <a:ext uri="{FF2B5EF4-FFF2-40B4-BE49-F238E27FC236}">
                  <a16:creationId xmlns:a16="http://schemas.microsoft.com/office/drawing/2014/main" id="{87EE18FE-3E2A-4481-BB8C-88EF99D411F7}"/>
                </a:ext>
              </a:extLst>
            </p:cNvPr>
            <p:cNvSpPr/>
            <p:nvPr/>
          </p:nvSpPr>
          <p:spPr>
            <a:xfrm>
              <a:off x="6702150" y="1373875"/>
              <a:ext cx="407775" cy="236075"/>
            </a:xfrm>
            <a:custGeom>
              <a:avLst/>
              <a:gdLst/>
              <a:ahLst/>
              <a:cxnLst/>
              <a:rect l="l" t="t" r="r" b="b"/>
              <a:pathLst>
                <a:path w="16311" h="9443" extrusionOk="0">
                  <a:moveTo>
                    <a:pt x="9875" y="1"/>
                  </a:moveTo>
                  <a:cubicBezTo>
                    <a:pt x="9817" y="1"/>
                    <a:pt x="9759" y="13"/>
                    <a:pt x="9716" y="39"/>
                  </a:cubicBezTo>
                  <a:lnTo>
                    <a:pt x="89" y="5639"/>
                  </a:lnTo>
                  <a:cubicBezTo>
                    <a:pt x="0" y="5690"/>
                    <a:pt x="0" y="5772"/>
                    <a:pt x="89" y="5825"/>
                  </a:cubicBezTo>
                  <a:lnTo>
                    <a:pt x="6275" y="9405"/>
                  </a:lnTo>
                  <a:cubicBezTo>
                    <a:pt x="6319" y="9430"/>
                    <a:pt x="6377" y="9443"/>
                    <a:pt x="6435" y="9443"/>
                  </a:cubicBezTo>
                  <a:cubicBezTo>
                    <a:pt x="6493" y="9443"/>
                    <a:pt x="6551" y="9430"/>
                    <a:pt x="6595" y="9405"/>
                  </a:cubicBezTo>
                  <a:lnTo>
                    <a:pt x="16222" y="3805"/>
                  </a:lnTo>
                  <a:cubicBezTo>
                    <a:pt x="16311" y="3754"/>
                    <a:pt x="16311" y="3670"/>
                    <a:pt x="16222" y="3619"/>
                  </a:cubicBezTo>
                  <a:lnTo>
                    <a:pt x="10036" y="39"/>
                  </a:lnTo>
                  <a:cubicBezTo>
                    <a:pt x="9992" y="13"/>
                    <a:pt x="9934" y="1"/>
                    <a:pt x="9875" y="1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7294;p55">
              <a:extLst>
                <a:ext uri="{FF2B5EF4-FFF2-40B4-BE49-F238E27FC236}">
                  <a16:creationId xmlns:a16="http://schemas.microsoft.com/office/drawing/2014/main" id="{6740561A-3036-4A07-8F81-06B350CD4BF7}"/>
                </a:ext>
              </a:extLst>
            </p:cNvPr>
            <p:cNvSpPr/>
            <p:nvPr/>
          </p:nvSpPr>
          <p:spPr>
            <a:xfrm>
              <a:off x="6702175" y="1373800"/>
              <a:ext cx="407750" cy="236075"/>
            </a:xfrm>
            <a:custGeom>
              <a:avLst/>
              <a:gdLst/>
              <a:ahLst/>
              <a:cxnLst/>
              <a:rect l="l" t="t" r="r" b="b"/>
              <a:pathLst>
                <a:path w="16310" h="9443" extrusionOk="0">
                  <a:moveTo>
                    <a:pt x="9875" y="1"/>
                  </a:moveTo>
                  <a:cubicBezTo>
                    <a:pt x="9817" y="1"/>
                    <a:pt x="9759" y="14"/>
                    <a:pt x="9715" y="39"/>
                  </a:cubicBezTo>
                  <a:lnTo>
                    <a:pt x="88" y="5639"/>
                  </a:lnTo>
                  <a:cubicBezTo>
                    <a:pt x="1" y="5690"/>
                    <a:pt x="1" y="5773"/>
                    <a:pt x="89" y="5825"/>
                  </a:cubicBezTo>
                  <a:lnTo>
                    <a:pt x="6275" y="9405"/>
                  </a:lnTo>
                  <a:cubicBezTo>
                    <a:pt x="6319" y="9430"/>
                    <a:pt x="6377" y="9443"/>
                    <a:pt x="6435" y="9443"/>
                  </a:cubicBezTo>
                  <a:cubicBezTo>
                    <a:pt x="6493" y="9443"/>
                    <a:pt x="6551" y="9430"/>
                    <a:pt x="6594" y="9405"/>
                  </a:cubicBezTo>
                  <a:lnTo>
                    <a:pt x="16221" y="3805"/>
                  </a:lnTo>
                  <a:cubicBezTo>
                    <a:pt x="16310" y="3754"/>
                    <a:pt x="16310" y="3670"/>
                    <a:pt x="16221" y="3619"/>
                  </a:cubicBezTo>
                  <a:lnTo>
                    <a:pt x="10035" y="39"/>
                  </a:lnTo>
                  <a:cubicBezTo>
                    <a:pt x="9991" y="14"/>
                    <a:pt x="9933" y="1"/>
                    <a:pt x="987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295;p55">
              <a:extLst>
                <a:ext uri="{FF2B5EF4-FFF2-40B4-BE49-F238E27FC236}">
                  <a16:creationId xmlns:a16="http://schemas.microsoft.com/office/drawing/2014/main" id="{9A480567-DDA9-4944-A643-19EDD37AED2F}"/>
                </a:ext>
              </a:extLst>
            </p:cNvPr>
            <p:cNvSpPr/>
            <p:nvPr/>
          </p:nvSpPr>
          <p:spPr>
            <a:xfrm>
              <a:off x="6988350" y="1423875"/>
              <a:ext cx="10500" cy="32675"/>
            </a:xfrm>
            <a:custGeom>
              <a:avLst/>
              <a:gdLst/>
              <a:ahLst/>
              <a:cxnLst/>
              <a:rect l="l" t="t" r="r" b="b"/>
              <a:pathLst>
                <a:path w="420" h="1307" extrusionOk="0">
                  <a:moveTo>
                    <a:pt x="1" y="1"/>
                  </a:moveTo>
                  <a:lnTo>
                    <a:pt x="1" y="1185"/>
                  </a:lnTo>
                  <a:cubicBezTo>
                    <a:pt x="1" y="1217"/>
                    <a:pt x="21" y="1248"/>
                    <a:pt x="63" y="1271"/>
                  </a:cubicBezTo>
                  <a:cubicBezTo>
                    <a:pt x="104" y="1295"/>
                    <a:pt x="158" y="1307"/>
                    <a:pt x="211" y="1307"/>
                  </a:cubicBezTo>
                  <a:cubicBezTo>
                    <a:pt x="265" y="1307"/>
                    <a:pt x="318" y="1295"/>
                    <a:pt x="359" y="1271"/>
                  </a:cubicBezTo>
                  <a:cubicBezTo>
                    <a:pt x="399" y="1248"/>
                    <a:pt x="420" y="1217"/>
                    <a:pt x="420" y="1187"/>
                  </a:cubicBezTo>
                  <a:lnTo>
                    <a:pt x="420" y="1"/>
                  </a:lnTo>
                  <a:cubicBezTo>
                    <a:pt x="420" y="33"/>
                    <a:pt x="399" y="63"/>
                    <a:pt x="359" y="86"/>
                  </a:cubicBezTo>
                  <a:cubicBezTo>
                    <a:pt x="318" y="110"/>
                    <a:pt x="265" y="122"/>
                    <a:pt x="211" y="122"/>
                  </a:cubicBezTo>
                  <a:cubicBezTo>
                    <a:pt x="158" y="122"/>
                    <a:pt x="104" y="110"/>
                    <a:pt x="63" y="86"/>
                  </a:cubicBezTo>
                  <a:cubicBezTo>
                    <a:pt x="21" y="63"/>
                    <a:pt x="1" y="31"/>
                    <a:pt x="1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296;p55">
              <a:extLst>
                <a:ext uri="{FF2B5EF4-FFF2-40B4-BE49-F238E27FC236}">
                  <a16:creationId xmlns:a16="http://schemas.microsoft.com/office/drawing/2014/main" id="{747934F2-CBD4-491F-A22F-760F3A65B4A4}"/>
                </a:ext>
              </a:extLst>
            </p:cNvPr>
            <p:cNvSpPr/>
            <p:nvPr/>
          </p:nvSpPr>
          <p:spPr>
            <a:xfrm>
              <a:off x="6987800" y="1420875"/>
              <a:ext cx="11550" cy="6075"/>
            </a:xfrm>
            <a:custGeom>
              <a:avLst/>
              <a:gdLst/>
              <a:ahLst/>
              <a:cxnLst/>
              <a:rect l="l" t="t" r="r" b="b"/>
              <a:pathLst>
                <a:path w="462" h="243" extrusionOk="0">
                  <a:moveTo>
                    <a:pt x="233" y="0"/>
                  </a:moveTo>
                  <a:cubicBezTo>
                    <a:pt x="179" y="0"/>
                    <a:pt x="125" y="12"/>
                    <a:pt x="83" y="37"/>
                  </a:cubicBezTo>
                  <a:cubicBezTo>
                    <a:pt x="1" y="85"/>
                    <a:pt x="2" y="160"/>
                    <a:pt x="85" y="206"/>
                  </a:cubicBezTo>
                  <a:cubicBezTo>
                    <a:pt x="125" y="230"/>
                    <a:pt x="179" y="242"/>
                    <a:pt x="233" y="242"/>
                  </a:cubicBezTo>
                  <a:cubicBezTo>
                    <a:pt x="286" y="242"/>
                    <a:pt x="340" y="230"/>
                    <a:pt x="381" y="206"/>
                  </a:cubicBezTo>
                  <a:cubicBezTo>
                    <a:pt x="462" y="160"/>
                    <a:pt x="462" y="83"/>
                    <a:pt x="379" y="35"/>
                  </a:cubicBezTo>
                  <a:cubicBezTo>
                    <a:pt x="339" y="12"/>
                    <a:pt x="286" y="0"/>
                    <a:pt x="233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97;p55">
              <a:extLst>
                <a:ext uri="{FF2B5EF4-FFF2-40B4-BE49-F238E27FC236}">
                  <a16:creationId xmlns:a16="http://schemas.microsoft.com/office/drawing/2014/main" id="{EC35B002-40C9-43D7-B5EC-F014CCDB44C6}"/>
                </a:ext>
              </a:extLst>
            </p:cNvPr>
            <p:cNvSpPr/>
            <p:nvPr/>
          </p:nvSpPr>
          <p:spPr>
            <a:xfrm>
              <a:off x="6953550" y="1350500"/>
              <a:ext cx="81475" cy="77875"/>
            </a:xfrm>
            <a:custGeom>
              <a:avLst/>
              <a:gdLst/>
              <a:ahLst/>
              <a:cxnLst/>
              <a:rect l="l" t="t" r="r" b="b"/>
              <a:pathLst>
                <a:path w="3259" h="3115" extrusionOk="0">
                  <a:moveTo>
                    <a:pt x="1307" y="1"/>
                  </a:moveTo>
                  <a:cubicBezTo>
                    <a:pt x="1253" y="1"/>
                    <a:pt x="1199" y="8"/>
                    <a:pt x="1145" y="23"/>
                  </a:cubicBezTo>
                  <a:cubicBezTo>
                    <a:pt x="875" y="95"/>
                    <a:pt x="688" y="340"/>
                    <a:pt x="689" y="620"/>
                  </a:cubicBezTo>
                  <a:lnTo>
                    <a:pt x="689" y="626"/>
                  </a:lnTo>
                  <a:cubicBezTo>
                    <a:pt x="364" y="668"/>
                    <a:pt x="179" y="1017"/>
                    <a:pt x="325" y="1310"/>
                  </a:cubicBezTo>
                  <a:cubicBezTo>
                    <a:pt x="125" y="1418"/>
                    <a:pt x="0" y="1626"/>
                    <a:pt x="0" y="1854"/>
                  </a:cubicBezTo>
                  <a:cubicBezTo>
                    <a:pt x="0" y="2076"/>
                    <a:pt x="119" y="2282"/>
                    <a:pt x="314" y="2391"/>
                  </a:cubicBezTo>
                  <a:cubicBezTo>
                    <a:pt x="340" y="2637"/>
                    <a:pt x="548" y="2815"/>
                    <a:pt x="783" y="2815"/>
                  </a:cubicBezTo>
                  <a:cubicBezTo>
                    <a:pt x="821" y="2815"/>
                    <a:pt x="859" y="2810"/>
                    <a:pt x="897" y="2801"/>
                  </a:cubicBezTo>
                  <a:cubicBezTo>
                    <a:pt x="905" y="2807"/>
                    <a:pt x="913" y="2811"/>
                    <a:pt x="921" y="2817"/>
                  </a:cubicBezTo>
                  <a:cubicBezTo>
                    <a:pt x="1132" y="3018"/>
                    <a:pt x="1399" y="3115"/>
                    <a:pt x="1665" y="3115"/>
                  </a:cubicBezTo>
                  <a:cubicBezTo>
                    <a:pt x="2006" y="3115"/>
                    <a:pt x="2344" y="2955"/>
                    <a:pt x="2555" y="2647"/>
                  </a:cubicBezTo>
                  <a:cubicBezTo>
                    <a:pt x="2819" y="2589"/>
                    <a:pt x="2980" y="2321"/>
                    <a:pt x="2908" y="2060"/>
                  </a:cubicBezTo>
                  <a:cubicBezTo>
                    <a:pt x="3143" y="1900"/>
                    <a:pt x="3259" y="1616"/>
                    <a:pt x="3202" y="1338"/>
                  </a:cubicBezTo>
                  <a:cubicBezTo>
                    <a:pt x="3147" y="1059"/>
                    <a:pt x="2928" y="842"/>
                    <a:pt x="2650" y="787"/>
                  </a:cubicBezTo>
                  <a:cubicBezTo>
                    <a:pt x="2732" y="569"/>
                    <a:pt x="2647" y="323"/>
                    <a:pt x="2447" y="205"/>
                  </a:cubicBezTo>
                  <a:cubicBezTo>
                    <a:pt x="2370" y="160"/>
                    <a:pt x="2286" y="139"/>
                    <a:pt x="2203" y="139"/>
                  </a:cubicBezTo>
                  <a:cubicBezTo>
                    <a:pt x="2066" y="139"/>
                    <a:pt x="1932" y="197"/>
                    <a:pt x="1839" y="308"/>
                  </a:cubicBezTo>
                  <a:cubicBezTo>
                    <a:pt x="1727" y="115"/>
                    <a:pt x="1522" y="1"/>
                    <a:pt x="1307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298;p55">
              <a:extLst>
                <a:ext uri="{FF2B5EF4-FFF2-40B4-BE49-F238E27FC236}">
                  <a16:creationId xmlns:a16="http://schemas.microsoft.com/office/drawing/2014/main" id="{F1761793-AB79-4D1A-81DA-4B8B384A577D}"/>
                </a:ext>
              </a:extLst>
            </p:cNvPr>
            <p:cNvSpPr/>
            <p:nvPr/>
          </p:nvSpPr>
          <p:spPr>
            <a:xfrm>
              <a:off x="7040625" y="1443825"/>
              <a:ext cx="10500" cy="32675"/>
            </a:xfrm>
            <a:custGeom>
              <a:avLst/>
              <a:gdLst/>
              <a:ahLst/>
              <a:cxnLst/>
              <a:rect l="l" t="t" r="r" b="b"/>
              <a:pathLst>
                <a:path w="420" h="1307" extrusionOk="0">
                  <a:moveTo>
                    <a:pt x="1" y="0"/>
                  </a:moveTo>
                  <a:lnTo>
                    <a:pt x="1" y="1185"/>
                  </a:lnTo>
                  <a:cubicBezTo>
                    <a:pt x="1" y="1217"/>
                    <a:pt x="21" y="1247"/>
                    <a:pt x="61" y="1271"/>
                  </a:cubicBezTo>
                  <a:cubicBezTo>
                    <a:pt x="103" y="1295"/>
                    <a:pt x="156" y="1306"/>
                    <a:pt x="210" y="1306"/>
                  </a:cubicBezTo>
                  <a:cubicBezTo>
                    <a:pt x="264" y="1306"/>
                    <a:pt x="317" y="1295"/>
                    <a:pt x="359" y="1271"/>
                  </a:cubicBezTo>
                  <a:cubicBezTo>
                    <a:pt x="399" y="1247"/>
                    <a:pt x="420" y="1217"/>
                    <a:pt x="420" y="1185"/>
                  </a:cubicBezTo>
                  <a:lnTo>
                    <a:pt x="420" y="0"/>
                  </a:lnTo>
                  <a:cubicBezTo>
                    <a:pt x="420" y="32"/>
                    <a:pt x="399" y="63"/>
                    <a:pt x="359" y="86"/>
                  </a:cubicBezTo>
                  <a:cubicBezTo>
                    <a:pt x="318" y="110"/>
                    <a:pt x="264" y="122"/>
                    <a:pt x="211" y="122"/>
                  </a:cubicBezTo>
                  <a:cubicBezTo>
                    <a:pt x="157" y="122"/>
                    <a:pt x="103" y="110"/>
                    <a:pt x="61" y="86"/>
                  </a:cubicBezTo>
                  <a:cubicBezTo>
                    <a:pt x="21" y="63"/>
                    <a:pt x="1" y="31"/>
                    <a:pt x="1" y="0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299;p55">
              <a:extLst>
                <a:ext uri="{FF2B5EF4-FFF2-40B4-BE49-F238E27FC236}">
                  <a16:creationId xmlns:a16="http://schemas.microsoft.com/office/drawing/2014/main" id="{8675CC24-ABFA-40A8-82F6-44A2B4EB92D8}"/>
                </a:ext>
              </a:extLst>
            </p:cNvPr>
            <p:cNvSpPr/>
            <p:nvPr/>
          </p:nvSpPr>
          <p:spPr>
            <a:xfrm>
              <a:off x="7040075" y="1440775"/>
              <a:ext cx="11550" cy="6100"/>
            </a:xfrm>
            <a:custGeom>
              <a:avLst/>
              <a:gdLst/>
              <a:ahLst/>
              <a:cxnLst/>
              <a:rect l="l" t="t" r="r" b="b"/>
              <a:pathLst>
                <a:path w="462" h="244" extrusionOk="0">
                  <a:moveTo>
                    <a:pt x="231" y="1"/>
                  </a:moveTo>
                  <a:cubicBezTo>
                    <a:pt x="177" y="1"/>
                    <a:pt x="124" y="13"/>
                    <a:pt x="83" y="37"/>
                  </a:cubicBezTo>
                  <a:cubicBezTo>
                    <a:pt x="1" y="83"/>
                    <a:pt x="2" y="161"/>
                    <a:pt x="83" y="208"/>
                  </a:cubicBezTo>
                  <a:cubicBezTo>
                    <a:pt x="125" y="232"/>
                    <a:pt x="179" y="244"/>
                    <a:pt x="233" y="244"/>
                  </a:cubicBezTo>
                  <a:cubicBezTo>
                    <a:pt x="286" y="244"/>
                    <a:pt x="340" y="232"/>
                    <a:pt x="381" y="208"/>
                  </a:cubicBezTo>
                  <a:cubicBezTo>
                    <a:pt x="462" y="161"/>
                    <a:pt x="462" y="83"/>
                    <a:pt x="379" y="37"/>
                  </a:cubicBezTo>
                  <a:cubicBezTo>
                    <a:pt x="338" y="13"/>
                    <a:pt x="284" y="1"/>
                    <a:pt x="231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300;p55">
              <a:extLst>
                <a:ext uri="{FF2B5EF4-FFF2-40B4-BE49-F238E27FC236}">
                  <a16:creationId xmlns:a16="http://schemas.microsoft.com/office/drawing/2014/main" id="{91C013D8-1EE9-4741-BDAD-AB40EEE54C28}"/>
                </a:ext>
              </a:extLst>
            </p:cNvPr>
            <p:cNvSpPr/>
            <p:nvPr/>
          </p:nvSpPr>
          <p:spPr>
            <a:xfrm>
              <a:off x="7005825" y="1370425"/>
              <a:ext cx="81475" cy="77875"/>
            </a:xfrm>
            <a:custGeom>
              <a:avLst/>
              <a:gdLst/>
              <a:ahLst/>
              <a:cxnLst/>
              <a:rect l="l" t="t" r="r" b="b"/>
              <a:pathLst>
                <a:path w="3259" h="3115" extrusionOk="0">
                  <a:moveTo>
                    <a:pt x="1304" y="0"/>
                  </a:moveTo>
                  <a:cubicBezTo>
                    <a:pt x="1251" y="0"/>
                    <a:pt x="1198" y="7"/>
                    <a:pt x="1145" y="22"/>
                  </a:cubicBezTo>
                  <a:cubicBezTo>
                    <a:pt x="875" y="96"/>
                    <a:pt x="688" y="341"/>
                    <a:pt x="689" y="619"/>
                  </a:cubicBezTo>
                  <a:lnTo>
                    <a:pt x="689" y="626"/>
                  </a:lnTo>
                  <a:cubicBezTo>
                    <a:pt x="364" y="667"/>
                    <a:pt x="177" y="1018"/>
                    <a:pt x="325" y="1311"/>
                  </a:cubicBezTo>
                  <a:cubicBezTo>
                    <a:pt x="125" y="1418"/>
                    <a:pt x="0" y="1627"/>
                    <a:pt x="0" y="1855"/>
                  </a:cubicBezTo>
                  <a:cubicBezTo>
                    <a:pt x="0" y="2076"/>
                    <a:pt x="119" y="2281"/>
                    <a:pt x="314" y="2391"/>
                  </a:cubicBezTo>
                  <a:cubicBezTo>
                    <a:pt x="339" y="2637"/>
                    <a:pt x="548" y="2815"/>
                    <a:pt x="784" y="2815"/>
                  </a:cubicBezTo>
                  <a:cubicBezTo>
                    <a:pt x="821" y="2815"/>
                    <a:pt x="859" y="2811"/>
                    <a:pt x="897" y="2801"/>
                  </a:cubicBezTo>
                  <a:lnTo>
                    <a:pt x="921" y="2816"/>
                  </a:lnTo>
                  <a:cubicBezTo>
                    <a:pt x="1132" y="3017"/>
                    <a:pt x="1399" y="3114"/>
                    <a:pt x="1665" y="3114"/>
                  </a:cubicBezTo>
                  <a:cubicBezTo>
                    <a:pt x="2006" y="3114"/>
                    <a:pt x="2344" y="2954"/>
                    <a:pt x="2555" y="2646"/>
                  </a:cubicBezTo>
                  <a:cubicBezTo>
                    <a:pt x="2819" y="2588"/>
                    <a:pt x="2980" y="2320"/>
                    <a:pt x="2908" y="2060"/>
                  </a:cubicBezTo>
                  <a:cubicBezTo>
                    <a:pt x="3143" y="1901"/>
                    <a:pt x="3259" y="1615"/>
                    <a:pt x="3202" y="1337"/>
                  </a:cubicBezTo>
                  <a:cubicBezTo>
                    <a:pt x="3146" y="1058"/>
                    <a:pt x="2928" y="841"/>
                    <a:pt x="2650" y="786"/>
                  </a:cubicBezTo>
                  <a:cubicBezTo>
                    <a:pt x="2732" y="568"/>
                    <a:pt x="2647" y="323"/>
                    <a:pt x="2447" y="204"/>
                  </a:cubicBezTo>
                  <a:cubicBezTo>
                    <a:pt x="2370" y="159"/>
                    <a:pt x="2286" y="138"/>
                    <a:pt x="2203" y="138"/>
                  </a:cubicBezTo>
                  <a:cubicBezTo>
                    <a:pt x="2066" y="138"/>
                    <a:pt x="1932" y="196"/>
                    <a:pt x="1839" y="307"/>
                  </a:cubicBezTo>
                  <a:cubicBezTo>
                    <a:pt x="1726" y="114"/>
                    <a:pt x="1520" y="0"/>
                    <a:pt x="1304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301;p55">
              <a:extLst>
                <a:ext uri="{FF2B5EF4-FFF2-40B4-BE49-F238E27FC236}">
                  <a16:creationId xmlns:a16="http://schemas.microsoft.com/office/drawing/2014/main" id="{4B84F502-58FB-4413-B025-0128375AC6C5}"/>
                </a:ext>
              </a:extLst>
            </p:cNvPr>
            <p:cNvSpPr/>
            <p:nvPr/>
          </p:nvSpPr>
          <p:spPr>
            <a:xfrm>
              <a:off x="6858250" y="1206800"/>
              <a:ext cx="122450" cy="311575"/>
            </a:xfrm>
            <a:custGeom>
              <a:avLst/>
              <a:gdLst/>
              <a:ahLst/>
              <a:cxnLst/>
              <a:rect l="l" t="t" r="r" b="b"/>
              <a:pathLst>
                <a:path w="4898" h="12463" extrusionOk="0">
                  <a:moveTo>
                    <a:pt x="0" y="1"/>
                  </a:moveTo>
                  <a:lnTo>
                    <a:pt x="45" y="8907"/>
                  </a:lnTo>
                  <a:lnTo>
                    <a:pt x="4897" y="12463"/>
                  </a:lnTo>
                  <a:lnTo>
                    <a:pt x="4852" y="27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302;p55">
              <a:extLst>
                <a:ext uri="{FF2B5EF4-FFF2-40B4-BE49-F238E27FC236}">
                  <a16:creationId xmlns:a16="http://schemas.microsoft.com/office/drawing/2014/main" id="{747C0523-A399-4A52-9C09-6AAB5672E070}"/>
                </a:ext>
              </a:extLst>
            </p:cNvPr>
            <p:cNvSpPr/>
            <p:nvPr/>
          </p:nvSpPr>
          <p:spPr>
            <a:xfrm>
              <a:off x="6740200" y="1206800"/>
              <a:ext cx="118075" cy="309300"/>
            </a:xfrm>
            <a:custGeom>
              <a:avLst/>
              <a:gdLst/>
              <a:ahLst/>
              <a:cxnLst/>
              <a:rect l="l" t="t" r="r" b="b"/>
              <a:pathLst>
                <a:path w="4723" h="12372" extrusionOk="0">
                  <a:moveTo>
                    <a:pt x="4722" y="1"/>
                  </a:moveTo>
                  <a:lnTo>
                    <a:pt x="1" y="2676"/>
                  </a:lnTo>
                  <a:lnTo>
                    <a:pt x="46" y="12371"/>
                  </a:lnTo>
                  <a:lnTo>
                    <a:pt x="4677" y="8907"/>
                  </a:lnTo>
                  <a:lnTo>
                    <a:pt x="4722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303;p55">
              <a:extLst>
                <a:ext uri="{FF2B5EF4-FFF2-40B4-BE49-F238E27FC236}">
                  <a16:creationId xmlns:a16="http://schemas.microsoft.com/office/drawing/2014/main" id="{C2322C50-6298-4CF4-833C-58C499941024}"/>
                </a:ext>
              </a:extLst>
            </p:cNvPr>
            <p:cNvSpPr/>
            <p:nvPr/>
          </p:nvSpPr>
          <p:spPr>
            <a:xfrm>
              <a:off x="6861500" y="1276000"/>
              <a:ext cx="119150" cy="309275"/>
            </a:xfrm>
            <a:custGeom>
              <a:avLst/>
              <a:gdLst/>
              <a:ahLst/>
              <a:cxnLst/>
              <a:rect l="l" t="t" r="r" b="b"/>
              <a:pathLst>
                <a:path w="4766" h="12371" extrusionOk="0">
                  <a:moveTo>
                    <a:pt x="4721" y="1"/>
                  </a:moveTo>
                  <a:lnTo>
                    <a:pt x="1" y="2675"/>
                  </a:lnTo>
                  <a:lnTo>
                    <a:pt x="46" y="12370"/>
                  </a:lnTo>
                  <a:lnTo>
                    <a:pt x="4766" y="9696"/>
                  </a:lnTo>
                  <a:lnTo>
                    <a:pt x="472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304;p55">
              <a:extLst>
                <a:ext uri="{FF2B5EF4-FFF2-40B4-BE49-F238E27FC236}">
                  <a16:creationId xmlns:a16="http://schemas.microsoft.com/office/drawing/2014/main" id="{B2F3A083-78F7-49B4-BEEE-5CC3F3EE75E5}"/>
                </a:ext>
              </a:extLst>
            </p:cNvPr>
            <p:cNvSpPr/>
            <p:nvPr/>
          </p:nvSpPr>
          <p:spPr>
            <a:xfrm>
              <a:off x="6740200" y="1273700"/>
              <a:ext cx="122450" cy="311575"/>
            </a:xfrm>
            <a:custGeom>
              <a:avLst/>
              <a:gdLst/>
              <a:ahLst/>
              <a:cxnLst/>
              <a:rect l="l" t="t" r="r" b="b"/>
              <a:pathLst>
                <a:path w="4898" h="12463" extrusionOk="0">
                  <a:moveTo>
                    <a:pt x="1" y="0"/>
                  </a:moveTo>
                  <a:lnTo>
                    <a:pt x="46" y="9695"/>
                  </a:lnTo>
                  <a:lnTo>
                    <a:pt x="4898" y="12462"/>
                  </a:lnTo>
                  <a:lnTo>
                    <a:pt x="4898" y="12462"/>
                  </a:lnTo>
                  <a:lnTo>
                    <a:pt x="4853" y="276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7305;p55">
              <a:extLst>
                <a:ext uri="{FF2B5EF4-FFF2-40B4-BE49-F238E27FC236}">
                  <a16:creationId xmlns:a16="http://schemas.microsoft.com/office/drawing/2014/main" id="{1B03F3DB-3BE0-47C5-8B10-800F8CE1AE5B}"/>
                </a:ext>
              </a:extLst>
            </p:cNvPr>
            <p:cNvSpPr/>
            <p:nvPr/>
          </p:nvSpPr>
          <p:spPr>
            <a:xfrm>
              <a:off x="6740200" y="1206850"/>
              <a:ext cx="239325" cy="136025"/>
            </a:xfrm>
            <a:custGeom>
              <a:avLst/>
              <a:gdLst/>
              <a:ahLst/>
              <a:cxnLst/>
              <a:rect l="l" t="t" r="r" b="b"/>
              <a:pathLst>
                <a:path w="9573" h="5441" extrusionOk="0">
                  <a:moveTo>
                    <a:pt x="4721" y="0"/>
                  </a:moveTo>
                  <a:lnTo>
                    <a:pt x="1" y="2674"/>
                  </a:lnTo>
                  <a:lnTo>
                    <a:pt x="4853" y="5441"/>
                  </a:lnTo>
                  <a:lnTo>
                    <a:pt x="9573" y="2767"/>
                  </a:lnTo>
                  <a:lnTo>
                    <a:pt x="472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7306;p55">
              <a:extLst>
                <a:ext uri="{FF2B5EF4-FFF2-40B4-BE49-F238E27FC236}">
                  <a16:creationId xmlns:a16="http://schemas.microsoft.com/office/drawing/2014/main" id="{2D5093E6-0A91-4823-AD4A-D5A8025E71E7}"/>
                </a:ext>
              </a:extLst>
            </p:cNvPr>
            <p:cNvSpPr/>
            <p:nvPr/>
          </p:nvSpPr>
          <p:spPr>
            <a:xfrm>
              <a:off x="6757175" y="1313250"/>
              <a:ext cx="22450" cy="38625"/>
            </a:xfrm>
            <a:custGeom>
              <a:avLst/>
              <a:gdLst/>
              <a:ahLst/>
              <a:cxnLst/>
              <a:rect l="l" t="t" r="r" b="b"/>
              <a:pathLst>
                <a:path w="898" h="1545" extrusionOk="0">
                  <a:moveTo>
                    <a:pt x="3" y="0"/>
                  </a:moveTo>
                  <a:lnTo>
                    <a:pt x="0" y="1028"/>
                  </a:lnTo>
                  <a:lnTo>
                    <a:pt x="895" y="1544"/>
                  </a:lnTo>
                  <a:lnTo>
                    <a:pt x="897" y="1265"/>
                  </a:lnTo>
                  <a:lnTo>
                    <a:pt x="898" y="516"/>
                  </a:lnTo>
                  <a:lnTo>
                    <a:pt x="250" y="141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7307;p55">
              <a:extLst>
                <a:ext uri="{FF2B5EF4-FFF2-40B4-BE49-F238E27FC236}">
                  <a16:creationId xmlns:a16="http://schemas.microsoft.com/office/drawing/2014/main" id="{F00253B0-72CC-411C-BC01-B8ECCB222126}"/>
                </a:ext>
              </a:extLst>
            </p:cNvPr>
            <p:cNvSpPr/>
            <p:nvPr/>
          </p:nvSpPr>
          <p:spPr>
            <a:xfrm>
              <a:off x="6753150" y="1310875"/>
              <a:ext cx="4125" cy="30450"/>
            </a:xfrm>
            <a:custGeom>
              <a:avLst/>
              <a:gdLst/>
              <a:ahLst/>
              <a:cxnLst/>
              <a:rect l="l" t="t" r="r" b="b"/>
              <a:pathLst>
                <a:path w="165" h="1218" extrusionOk="0">
                  <a:moveTo>
                    <a:pt x="3" y="1"/>
                  </a:moveTo>
                  <a:lnTo>
                    <a:pt x="0" y="1218"/>
                  </a:lnTo>
                  <a:lnTo>
                    <a:pt x="161" y="1123"/>
                  </a:lnTo>
                  <a:lnTo>
                    <a:pt x="164" y="94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7308;p55">
              <a:extLst>
                <a:ext uri="{FF2B5EF4-FFF2-40B4-BE49-F238E27FC236}">
                  <a16:creationId xmlns:a16="http://schemas.microsoft.com/office/drawing/2014/main" id="{13FCFAD4-2D91-4E5F-818C-CAB05F48C9F3}"/>
                </a:ext>
              </a:extLst>
            </p:cNvPr>
            <p:cNvSpPr/>
            <p:nvPr/>
          </p:nvSpPr>
          <p:spPr>
            <a:xfrm>
              <a:off x="6753150" y="13389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161" y="0"/>
                  </a:moveTo>
                  <a:lnTo>
                    <a:pt x="0" y="95"/>
                  </a:lnTo>
                  <a:lnTo>
                    <a:pt x="1056" y="704"/>
                  </a:lnTo>
                  <a:lnTo>
                    <a:pt x="1056" y="516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7309;p55">
              <a:extLst>
                <a:ext uri="{FF2B5EF4-FFF2-40B4-BE49-F238E27FC236}">
                  <a16:creationId xmlns:a16="http://schemas.microsoft.com/office/drawing/2014/main" id="{A8351CA0-46BF-476B-B11E-97C6FF17FAC0}"/>
                </a:ext>
              </a:extLst>
            </p:cNvPr>
            <p:cNvSpPr/>
            <p:nvPr/>
          </p:nvSpPr>
          <p:spPr>
            <a:xfrm>
              <a:off x="6791575" y="1332975"/>
              <a:ext cx="22475" cy="38650"/>
            </a:xfrm>
            <a:custGeom>
              <a:avLst/>
              <a:gdLst/>
              <a:ahLst/>
              <a:cxnLst/>
              <a:rect l="l" t="t" r="r" b="b"/>
              <a:pathLst>
                <a:path w="899" h="1546" extrusionOk="0">
                  <a:moveTo>
                    <a:pt x="3" y="0"/>
                  </a:moveTo>
                  <a:lnTo>
                    <a:pt x="1" y="1028"/>
                  </a:lnTo>
                  <a:lnTo>
                    <a:pt x="895" y="1546"/>
                  </a:lnTo>
                  <a:lnTo>
                    <a:pt x="897" y="1264"/>
                  </a:lnTo>
                  <a:lnTo>
                    <a:pt x="898" y="516"/>
                  </a:lnTo>
                  <a:lnTo>
                    <a:pt x="250" y="14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7310;p55">
              <a:extLst>
                <a:ext uri="{FF2B5EF4-FFF2-40B4-BE49-F238E27FC236}">
                  <a16:creationId xmlns:a16="http://schemas.microsoft.com/office/drawing/2014/main" id="{2BCCB1AF-426D-47A3-8A79-CE1906F665EF}"/>
                </a:ext>
              </a:extLst>
            </p:cNvPr>
            <p:cNvSpPr/>
            <p:nvPr/>
          </p:nvSpPr>
          <p:spPr>
            <a:xfrm>
              <a:off x="6787550" y="1330650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3" y="0"/>
                  </a:moveTo>
                  <a:lnTo>
                    <a:pt x="1" y="1215"/>
                  </a:lnTo>
                  <a:lnTo>
                    <a:pt x="162" y="1121"/>
                  </a:lnTo>
                  <a:lnTo>
                    <a:pt x="164" y="9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7311;p55">
              <a:extLst>
                <a:ext uri="{FF2B5EF4-FFF2-40B4-BE49-F238E27FC236}">
                  <a16:creationId xmlns:a16="http://schemas.microsoft.com/office/drawing/2014/main" id="{423A7B4E-4015-46BF-8485-FA356A3A922A}"/>
                </a:ext>
              </a:extLst>
            </p:cNvPr>
            <p:cNvSpPr/>
            <p:nvPr/>
          </p:nvSpPr>
          <p:spPr>
            <a:xfrm>
              <a:off x="6787550" y="1358675"/>
              <a:ext cx="26425" cy="17625"/>
            </a:xfrm>
            <a:custGeom>
              <a:avLst/>
              <a:gdLst/>
              <a:ahLst/>
              <a:cxnLst/>
              <a:rect l="l" t="t" r="r" b="b"/>
              <a:pathLst>
                <a:path w="1057" h="705" extrusionOk="0">
                  <a:moveTo>
                    <a:pt x="162" y="0"/>
                  </a:moveTo>
                  <a:lnTo>
                    <a:pt x="1" y="94"/>
                  </a:lnTo>
                  <a:lnTo>
                    <a:pt x="1056" y="705"/>
                  </a:lnTo>
                  <a:lnTo>
                    <a:pt x="1056" y="518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7312;p55">
              <a:extLst>
                <a:ext uri="{FF2B5EF4-FFF2-40B4-BE49-F238E27FC236}">
                  <a16:creationId xmlns:a16="http://schemas.microsoft.com/office/drawing/2014/main" id="{23EC5AA1-1D27-489D-B54F-E887FAEB90B2}"/>
                </a:ext>
              </a:extLst>
            </p:cNvPr>
            <p:cNvSpPr/>
            <p:nvPr/>
          </p:nvSpPr>
          <p:spPr>
            <a:xfrm>
              <a:off x="6825975" y="1352575"/>
              <a:ext cx="22475" cy="38675"/>
            </a:xfrm>
            <a:custGeom>
              <a:avLst/>
              <a:gdLst/>
              <a:ahLst/>
              <a:cxnLst/>
              <a:rect l="l" t="t" r="r" b="b"/>
              <a:pathLst>
                <a:path w="899" h="1547" extrusionOk="0">
                  <a:moveTo>
                    <a:pt x="4" y="0"/>
                  </a:moveTo>
                  <a:lnTo>
                    <a:pt x="1" y="1029"/>
                  </a:lnTo>
                  <a:lnTo>
                    <a:pt x="895" y="1546"/>
                  </a:lnTo>
                  <a:lnTo>
                    <a:pt x="897" y="1265"/>
                  </a:lnTo>
                  <a:lnTo>
                    <a:pt x="898" y="517"/>
                  </a:lnTo>
                  <a:lnTo>
                    <a:pt x="249" y="14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7313;p55">
              <a:extLst>
                <a:ext uri="{FF2B5EF4-FFF2-40B4-BE49-F238E27FC236}">
                  <a16:creationId xmlns:a16="http://schemas.microsoft.com/office/drawing/2014/main" id="{1C8D3648-9EE2-4737-BA2F-5E5FEC97B474}"/>
                </a:ext>
              </a:extLst>
            </p:cNvPr>
            <p:cNvSpPr/>
            <p:nvPr/>
          </p:nvSpPr>
          <p:spPr>
            <a:xfrm>
              <a:off x="6821950" y="1350250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4" y="1"/>
                  </a:moveTo>
                  <a:lnTo>
                    <a:pt x="1" y="1216"/>
                  </a:lnTo>
                  <a:lnTo>
                    <a:pt x="162" y="1122"/>
                  </a:lnTo>
                  <a:lnTo>
                    <a:pt x="165" y="93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7314;p55">
              <a:extLst>
                <a:ext uri="{FF2B5EF4-FFF2-40B4-BE49-F238E27FC236}">
                  <a16:creationId xmlns:a16="http://schemas.microsoft.com/office/drawing/2014/main" id="{B96A3C61-E8AC-44F0-9399-4E8D1B570839}"/>
                </a:ext>
              </a:extLst>
            </p:cNvPr>
            <p:cNvSpPr/>
            <p:nvPr/>
          </p:nvSpPr>
          <p:spPr>
            <a:xfrm>
              <a:off x="6821950" y="1378275"/>
              <a:ext cx="26425" cy="17650"/>
            </a:xfrm>
            <a:custGeom>
              <a:avLst/>
              <a:gdLst/>
              <a:ahLst/>
              <a:cxnLst/>
              <a:rect l="l" t="t" r="r" b="b"/>
              <a:pathLst>
                <a:path w="1057" h="706" extrusionOk="0">
                  <a:moveTo>
                    <a:pt x="162" y="1"/>
                  </a:moveTo>
                  <a:lnTo>
                    <a:pt x="1" y="95"/>
                  </a:lnTo>
                  <a:lnTo>
                    <a:pt x="1056" y="705"/>
                  </a:lnTo>
                  <a:lnTo>
                    <a:pt x="1056" y="518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7315;p55">
              <a:extLst>
                <a:ext uri="{FF2B5EF4-FFF2-40B4-BE49-F238E27FC236}">
                  <a16:creationId xmlns:a16="http://schemas.microsoft.com/office/drawing/2014/main" id="{B2108726-CFC1-4BDB-927A-6A3CCF57E0CC}"/>
                </a:ext>
              </a:extLst>
            </p:cNvPr>
            <p:cNvSpPr/>
            <p:nvPr/>
          </p:nvSpPr>
          <p:spPr>
            <a:xfrm>
              <a:off x="6757175" y="1361500"/>
              <a:ext cx="22450" cy="38650"/>
            </a:xfrm>
            <a:custGeom>
              <a:avLst/>
              <a:gdLst/>
              <a:ahLst/>
              <a:cxnLst/>
              <a:rect l="l" t="t" r="r" b="b"/>
              <a:pathLst>
                <a:path w="898" h="1546" extrusionOk="0">
                  <a:moveTo>
                    <a:pt x="3" y="0"/>
                  </a:moveTo>
                  <a:lnTo>
                    <a:pt x="0" y="1030"/>
                  </a:lnTo>
                  <a:lnTo>
                    <a:pt x="895" y="1546"/>
                  </a:lnTo>
                  <a:lnTo>
                    <a:pt x="897" y="1266"/>
                  </a:lnTo>
                  <a:lnTo>
                    <a:pt x="898" y="518"/>
                  </a:lnTo>
                  <a:lnTo>
                    <a:pt x="250" y="14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7316;p55">
              <a:extLst>
                <a:ext uri="{FF2B5EF4-FFF2-40B4-BE49-F238E27FC236}">
                  <a16:creationId xmlns:a16="http://schemas.microsoft.com/office/drawing/2014/main" id="{BD8CB248-B399-489D-985F-7F5E08B7D85B}"/>
                </a:ext>
              </a:extLst>
            </p:cNvPr>
            <p:cNvSpPr/>
            <p:nvPr/>
          </p:nvSpPr>
          <p:spPr>
            <a:xfrm>
              <a:off x="6753150" y="1359175"/>
              <a:ext cx="4125" cy="30450"/>
            </a:xfrm>
            <a:custGeom>
              <a:avLst/>
              <a:gdLst/>
              <a:ahLst/>
              <a:cxnLst/>
              <a:rect l="l" t="t" r="r" b="b"/>
              <a:pathLst>
                <a:path w="165" h="1218" extrusionOk="0">
                  <a:moveTo>
                    <a:pt x="3" y="0"/>
                  </a:moveTo>
                  <a:lnTo>
                    <a:pt x="0" y="1217"/>
                  </a:lnTo>
                  <a:lnTo>
                    <a:pt x="161" y="1123"/>
                  </a:lnTo>
                  <a:lnTo>
                    <a:pt x="164" y="9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7317;p55">
              <a:extLst>
                <a:ext uri="{FF2B5EF4-FFF2-40B4-BE49-F238E27FC236}">
                  <a16:creationId xmlns:a16="http://schemas.microsoft.com/office/drawing/2014/main" id="{A5A954C8-BF54-4A68-9BF7-B06C9EEA719A}"/>
                </a:ext>
              </a:extLst>
            </p:cNvPr>
            <p:cNvSpPr/>
            <p:nvPr/>
          </p:nvSpPr>
          <p:spPr>
            <a:xfrm>
              <a:off x="6753150" y="1387225"/>
              <a:ext cx="26425" cy="17625"/>
            </a:xfrm>
            <a:custGeom>
              <a:avLst/>
              <a:gdLst/>
              <a:ahLst/>
              <a:cxnLst/>
              <a:rect l="l" t="t" r="r" b="b"/>
              <a:pathLst>
                <a:path w="1057" h="705" extrusionOk="0">
                  <a:moveTo>
                    <a:pt x="161" y="1"/>
                  </a:moveTo>
                  <a:lnTo>
                    <a:pt x="0" y="95"/>
                  </a:lnTo>
                  <a:lnTo>
                    <a:pt x="1056" y="704"/>
                  </a:lnTo>
                  <a:lnTo>
                    <a:pt x="1056" y="517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7318;p55">
              <a:extLst>
                <a:ext uri="{FF2B5EF4-FFF2-40B4-BE49-F238E27FC236}">
                  <a16:creationId xmlns:a16="http://schemas.microsoft.com/office/drawing/2014/main" id="{B62F6680-68C1-442E-8969-7C6F285FA9BF}"/>
                </a:ext>
              </a:extLst>
            </p:cNvPr>
            <p:cNvSpPr/>
            <p:nvPr/>
          </p:nvSpPr>
          <p:spPr>
            <a:xfrm>
              <a:off x="6791575" y="1381250"/>
              <a:ext cx="22475" cy="38625"/>
            </a:xfrm>
            <a:custGeom>
              <a:avLst/>
              <a:gdLst/>
              <a:ahLst/>
              <a:cxnLst/>
              <a:rect l="l" t="t" r="r" b="b"/>
              <a:pathLst>
                <a:path w="899" h="1545" extrusionOk="0">
                  <a:moveTo>
                    <a:pt x="3" y="0"/>
                  </a:moveTo>
                  <a:lnTo>
                    <a:pt x="1" y="1029"/>
                  </a:lnTo>
                  <a:lnTo>
                    <a:pt x="895" y="1545"/>
                  </a:lnTo>
                  <a:lnTo>
                    <a:pt x="897" y="1265"/>
                  </a:lnTo>
                  <a:lnTo>
                    <a:pt x="898" y="517"/>
                  </a:lnTo>
                  <a:lnTo>
                    <a:pt x="250" y="141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7319;p55">
              <a:extLst>
                <a:ext uri="{FF2B5EF4-FFF2-40B4-BE49-F238E27FC236}">
                  <a16:creationId xmlns:a16="http://schemas.microsoft.com/office/drawing/2014/main" id="{B9BA9EC8-05E0-4450-B7E4-9208A4D00B36}"/>
                </a:ext>
              </a:extLst>
            </p:cNvPr>
            <p:cNvSpPr/>
            <p:nvPr/>
          </p:nvSpPr>
          <p:spPr>
            <a:xfrm>
              <a:off x="6787550" y="1378900"/>
              <a:ext cx="4125" cy="30425"/>
            </a:xfrm>
            <a:custGeom>
              <a:avLst/>
              <a:gdLst/>
              <a:ahLst/>
              <a:cxnLst/>
              <a:rect l="l" t="t" r="r" b="b"/>
              <a:pathLst>
                <a:path w="165" h="1217" extrusionOk="0">
                  <a:moveTo>
                    <a:pt x="3" y="0"/>
                  </a:moveTo>
                  <a:lnTo>
                    <a:pt x="1" y="1217"/>
                  </a:lnTo>
                  <a:lnTo>
                    <a:pt x="1" y="1217"/>
                  </a:lnTo>
                  <a:lnTo>
                    <a:pt x="162" y="1123"/>
                  </a:lnTo>
                  <a:lnTo>
                    <a:pt x="164" y="9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7320;p55">
              <a:extLst>
                <a:ext uri="{FF2B5EF4-FFF2-40B4-BE49-F238E27FC236}">
                  <a16:creationId xmlns:a16="http://schemas.microsoft.com/office/drawing/2014/main" id="{5AFDE36E-F566-4105-B443-D7C69488C8EB}"/>
                </a:ext>
              </a:extLst>
            </p:cNvPr>
            <p:cNvSpPr/>
            <p:nvPr/>
          </p:nvSpPr>
          <p:spPr>
            <a:xfrm>
              <a:off x="6787550" y="14069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162" y="1"/>
                  </a:moveTo>
                  <a:lnTo>
                    <a:pt x="1" y="95"/>
                  </a:lnTo>
                  <a:lnTo>
                    <a:pt x="1056" y="704"/>
                  </a:lnTo>
                  <a:lnTo>
                    <a:pt x="1056" y="517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7321;p55">
              <a:extLst>
                <a:ext uri="{FF2B5EF4-FFF2-40B4-BE49-F238E27FC236}">
                  <a16:creationId xmlns:a16="http://schemas.microsoft.com/office/drawing/2014/main" id="{58C4B090-7770-4AA1-8425-236C86B01881}"/>
                </a:ext>
              </a:extLst>
            </p:cNvPr>
            <p:cNvSpPr/>
            <p:nvPr/>
          </p:nvSpPr>
          <p:spPr>
            <a:xfrm>
              <a:off x="6825975" y="1400850"/>
              <a:ext cx="22475" cy="38675"/>
            </a:xfrm>
            <a:custGeom>
              <a:avLst/>
              <a:gdLst/>
              <a:ahLst/>
              <a:cxnLst/>
              <a:rect l="l" t="t" r="r" b="b"/>
              <a:pathLst>
                <a:path w="899" h="1547" extrusionOk="0">
                  <a:moveTo>
                    <a:pt x="4" y="1"/>
                  </a:moveTo>
                  <a:lnTo>
                    <a:pt x="1" y="1029"/>
                  </a:lnTo>
                  <a:lnTo>
                    <a:pt x="895" y="1547"/>
                  </a:lnTo>
                  <a:lnTo>
                    <a:pt x="897" y="1265"/>
                  </a:lnTo>
                  <a:lnTo>
                    <a:pt x="898" y="517"/>
                  </a:lnTo>
                  <a:lnTo>
                    <a:pt x="249" y="143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7322;p55">
              <a:extLst>
                <a:ext uri="{FF2B5EF4-FFF2-40B4-BE49-F238E27FC236}">
                  <a16:creationId xmlns:a16="http://schemas.microsoft.com/office/drawing/2014/main" id="{EA1BEEAE-8407-4E32-95EC-060DFEA733E8}"/>
                </a:ext>
              </a:extLst>
            </p:cNvPr>
            <p:cNvSpPr/>
            <p:nvPr/>
          </p:nvSpPr>
          <p:spPr>
            <a:xfrm>
              <a:off x="6821950" y="1398550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4" y="0"/>
                  </a:moveTo>
                  <a:lnTo>
                    <a:pt x="1" y="1215"/>
                  </a:lnTo>
                  <a:lnTo>
                    <a:pt x="162" y="1121"/>
                  </a:lnTo>
                  <a:lnTo>
                    <a:pt x="165" y="9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7323;p55">
              <a:extLst>
                <a:ext uri="{FF2B5EF4-FFF2-40B4-BE49-F238E27FC236}">
                  <a16:creationId xmlns:a16="http://schemas.microsoft.com/office/drawing/2014/main" id="{A54ABF33-BF82-4CF4-A7BD-AAA988F39600}"/>
                </a:ext>
              </a:extLst>
            </p:cNvPr>
            <p:cNvSpPr/>
            <p:nvPr/>
          </p:nvSpPr>
          <p:spPr>
            <a:xfrm>
              <a:off x="6821950" y="1426575"/>
              <a:ext cx="26425" cy="17625"/>
            </a:xfrm>
            <a:custGeom>
              <a:avLst/>
              <a:gdLst/>
              <a:ahLst/>
              <a:cxnLst/>
              <a:rect l="l" t="t" r="r" b="b"/>
              <a:pathLst>
                <a:path w="1057" h="705" extrusionOk="0">
                  <a:moveTo>
                    <a:pt x="162" y="0"/>
                  </a:moveTo>
                  <a:lnTo>
                    <a:pt x="1" y="94"/>
                  </a:lnTo>
                  <a:lnTo>
                    <a:pt x="1056" y="705"/>
                  </a:lnTo>
                  <a:lnTo>
                    <a:pt x="1056" y="518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7324;p55">
              <a:extLst>
                <a:ext uri="{FF2B5EF4-FFF2-40B4-BE49-F238E27FC236}">
                  <a16:creationId xmlns:a16="http://schemas.microsoft.com/office/drawing/2014/main" id="{CF2CE8DA-DABB-4330-9E52-96A6847D4369}"/>
                </a:ext>
              </a:extLst>
            </p:cNvPr>
            <p:cNvSpPr/>
            <p:nvPr/>
          </p:nvSpPr>
          <p:spPr>
            <a:xfrm>
              <a:off x="6757175" y="1409775"/>
              <a:ext cx="22450" cy="38675"/>
            </a:xfrm>
            <a:custGeom>
              <a:avLst/>
              <a:gdLst/>
              <a:ahLst/>
              <a:cxnLst/>
              <a:rect l="l" t="t" r="r" b="b"/>
              <a:pathLst>
                <a:path w="898" h="1547" extrusionOk="0">
                  <a:moveTo>
                    <a:pt x="3" y="1"/>
                  </a:moveTo>
                  <a:lnTo>
                    <a:pt x="0" y="1030"/>
                  </a:lnTo>
                  <a:lnTo>
                    <a:pt x="895" y="1546"/>
                  </a:lnTo>
                  <a:lnTo>
                    <a:pt x="897" y="1267"/>
                  </a:lnTo>
                  <a:lnTo>
                    <a:pt x="898" y="518"/>
                  </a:lnTo>
                  <a:lnTo>
                    <a:pt x="250" y="143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7325;p55">
              <a:extLst>
                <a:ext uri="{FF2B5EF4-FFF2-40B4-BE49-F238E27FC236}">
                  <a16:creationId xmlns:a16="http://schemas.microsoft.com/office/drawing/2014/main" id="{A7E55CA2-5F91-4F0F-A5F8-20C5D99C1A74}"/>
                </a:ext>
              </a:extLst>
            </p:cNvPr>
            <p:cNvSpPr/>
            <p:nvPr/>
          </p:nvSpPr>
          <p:spPr>
            <a:xfrm>
              <a:off x="6753150" y="1407450"/>
              <a:ext cx="4125" cy="30425"/>
            </a:xfrm>
            <a:custGeom>
              <a:avLst/>
              <a:gdLst/>
              <a:ahLst/>
              <a:cxnLst/>
              <a:rect l="l" t="t" r="r" b="b"/>
              <a:pathLst>
                <a:path w="165" h="1217" extrusionOk="0">
                  <a:moveTo>
                    <a:pt x="3" y="1"/>
                  </a:moveTo>
                  <a:lnTo>
                    <a:pt x="0" y="1216"/>
                  </a:lnTo>
                  <a:lnTo>
                    <a:pt x="161" y="1122"/>
                  </a:lnTo>
                  <a:lnTo>
                    <a:pt x="164" y="94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7326;p55">
              <a:extLst>
                <a:ext uri="{FF2B5EF4-FFF2-40B4-BE49-F238E27FC236}">
                  <a16:creationId xmlns:a16="http://schemas.microsoft.com/office/drawing/2014/main" id="{94A528F8-1E93-46A0-95B4-337B474DC899}"/>
                </a:ext>
              </a:extLst>
            </p:cNvPr>
            <p:cNvSpPr/>
            <p:nvPr/>
          </p:nvSpPr>
          <p:spPr>
            <a:xfrm>
              <a:off x="6753150" y="1435525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161" y="0"/>
                  </a:moveTo>
                  <a:lnTo>
                    <a:pt x="0" y="93"/>
                  </a:lnTo>
                  <a:lnTo>
                    <a:pt x="1056" y="704"/>
                  </a:lnTo>
                  <a:lnTo>
                    <a:pt x="1056" y="516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7327;p55">
              <a:extLst>
                <a:ext uri="{FF2B5EF4-FFF2-40B4-BE49-F238E27FC236}">
                  <a16:creationId xmlns:a16="http://schemas.microsoft.com/office/drawing/2014/main" id="{A83AD808-959E-43C0-A7C9-91DD80E5FB3D}"/>
                </a:ext>
              </a:extLst>
            </p:cNvPr>
            <p:cNvSpPr/>
            <p:nvPr/>
          </p:nvSpPr>
          <p:spPr>
            <a:xfrm>
              <a:off x="6791575" y="1429500"/>
              <a:ext cx="22475" cy="38675"/>
            </a:xfrm>
            <a:custGeom>
              <a:avLst/>
              <a:gdLst/>
              <a:ahLst/>
              <a:cxnLst/>
              <a:rect l="l" t="t" r="r" b="b"/>
              <a:pathLst>
                <a:path w="899" h="1547" extrusionOk="0">
                  <a:moveTo>
                    <a:pt x="3" y="1"/>
                  </a:moveTo>
                  <a:lnTo>
                    <a:pt x="1" y="1030"/>
                  </a:lnTo>
                  <a:lnTo>
                    <a:pt x="895" y="1546"/>
                  </a:lnTo>
                  <a:lnTo>
                    <a:pt x="897" y="1266"/>
                  </a:lnTo>
                  <a:lnTo>
                    <a:pt x="898" y="518"/>
                  </a:lnTo>
                  <a:lnTo>
                    <a:pt x="250" y="143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7328;p55">
              <a:extLst>
                <a:ext uri="{FF2B5EF4-FFF2-40B4-BE49-F238E27FC236}">
                  <a16:creationId xmlns:a16="http://schemas.microsoft.com/office/drawing/2014/main" id="{5CE1C54F-4C10-4245-844F-7B7C169F2215}"/>
                </a:ext>
              </a:extLst>
            </p:cNvPr>
            <p:cNvSpPr/>
            <p:nvPr/>
          </p:nvSpPr>
          <p:spPr>
            <a:xfrm>
              <a:off x="6787550" y="1427175"/>
              <a:ext cx="4125" cy="30450"/>
            </a:xfrm>
            <a:custGeom>
              <a:avLst/>
              <a:gdLst/>
              <a:ahLst/>
              <a:cxnLst/>
              <a:rect l="l" t="t" r="r" b="b"/>
              <a:pathLst>
                <a:path w="165" h="1218" extrusionOk="0">
                  <a:moveTo>
                    <a:pt x="3" y="1"/>
                  </a:moveTo>
                  <a:lnTo>
                    <a:pt x="1" y="1217"/>
                  </a:lnTo>
                  <a:lnTo>
                    <a:pt x="1" y="1217"/>
                  </a:lnTo>
                  <a:lnTo>
                    <a:pt x="162" y="1123"/>
                  </a:lnTo>
                  <a:lnTo>
                    <a:pt x="164" y="94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7329;p55">
              <a:extLst>
                <a:ext uri="{FF2B5EF4-FFF2-40B4-BE49-F238E27FC236}">
                  <a16:creationId xmlns:a16="http://schemas.microsoft.com/office/drawing/2014/main" id="{4E7AC207-034A-4766-8649-3D3833260195}"/>
                </a:ext>
              </a:extLst>
            </p:cNvPr>
            <p:cNvSpPr/>
            <p:nvPr/>
          </p:nvSpPr>
          <p:spPr>
            <a:xfrm>
              <a:off x="6787550" y="14552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162" y="0"/>
                  </a:moveTo>
                  <a:lnTo>
                    <a:pt x="1" y="94"/>
                  </a:lnTo>
                  <a:lnTo>
                    <a:pt x="1056" y="703"/>
                  </a:lnTo>
                  <a:lnTo>
                    <a:pt x="1056" y="516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7330;p55">
              <a:extLst>
                <a:ext uri="{FF2B5EF4-FFF2-40B4-BE49-F238E27FC236}">
                  <a16:creationId xmlns:a16="http://schemas.microsoft.com/office/drawing/2014/main" id="{3F7AD491-AB82-4FF6-B2E4-1B452EE366B2}"/>
                </a:ext>
              </a:extLst>
            </p:cNvPr>
            <p:cNvSpPr/>
            <p:nvPr/>
          </p:nvSpPr>
          <p:spPr>
            <a:xfrm>
              <a:off x="6825975" y="1449150"/>
              <a:ext cx="22475" cy="38625"/>
            </a:xfrm>
            <a:custGeom>
              <a:avLst/>
              <a:gdLst/>
              <a:ahLst/>
              <a:cxnLst/>
              <a:rect l="l" t="t" r="r" b="b"/>
              <a:pathLst>
                <a:path w="899" h="1545" extrusionOk="0">
                  <a:moveTo>
                    <a:pt x="4" y="0"/>
                  </a:moveTo>
                  <a:lnTo>
                    <a:pt x="1" y="1029"/>
                  </a:lnTo>
                  <a:lnTo>
                    <a:pt x="895" y="1545"/>
                  </a:lnTo>
                  <a:lnTo>
                    <a:pt x="897" y="1265"/>
                  </a:lnTo>
                  <a:lnTo>
                    <a:pt x="898" y="517"/>
                  </a:lnTo>
                  <a:lnTo>
                    <a:pt x="249" y="14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7331;p55">
              <a:extLst>
                <a:ext uri="{FF2B5EF4-FFF2-40B4-BE49-F238E27FC236}">
                  <a16:creationId xmlns:a16="http://schemas.microsoft.com/office/drawing/2014/main" id="{F895C019-A07A-440C-A3AB-352A94066678}"/>
                </a:ext>
              </a:extLst>
            </p:cNvPr>
            <p:cNvSpPr/>
            <p:nvPr/>
          </p:nvSpPr>
          <p:spPr>
            <a:xfrm>
              <a:off x="6821950" y="1446800"/>
              <a:ext cx="4125" cy="30425"/>
            </a:xfrm>
            <a:custGeom>
              <a:avLst/>
              <a:gdLst/>
              <a:ahLst/>
              <a:cxnLst/>
              <a:rect l="l" t="t" r="r" b="b"/>
              <a:pathLst>
                <a:path w="165" h="1217" extrusionOk="0">
                  <a:moveTo>
                    <a:pt x="4" y="0"/>
                  </a:moveTo>
                  <a:lnTo>
                    <a:pt x="1" y="1217"/>
                  </a:lnTo>
                  <a:lnTo>
                    <a:pt x="162" y="1123"/>
                  </a:lnTo>
                  <a:lnTo>
                    <a:pt x="165" y="9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7332;p55">
              <a:extLst>
                <a:ext uri="{FF2B5EF4-FFF2-40B4-BE49-F238E27FC236}">
                  <a16:creationId xmlns:a16="http://schemas.microsoft.com/office/drawing/2014/main" id="{4D0B51FE-6B4C-4D7F-94F0-BFCCA73AC760}"/>
                </a:ext>
              </a:extLst>
            </p:cNvPr>
            <p:cNvSpPr/>
            <p:nvPr/>
          </p:nvSpPr>
          <p:spPr>
            <a:xfrm>
              <a:off x="6821950" y="14748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162" y="1"/>
                  </a:moveTo>
                  <a:lnTo>
                    <a:pt x="1" y="95"/>
                  </a:lnTo>
                  <a:lnTo>
                    <a:pt x="1056" y="704"/>
                  </a:lnTo>
                  <a:lnTo>
                    <a:pt x="1056" y="517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7333;p55">
              <a:extLst>
                <a:ext uri="{FF2B5EF4-FFF2-40B4-BE49-F238E27FC236}">
                  <a16:creationId xmlns:a16="http://schemas.microsoft.com/office/drawing/2014/main" id="{33A85988-CCEA-46FF-A3AC-EF61CFEAA791}"/>
                </a:ext>
              </a:extLst>
            </p:cNvPr>
            <p:cNvSpPr/>
            <p:nvPr/>
          </p:nvSpPr>
          <p:spPr>
            <a:xfrm>
              <a:off x="6757175" y="1458075"/>
              <a:ext cx="22450" cy="38650"/>
            </a:xfrm>
            <a:custGeom>
              <a:avLst/>
              <a:gdLst/>
              <a:ahLst/>
              <a:cxnLst/>
              <a:rect l="l" t="t" r="r" b="b"/>
              <a:pathLst>
                <a:path w="898" h="1546" extrusionOk="0">
                  <a:moveTo>
                    <a:pt x="3" y="0"/>
                  </a:moveTo>
                  <a:lnTo>
                    <a:pt x="0" y="1028"/>
                  </a:lnTo>
                  <a:lnTo>
                    <a:pt x="895" y="1546"/>
                  </a:lnTo>
                  <a:lnTo>
                    <a:pt x="897" y="1265"/>
                  </a:lnTo>
                  <a:lnTo>
                    <a:pt x="898" y="516"/>
                  </a:lnTo>
                  <a:lnTo>
                    <a:pt x="250" y="14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7334;p55">
              <a:extLst>
                <a:ext uri="{FF2B5EF4-FFF2-40B4-BE49-F238E27FC236}">
                  <a16:creationId xmlns:a16="http://schemas.microsoft.com/office/drawing/2014/main" id="{1F5BB583-9AF8-483C-8382-BBBCCC6F4685}"/>
                </a:ext>
              </a:extLst>
            </p:cNvPr>
            <p:cNvSpPr/>
            <p:nvPr/>
          </p:nvSpPr>
          <p:spPr>
            <a:xfrm>
              <a:off x="6753150" y="1455750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3" y="0"/>
                  </a:moveTo>
                  <a:lnTo>
                    <a:pt x="0" y="1216"/>
                  </a:lnTo>
                  <a:lnTo>
                    <a:pt x="161" y="1121"/>
                  </a:lnTo>
                  <a:lnTo>
                    <a:pt x="164" y="9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7335;p55">
              <a:extLst>
                <a:ext uri="{FF2B5EF4-FFF2-40B4-BE49-F238E27FC236}">
                  <a16:creationId xmlns:a16="http://schemas.microsoft.com/office/drawing/2014/main" id="{D1A01673-6AE8-4BB9-9979-F06A3011DE11}"/>
                </a:ext>
              </a:extLst>
            </p:cNvPr>
            <p:cNvSpPr/>
            <p:nvPr/>
          </p:nvSpPr>
          <p:spPr>
            <a:xfrm>
              <a:off x="6753150" y="1483775"/>
              <a:ext cx="26425" cy="17650"/>
            </a:xfrm>
            <a:custGeom>
              <a:avLst/>
              <a:gdLst/>
              <a:ahLst/>
              <a:cxnLst/>
              <a:rect l="l" t="t" r="r" b="b"/>
              <a:pathLst>
                <a:path w="1057" h="706" extrusionOk="0">
                  <a:moveTo>
                    <a:pt x="161" y="0"/>
                  </a:moveTo>
                  <a:lnTo>
                    <a:pt x="0" y="95"/>
                  </a:lnTo>
                  <a:lnTo>
                    <a:pt x="1056" y="705"/>
                  </a:lnTo>
                  <a:lnTo>
                    <a:pt x="1056" y="518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7336;p55">
              <a:extLst>
                <a:ext uri="{FF2B5EF4-FFF2-40B4-BE49-F238E27FC236}">
                  <a16:creationId xmlns:a16="http://schemas.microsoft.com/office/drawing/2014/main" id="{96315A13-2992-4EE8-A81F-F2B82411326E}"/>
                </a:ext>
              </a:extLst>
            </p:cNvPr>
            <p:cNvSpPr/>
            <p:nvPr/>
          </p:nvSpPr>
          <p:spPr>
            <a:xfrm>
              <a:off x="6791575" y="1477800"/>
              <a:ext cx="22475" cy="38650"/>
            </a:xfrm>
            <a:custGeom>
              <a:avLst/>
              <a:gdLst/>
              <a:ahLst/>
              <a:cxnLst/>
              <a:rect l="l" t="t" r="r" b="b"/>
              <a:pathLst>
                <a:path w="899" h="1546" extrusionOk="0">
                  <a:moveTo>
                    <a:pt x="3" y="0"/>
                  </a:moveTo>
                  <a:lnTo>
                    <a:pt x="1" y="1030"/>
                  </a:lnTo>
                  <a:lnTo>
                    <a:pt x="895" y="1546"/>
                  </a:lnTo>
                  <a:lnTo>
                    <a:pt x="897" y="1266"/>
                  </a:lnTo>
                  <a:lnTo>
                    <a:pt x="898" y="516"/>
                  </a:lnTo>
                  <a:lnTo>
                    <a:pt x="250" y="14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7337;p55">
              <a:extLst>
                <a:ext uri="{FF2B5EF4-FFF2-40B4-BE49-F238E27FC236}">
                  <a16:creationId xmlns:a16="http://schemas.microsoft.com/office/drawing/2014/main" id="{225B9E24-7B40-457A-87E5-D4A8D2D8DAC4}"/>
                </a:ext>
              </a:extLst>
            </p:cNvPr>
            <p:cNvSpPr/>
            <p:nvPr/>
          </p:nvSpPr>
          <p:spPr>
            <a:xfrm>
              <a:off x="6787550" y="1475475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3" y="0"/>
                  </a:moveTo>
                  <a:lnTo>
                    <a:pt x="1" y="1215"/>
                  </a:lnTo>
                  <a:lnTo>
                    <a:pt x="162" y="1121"/>
                  </a:lnTo>
                  <a:lnTo>
                    <a:pt x="164" y="9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7338;p55">
              <a:extLst>
                <a:ext uri="{FF2B5EF4-FFF2-40B4-BE49-F238E27FC236}">
                  <a16:creationId xmlns:a16="http://schemas.microsoft.com/office/drawing/2014/main" id="{C66161E9-0357-49A9-811A-D3E3B749412D}"/>
                </a:ext>
              </a:extLst>
            </p:cNvPr>
            <p:cNvSpPr/>
            <p:nvPr/>
          </p:nvSpPr>
          <p:spPr>
            <a:xfrm>
              <a:off x="6787550" y="1503525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162" y="1"/>
                  </a:moveTo>
                  <a:lnTo>
                    <a:pt x="1" y="95"/>
                  </a:lnTo>
                  <a:lnTo>
                    <a:pt x="1056" y="704"/>
                  </a:lnTo>
                  <a:lnTo>
                    <a:pt x="1056" y="517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7339;p55">
              <a:extLst>
                <a:ext uri="{FF2B5EF4-FFF2-40B4-BE49-F238E27FC236}">
                  <a16:creationId xmlns:a16="http://schemas.microsoft.com/office/drawing/2014/main" id="{920983BD-93FE-4F72-BC3F-73FBC63D5CBF}"/>
                </a:ext>
              </a:extLst>
            </p:cNvPr>
            <p:cNvSpPr/>
            <p:nvPr/>
          </p:nvSpPr>
          <p:spPr>
            <a:xfrm>
              <a:off x="6825975" y="1497400"/>
              <a:ext cx="22475" cy="38675"/>
            </a:xfrm>
            <a:custGeom>
              <a:avLst/>
              <a:gdLst/>
              <a:ahLst/>
              <a:cxnLst/>
              <a:rect l="l" t="t" r="r" b="b"/>
              <a:pathLst>
                <a:path w="899" h="1547" extrusionOk="0">
                  <a:moveTo>
                    <a:pt x="4" y="1"/>
                  </a:moveTo>
                  <a:lnTo>
                    <a:pt x="1" y="1030"/>
                  </a:lnTo>
                  <a:lnTo>
                    <a:pt x="895" y="1546"/>
                  </a:lnTo>
                  <a:lnTo>
                    <a:pt x="897" y="1266"/>
                  </a:lnTo>
                  <a:lnTo>
                    <a:pt x="898" y="518"/>
                  </a:lnTo>
                  <a:lnTo>
                    <a:pt x="249" y="143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7340;p55">
              <a:extLst>
                <a:ext uri="{FF2B5EF4-FFF2-40B4-BE49-F238E27FC236}">
                  <a16:creationId xmlns:a16="http://schemas.microsoft.com/office/drawing/2014/main" id="{F7242B2B-E026-4E11-BA61-EA9841D57A75}"/>
                </a:ext>
              </a:extLst>
            </p:cNvPr>
            <p:cNvSpPr/>
            <p:nvPr/>
          </p:nvSpPr>
          <p:spPr>
            <a:xfrm>
              <a:off x="6821950" y="1495075"/>
              <a:ext cx="4125" cy="30450"/>
            </a:xfrm>
            <a:custGeom>
              <a:avLst/>
              <a:gdLst/>
              <a:ahLst/>
              <a:cxnLst/>
              <a:rect l="l" t="t" r="r" b="b"/>
              <a:pathLst>
                <a:path w="165" h="1218" extrusionOk="0">
                  <a:moveTo>
                    <a:pt x="4" y="1"/>
                  </a:moveTo>
                  <a:lnTo>
                    <a:pt x="1" y="1217"/>
                  </a:lnTo>
                  <a:lnTo>
                    <a:pt x="162" y="1123"/>
                  </a:lnTo>
                  <a:lnTo>
                    <a:pt x="165" y="9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7341;p55">
              <a:extLst>
                <a:ext uri="{FF2B5EF4-FFF2-40B4-BE49-F238E27FC236}">
                  <a16:creationId xmlns:a16="http://schemas.microsoft.com/office/drawing/2014/main" id="{9FDB2E13-F3E4-4FC0-9658-F9E8D276418A}"/>
                </a:ext>
              </a:extLst>
            </p:cNvPr>
            <p:cNvSpPr/>
            <p:nvPr/>
          </p:nvSpPr>
          <p:spPr>
            <a:xfrm>
              <a:off x="6821950" y="15231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162" y="0"/>
                  </a:moveTo>
                  <a:lnTo>
                    <a:pt x="1" y="94"/>
                  </a:lnTo>
                  <a:lnTo>
                    <a:pt x="1056" y="703"/>
                  </a:lnTo>
                  <a:lnTo>
                    <a:pt x="1056" y="516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7342;p55">
              <a:extLst>
                <a:ext uri="{FF2B5EF4-FFF2-40B4-BE49-F238E27FC236}">
                  <a16:creationId xmlns:a16="http://schemas.microsoft.com/office/drawing/2014/main" id="{6F6B3C1B-5537-4C54-8A2F-882C05782AE8}"/>
                </a:ext>
              </a:extLst>
            </p:cNvPr>
            <p:cNvSpPr/>
            <p:nvPr/>
          </p:nvSpPr>
          <p:spPr>
            <a:xfrm>
              <a:off x="6942975" y="1313250"/>
              <a:ext cx="22450" cy="38625"/>
            </a:xfrm>
            <a:custGeom>
              <a:avLst/>
              <a:gdLst/>
              <a:ahLst/>
              <a:cxnLst/>
              <a:rect l="l" t="t" r="r" b="b"/>
              <a:pathLst>
                <a:path w="898" h="1545" extrusionOk="0">
                  <a:moveTo>
                    <a:pt x="895" y="0"/>
                  </a:moveTo>
                  <a:lnTo>
                    <a:pt x="650" y="141"/>
                  </a:lnTo>
                  <a:lnTo>
                    <a:pt x="0" y="516"/>
                  </a:lnTo>
                  <a:lnTo>
                    <a:pt x="1" y="1265"/>
                  </a:lnTo>
                  <a:lnTo>
                    <a:pt x="3" y="1544"/>
                  </a:lnTo>
                  <a:lnTo>
                    <a:pt x="898" y="1028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7343;p55">
              <a:extLst>
                <a:ext uri="{FF2B5EF4-FFF2-40B4-BE49-F238E27FC236}">
                  <a16:creationId xmlns:a16="http://schemas.microsoft.com/office/drawing/2014/main" id="{A61EA95F-C3BB-4EB6-B7A5-321ACF20D6C4}"/>
                </a:ext>
              </a:extLst>
            </p:cNvPr>
            <p:cNvSpPr/>
            <p:nvPr/>
          </p:nvSpPr>
          <p:spPr>
            <a:xfrm>
              <a:off x="6965325" y="1310875"/>
              <a:ext cx="4125" cy="30450"/>
            </a:xfrm>
            <a:custGeom>
              <a:avLst/>
              <a:gdLst/>
              <a:ahLst/>
              <a:cxnLst/>
              <a:rect l="l" t="t" r="r" b="b"/>
              <a:pathLst>
                <a:path w="165" h="1218" extrusionOk="0">
                  <a:moveTo>
                    <a:pt x="162" y="1"/>
                  </a:moveTo>
                  <a:lnTo>
                    <a:pt x="1" y="94"/>
                  </a:lnTo>
                  <a:lnTo>
                    <a:pt x="4" y="1123"/>
                  </a:lnTo>
                  <a:lnTo>
                    <a:pt x="165" y="1218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7344;p55">
              <a:extLst>
                <a:ext uri="{FF2B5EF4-FFF2-40B4-BE49-F238E27FC236}">
                  <a16:creationId xmlns:a16="http://schemas.microsoft.com/office/drawing/2014/main" id="{713AEA6B-0DD3-4342-92E9-9B532DD476C9}"/>
                </a:ext>
              </a:extLst>
            </p:cNvPr>
            <p:cNvSpPr/>
            <p:nvPr/>
          </p:nvSpPr>
          <p:spPr>
            <a:xfrm>
              <a:off x="6943025" y="13389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896" y="0"/>
                  </a:moveTo>
                  <a:lnTo>
                    <a:pt x="1" y="516"/>
                  </a:lnTo>
                  <a:lnTo>
                    <a:pt x="1" y="704"/>
                  </a:lnTo>
                  <a:lnTo>
                    <a:pt x="1057" y="95"/>
                  </a:lnTo>
                  <a:lnTo>
                    <a:pt x="896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7345;p55">
              <a:extLst>
                <a:ext uri="{FF2B5EF4-FFF2-40B4-BE49-F238E27FC236}">
                  <a16:creationId xmlns:a16="http://schemas.microsoft.com/office/drawing/2014/main" id="{882AEA34-D91E-4C57-B865-5BD370A8AA78}"/>
                </a:ext>
              </a:extLst>
            </p:cNvPr>
            <p:cNvSpPr/>
            <p:nvPr/>
          </p:nvSpPr>
          <p:spPr>
            <a:xfrm>
              <a:off x="6908550" y="1332975"/>
              <a:ext cx="22475" cy="38650"/>
            </a:xfrm>
            <a:custGeom>
              <a:avLst/>
              <a:gdLst/>
              <a:ahLst/>
              <a:cxnLst/>
              <a:rect l="l" t="t" r="r" b="b"/>
              <a:pathLst>
                <a:path w="899" h="1546" extrusionOk="0">
                  <a:moveTo>
                    <a:pt x="896" y="0"/>
                  </a:moveTo>
                  <a:lnTo>
                    <a:pt x="651" y="142"/>
                  </a:lnTo>
                  <a:lnTo>
                    <a:pt x="1" y="516"/>
                  </a:lnTo>
                  <a:lnTo>
                    <a:pt x="2" y="1264"/>
                  </a:lnTo>
                  <a:lnTo>
                    <a:pt x="4" y="1546"/>
                  </a:lnTo>
                  <a:lnTo>
                    <a:pt x="898" y="1028"/>
                  </a:lnTo>
                  <a:lnTo>
                    <a:pt x="896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7346;p55">
              <a:extLst>
                <a:ext uri="{FF2B5EF4-FFF2-40B4-BE49-F238E27FC236}">
                  <a16:creationId xmlns:a16="http://schemas.microsoft.com/office/drawing/2014/main" id="{F1A739A3-0D49-461F-BCB2-5C9B0E60EF55}"/>
                </a:ext>
              </a:extLst>
            </p:cNvPr>
            <p:cNvSpPr/>
            <p:nvPr/>
          </p:nvSpPr>
          <p:spPr>
            <a:xfrm>
              <a:off x="6930925" y="1330650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162" y="0"/>
                  </a:moveTo>
                  <a:lnTo>
                    <a:pt x="1" y="93"/>
                  </a:lnTo>
                  <a:lnTo>
                    <a:pt x="3" y="1121"/>
                  </a:lnTo>
                  <a:lnTo>
                    <a:pt x="164" y="1215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7347;p55">
              <a:extLst>
                <a:ext uri="{FF2B5EF4-FFF2-40B4-BE49-F238E27FC236}">
                  <a16:creationId xmlns:a16="http://schemas.microsoft.com/office/drawing/2014/main" id="{136AD018-478B-443B-9E63-61567AB973B1}"/>
                </a:ext>
              </a:extLst>
            </p:cNvPr>
            <p:cNvSpPr/>
            <p:nvPr/>
          </p:nvSpPr>
          <p:spPr>
            <a:xfrm>
              <a:off x="6908625" y="1358675"/>
              <a:ext cx="26425" cy="17625"/>
            </a:xfrm>
            <a:custGeom>
              <a:avLst/>
              <a:gdLst/>
              <a:ahLst/>
              <a:cxnLst/>
              <a:rect l="l" t="t" r="r" b="b"/>
              <a:pathLst>
                <a:path w="1057" h="705" extrusionOk="0">
                  <a:moveTo>
                    <a:pt x="895" y="0"/>
                  </a:moveTo>
                  <a:lnTo>
                    <a:pt x="1" y="518"/>
                  </a:lnTo>
                  <a:lnTo>
                    <a:pt x="1" y="705"/>
                  </a:lnTo>
                  <a:lnTo>
                    <a:pt x="1056" y="94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7348;p55">
              <a:extLst>
                <a:ext uri="{FF2B5EF4-FFF2-40B4-BE49-F238E27FC236}">
                  <a16:creationId xmlns:a16="http://schemas.microsoft.com/office/drawing/2014/main" id="{2F8FE023-28CA-4011-9ABA-72128B8BF165}"/>
                </a:ext>
              </a:extLst>
            </p:cNvPr>
            <p:cNvSpPr/>
            <p:nvPr/>
          </p:nvSpPr>
          <p:spPr>
            <a:xfrm>
              <a:off x="6874150" y="1352575"/>
              <a:ext cx="22475" cy="38675"/>
            </a:xfrm>
            <a:custGeom>
              <a:avLst/>
              <a:gdLst/>
              <a:ahLst/>
              <a:cxnLst/>
              <a:rect l="l" t="t" r="r" b="b"/>
              <a:pathLst>
                <a:path w="899" h="1547" extrusionOk="0">
                  <a:moveTo>
                    <a:pt x="895" y="0"/>
                  </a:moveTo>
                  <a:lnTo>
                    <a:pt x="650" y="143"/>
                  </a:lnTo>
                  <a:lnTo>
                    <a:pt x="1" y="517"/>
                  </a:lnTo>
                  <a:lnTo>
                    <a:pt x="2" y="1265"/>
                  </a:lnTo>
                  <a:lnTo>
                    <a:pt x="4" y="1546"/>
                  </a:lnTo>
                  <a:lnTo>
                    <a:pt x="898" y="1029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7349;p55">
              <a:extLst>
                <a:ext uri="{FF2B5EF4-FFF2-40B4-BE49-F238E27FC236}">
                  <a16:creationId xmlns:a16="http://schemas.microsoft.com/office/drawing/2014/main" id="{F52356D8-2C8C-4379-B06F-890A943CB38C}"/>
                </a:ext>
              </a:extLst>
            </p:cNvPr>
            <p:cNvSpPr/>
            <p:nvPr/>
          </p:nvSpPr>
          <p:spPr>
            <a:xfrm>
              <a:off x="6896525" y="1350250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161" y="1"/>
                  </a:moveTo>
                  <a:lnTo>
                    <a:pt x="0" y="93"/>
                  </a:lnTo>
                  <a:lnTo>
                    <a:pt x="3" y="1122"/>
                  </a:lnTo>
                  <a:lnTo>
                    <a:pt x="164" y="1216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7350;p55">
              <a:extLst>
                <a:ext uri="{FF2B5EF4-FFF2-40B4-BE49-F238E27FC236}">
                  <a16:creationId xmlns:a16="http://schemas.microsoft.com/office/drawing/2014/main" id="{DABADD8D-C9A6-449A-A49D-98987B470270}"/>
                </a:ext>
              </a:extLst>
            </p:cNvPr>
            <p:cNvSpPr/>
            <p:nvPr/>
          </p:nvSpPr>
          <p:spPr>
            <a:xfrm>
              <a:off x="6874225" y="1378275"/>
              <a:ext cx="26425" cy="17650"/>
            </a:xfrm>
            <a:custGeom>
              <a:avLst/>
              <a:gdLst/>
              <a:ahLst/>
              <a:cxnLst/>
              <a:rect l="l" t="t" r="r" b="b"/>
              <a:pathLst>
                <a:path w="1057" h="706" extrusionOk="0">
                  <a:moveTo>
                    <a:pt x="895" y="1"/>
                  </a:moveTo>
                  <a:lnTo>
                    <a:pt x="1" y="518"/>
                  </a:lnTo>
                  <a:lnTo>
                    <a:pt x="1" y="705"/>
                  </a:lnTo>
                  <a:lnTo>
                    <a:pt x="1056" y="95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7351;p55">
              <a:extLst>
                <a:ext uri="{FF2B5EF4-FFF2-40B4-BE49-F238E27FC236}">
                  <a16:creationId xmlns:a16="http://schemas.microsoft.com/office/drawing/2014/main" id="{56B1D559-CE34-43C0-8D94-7DF61F8FAA1D}"/>
                </a:ext>
              </a:extLst>
            </p:cNvPr>
            <p:cNvSpPr/>
            <p:nvPr/>
          </p:nvSpPr>
          <p:spPr>
            <a:xfrm>
              <a:off x="6942975" y="1361500"/>
              <a:ext cx="22450" cy="38650"/>
            </a:xfrm>
            <a:custGeom>
              <a:avLst/>
              <a:gdLst/>
              <a:ahLst/>
              <a:cxnLst/>
              <a:rect l="l" t="t" r="r" b="b"/>
              <a:pathLst>
                <a:path w="898" h="1546" extrusionOk="0">
                  <a:moveTo>
                    <a:pt x="895" y="0"/>
                  </a:moveTo>
                  <a:lnTo>
                    <a:pt x="650" y="142"/>
                  </a:lnTo>
                  <a:lnTo>
                    <a:pt x="0" y="518"/>
                  </a:lnTo>
                  <a:lnTo>
                    <a:pt x="1" y="1266"/>
                  </a:lnTo>
                  <a:lnTo>
                    <a:pt x="3" y="1546"/>
                  </a:lnTo>
                  <a:lnTo>
                    <a:pt x="898" y="1030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7352;p55">
              <a:extLst>
                <a:ext uri="{FF2B5EF4-FFF2-40B4-BE49-F238E27FC236}">
                  <a16:creationId xmlns:a16="http://schemas.microsoft.com/office/drawing/2014/main" id="{7A497F96-CDB7-4401-AF7C-7B32D0F44AA5}"/>
                </a:ext>
              </a:extLst>
            </p:cNvPr>
            <p:cNvSpPr/>
            <p:nvPr/>
          </p:nvSpPr>
          <p:spPr>
            <a:xfrm>
              <a:off x="6965325" y="1359175"/>
              <a:ext cx="4125" cy="30450"/>
            </a:xfrm>
            <a:custGeom>
              <a:avLst/>
              <a:gdLst/>
              <a:ahLst/>
              <a:cxnLst/>
              <a:rect l="l" t="t" r="r" b="b"/>
              <a:pathLst>
                <a:path w="165" h="1218" extrusionOk="0">
                  <a:moveTo>
                    <a:pt x="162" y="0"/>
                  </a:moveTo>
                  <a:lnTo>
                    <a:pt x="1" y="93"/>
                  </a:lnTo>
                  <a:lnTo>
                    <a:pt x="4" y="1123"/>
                  </a:lnTo>
                  <a:lnTo>
                    <a:pt x="165" y="1217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7353;p55">
              <a:extLst>
                <a:ext uri="{FF2B5EF4-FFF2-40B4-BE49-F238E27FC236}">
                  <a16:creationId xmlns:a16="http://schemas.microsoft.com/office/drawing/2014/main" id="{8CB7C08B-ACD1-4FBE-9BEC-227BA21E1224}"/>
                </a:ext>
              </a:extLst>
            </p:cNvPr>
            <p:cNvSpPr/>
            <p:nvPr/>
          </p:nvSpPr>
          <p:spPr>
            <a:xfrm>
              <a:off x="6943025" y="1387225"/>
              <a:ext cx="26425" cy="17625"/>
            </a:xfrm>
            <a:custGeom>
              <a:avLst/>
              <a:gdLst/>
              <a:ahLst/>
              <a:cxnLst/>
              <a:rect l="l" t="t" r="r" b="b"/>
              <a:pathLst>
                <a:path w="1057" h="705" extrusionOk="0">
                  <a:moveTo>
                    <a:pt x="896" y="1"/>
                  </a:moveTo>
                  <a:lnTo>
                    <a:pt x="1" y="517"/>
                  </a:lnTo>
                  <a:lnTo>
                    <a:pt x="1" y="704"/>
                  </a:lnTo>
                  <a:lnTo>
                    <a:pt x="1057" y="95"/>
                  </a:lnTo>
                  <a:lnTo>
                    <a:pt x="89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7354;p55">
              <a:extLst>
                <a:ext uri="{FF2B5EF4-FFF2-40B4-BE49-F238E27FC236}">
                  <a16:creationId xmlns:a16="http://schemas.microsoft.com/office/drawing/2014/main" id="{1CF3067C-E328-4C1E-9389-F8C8103F9DF0}"/>
                </a:ext>
              </a:extLst>
            </p:cNvPr>
            <p:cNvSpPr/>
            <p:nvPr/>
          </p:nvSpPr>
          <p:spPr>
            <a:xfrm>
              <a:off x="6908550" y="1381250"/>
              <a:ext cx="22475" cy="38625"/>
            </a:xfrm>
            <a:custGeom>
              <a:avLst/>
              <a:gdLst/>
              <a:ahLst/>
              <a:cxnLst/>
              <a:rect l="l" t="t" r="r" b="b"/>
              <a:pathLst>
                <a:path w="899" h="1545" extrusionOk="0">
                  <a:moveTo>
                    <a:pt x="896" y="0"/>
                  </a:moveTo>
                  <a:lnTo>
                    <a:pt x="651" y="141"/>
                  </a:lnTo>
                  <a:lnTo>
                    <a:pt x="1" y="517"/>
                  </a:lnTo>
                  <a:lnTo>
                    <a:pt x="2" y="1265"/>
                  </a:lnTo>
                  <a:lnTo>
                    <a:pt x="4" y="1545"/>
                  </a:lnTo>
                  <a:lnTo>
                    <a:pt x="898" y="1029"/>
                  </a:lnTo>
                  <a:lnTo>
                    <a:pt x="896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7355;p55">
              <a:extLst>
                <a:ext uri="{FF2B5EF4-FFF2-40B4-BE49-F238E27FC236}">
                  <a16:creationId xmlns:a16="http://schemas.microsoft.com/office/drawing/2014/main" id="{7676FC26-91D0-4325-BEC4-CAAD65254AC0}"/>
                </a:ext>
              </a:extLst>
            </p:cNvPr>
            <p:cNvSpPr/>
            <p:nvPr/>
          </p:nvSpPr>
          <p:spPr>
            <a:xfrm>
              <a:off x="6930925" y="1378900"/>
              <a:ext cx="4125" cy="30425"/>
            </a:xfrm>
            <a:custGeom>
              <a:avLst/>
              <a:gdLst/>
              <a:ahLst/>
              <a:cxnLst/>
              <a:rect l="l" t="t" r="r" b="b"/>
              <a:pathLst>
                <a:path w="165" h="1217" extrusionOk="0">
                  <a:moveTo>
                    <a:pt x="162" y="0"/>
                  </a:moveTo>
                  <a:lnTo>
                    <a:pt x="1" y="93"/>
                  </a:lnTo>
                  <a:lnTo>
                    <a:pt x="3" y="1123"/>
                  </a:lnTo>
                  <a:lnTo>
                    <a:pt x="164" y="1217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7356;p55">
              <a:extLst>
                <a:ext uri="{FF2B5EF4-FFF2-40B4-BE49-F238E27FC236}">
                  <a16:creationId xmlns:a16="http://schemas.microsoft.com/office/drawing/2014/main" id="{49C86325-511D-4800-B982-86D95F0923A0}"/>
                </a:ext>
              </a:extLst>
            </p:cNvPr>
            <p:cNvSpPr/>
            <p:nvPr/>
          </p:nvSpPr>
          <p:spPr>
            <a:xfrm>
              <a:off x="6908625" y="14069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895" y="1"/>
                  </a:moveTo>
                  <a:lnTo>
                    <a:pt x="1" y="517"/>
                  </a:lnTo>
                  <a:lnTo>
                    <a:pt x="1" y="704"/>
                  </a:lnTo>
                  <a:lnTo>
                    <a:pt x="1056" y="95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7357;p55">
              <a:extLst>
                <a:ext uri="{FF2B5EF4-FFF2-40B4-BE49-F238E27FC236}">
                  <a16:creationId xmlns:a16="http://schemas.microsoft.com/office/drawing/2014/main" id="{C6026E9D-5124-449B-91C5-E8740F33C30D}"/>
                </a:ext>
              </a:extLst>
            </p:cNvPr>
            <p:cNvSpPr/>
            <p:nvPr/>
          </p:nvSpPr>
          <p:spPr>
            <a:xfrm>
              <a:off x="6874150" y="1400850"/>
              <a:ext cx="22475" cy="38675"/>
            </a:xfrm>
            <a:custGeom>
              <a:avLst/>
              <a:gdLst/>
              <a:ahLst/>
              <a:cxnLst/>
              <a:rect l="l" t="t" r="r" b="b"/>
              <a:pathLst>
                <a:path w="899" h="1547" extrusionOk="0">
                  <a:moveTo>
                    <a:pt x="895" y="1"/>
                  </a:moveTo>
                  <a:lnTo>
                    <a:pt x="650" y="143"/>
                  </a:lnTo>
                  <a:lnTo>
                    <a:pt x="1" y="517"/>
                  </a:lnTo>
                  <a:lnTo>
                    <a:pt x="2" y="1265"/>
                  </a:lnTo>
                  <a:lnTo>
                    <a:pt x="4" y="1547"/>
                  </a:lnTo>
                  <a:lnTo>
                    <a:pt x="898" y="1029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7358;p55">
              <a:extLst>
                <a:ext uri="{FF2B5EF4-FFF2-40B4-BE49-F238E27FC236}">
                  <a16:creationId xmlns:a16="http://schemas.microsoft.com/office/drawing/2014/main" id="{123A67B3-1FD3-4816-8339-03C8BF457103}"/>
                </a:ext>
              </a:extLst>
            </p:cNvPr>
            <p:cNvSpPr/>
            <p:nvPr/>
          </p:nvSpPr>
          <p:spPr>
            <a:xfrm>
              <a:off x="6896525" y="1398550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161" y="0"/>
                  </a:moveTo>
                  <a:lnTo>
                    <a:pt x="0" y="93"/>
                  </a:lnTo>
                  <a:lnTo>
                    <a:pt x="3" y="1121"/>
                  </a:lnTo>
                  <a:lnTo>
                    <a:pt x="164" y="1215"/>
                  </a:lnTo>
                  <a:lnTo>
                    <a:pt x="161" y="0"/>
                  </a:lnTo>
                  <a:close/>
                  <a:moveTo>
                    <a:pt x="164" y="1215"/>
                  </a:moveTo>
                  <a:lnTo>
                    <a:pt x="164" y="1215"/>
                  </a:lnTo>
                  <a:lnTo>
                    <a:pt x="164" y="1215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7359;p55">
              <a:extLst>
                <a:ext uri="{FF2B5EF4-FFF2-40B4-BE49-F238E27FC236}">
                  <a16:creationId xmlns:a16="http://schemas.microsoft.com/office/drawing/2014/main" id="{54F99E4E-D167-422B-B6AA-D85577D44223}"/>
                </a:ext>
              </a:extLst>
            </p:cNvPr>
            <p:cNvSpPr/>
            <p:nvPr/>
          </p:nvSpPr>
          <p:spPr>
            <a:xfrm>
              <a:off x="6874225" y="1426575"/>
              <a:ext cx="26425" cy="17625"/>
            </a:xfrm>
            <a:custGeom>
              <a:avLst/>
              <a:gdLst/>
              <a:ahLst/>
              <a:cxnLst/>
              <a:rect l="l" t="t" r="r" b="b"/>
              <a:pathLst>
                <a:path w="1057" h="705" extrusionOk="0">
                  <a:moveTo>
                    <a:pt x="895" y="0"/>
                  </a:moveTo>
                  <a:lnTo>
                    <a:pt x="1" y="518"/>
                  </a:lnTo>
                  <a:lnTo>
                    <a:pt x="1" y="705"/>
                  </a:lnTo>
                  <a:lnTo>
                    <a:pt x="1056" y="94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7360;p55">
              <a:extLst>
                <a:ext uri="{FF2B5EF4-FFF2-40B4-BE49-F238E27FC236}">
                  <a16:creationId xmlns:a16="http://schemas.microsoft.com/office/drawing/2014/main" id="{68E02413-AF88-49BF-9018-2DA848E5E409}"/>
                </a:ext>
              </a:extLst>
            </p:cNvPr>
            <p:cNvSpPr/>
            <p:nvPr/>
          </p:nvSpPr>
          <p:spPr>
            <a:xfrm>
              <a:off x="6942975" y="1409775"/>
              <a:ext cx="22450" cy="38675"/>
            </a:xfrm>
            <a:custGeom>
              <a:avLst/>
              <a:gdLst/>
              <a:ahLst/>
              <a:cxnLst/>
              <a:rect l="l" t="t" r="r" b="b"/>
              <a:pathLst>
                <a:path w="898" h="1547" extrusionOk="0">
                  <a:moveTo>
                    <a:pt x="895" y="1"/>
                  </a:moveTo>
                  <a:lnTo>
                    <a:pt x="650" y="143"/>
                  </a:lnTo>
                  <a:lnTo>
                    <a:pt x="0" y="518"/>
                  </a:lnTo>
                  <a:lnTo>
                    <a:pt x="1" y="1267"/>
                  </a:lnTo>
                  <a:lnTo>
                    <a:pt x="3" y="1546"/>
                  </a:lnTo>
                  <a:lnTo>
                    <a:pt x="898" y="1030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7361;p55">
              <a:extLst>
                <a:ext uri="{FF2B5EF4-FFF2-40B4-BE49-F238E27FC236}">
                  <a16:creationId xmlns:a16="http://schemas.microsoft.com/office/drawing/2014/main" id="{51DB8263-47C8-4882-A95B-5683E47122C6}"/>
                </a:ext>
              </a:extLst>
            </p:cNvPr>
            <p:cNvSpPr/>
            <p:nvPr/>
          </p:nvSpPr>
          <p:spPr>
            <a:xfrm>
              <a:off x="6965325" y="1407450"/>
              <a:ext cx="4125" cy="30425"/>
            </a:xfrm>
            <a:custGeom>
              <a:avLst/>
              <a:gdLst/>
              <a:ahLst/>
              <a:cxnLst/>
              <a:rect l="l" t="t" r="r" b="b"/>
              <a:pathLst>
                <a:path w="165" h="1217" extrusionOk="0">
                  <a:moveTo>
                    <a:pt x="162" y="1"/>
                  </a:moveTo>
                  <a:lnTo>
                    <a:pt x="1" y="94"/>
                  </a:lnTo>
                  <a:lnTo>
                    <a:pt x="4" y="1122"/>
                  </a:lnTo>
                  <a:lnTo>
                    <a:pt x="165" y="1216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7362;p55">
              <a:extLst>
                <a:ext uri="{FF2B5EF4-FFF2-40B4-BE49-F238E27FC236}">
                  <a16:creationId xmlns:a16="http://schemas.microsoft.com/office/drawing/2014/main" id="{DB7B8161-01EA-4F1C-8330-791576F44397}"/>
                </a:ext>
              </a:extLst>
            </p:cNvPr>
            <p:cNvSpPr/>
            <p:nvPr/>
          </p:nvSpPr>
          <p:spPr>
            <a:xfrm>
              <a:off x="6943025" y="1435525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896" y="0"/>
                  </a:moveTo>
                  <a:lnTo>
                    <a:pt x="1" y="516"/>
                  </a:lnTo>
                  <a:lnTo>
                    <a:pt x="1" y="704"/>
                  </a:lnTo>
                  <a:lnTo>
                    <a:pt x="1057" y="93"/>
                  </a:lnTo>
                  <a:lnTo>
                    <a:pt x="896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7363;p55">
              <a:extLst>
                <a:ext uri="{FF2B5EF4-FFF2-40B4-BE49-F238E27FC236}">
                  <a16:creationId xmlns:a16="http://schemas.microsoft.com/office/drawing/2014/main" id="{55A10CE8-62FB-44BA-885E-9C257D8753A9}"/>
                </a:ext>
              </a:extLst>
            </p:cNvPr>
            <p:cNvSpPr/>
            <p:nvPr/>
          </p:nvSpPr>
          <p:spPr>
            <a:xfrm>
              <a:off x="6908550" y="1429500"/>
              <a:ext cx="22475" cy="38675"/>
            </a:xfrm>
            <a:custGeom>
              <a:avLst/>
              <a:gdLst/>
              <a:ahLst/>
              <a:cxnLst/>
              <a:rect l="l" t="t" r="r" b="b"/>
              <a:pathLst>
                <a:path w="899" h="1547" extrusionOk="0">
                  <a:moveTo>
                    <a:pt x="896" y="1"/>
                  </a:moveTo>
                  <a:lnTo>
                    <a:pt x="651" y="143"/>
                  </a:lnTo>
                  <a:lnTo>
                    <a:pt x="1" y="518"/>
                  </a:lnTo>
                  <a:lnTo>
                    <a:pt x="2" y="1266"/>
                  </a:lnTo>
                  <a:lnTo>
                    <a:pt x="4" y="1546"/>
                  </a:lnTo>
                  <a:lnTo>
                    <a:pt x="898" y="1030"/>
                  </a:lnTo>
                  <a:lnTo>
                    <a:pt x="89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7364;p55">
              <a:extLst>
                <a:ext uri="{FF2B5EF4-FFF2-40B4-BE49-F238E27FC236}">
                  <a16:creationId xmlns:a16="http://schemas.microsoft.com/office/drawing/2014/main" id="{65587FBD-E5FF-4470-8953-C2ED9A892F80}"/>
                </a:ext>
              </a:extLst>
            </p:cNvPr>
            <p:cNvSpPr/>
            <p:nvPr/>
          </p:nvSpPr>
          <p:spPr>
            <a:xfrm>
              <a:off x="6930925" y="1427175"/>
              <a:ext cx="4125" cy="30450"/>
            </a:xfrm>
            <a:custGeom>
              <a:avLst/>
              <a:gdLst/>
              <a:ahLst/>
              <a:cxnLst/>
              <a:rect l="l" t="t" r="r" b="b"/>
              <a:pathLst>
                <a:path w="165" h="1218" extrusionOk="0">
                  <a:moveTo>
                    <a:pt x="162" y="1"/>
                  </a:moveTo>
                  <a:lnTo>
                    <a:pt x="1" y="94"/>
                  </a:lnTo>
                  <a:lnTo>
                    <a:pt x="3" y="1123"/>
                  </a:lnTo>
                  <a:lnTo>
                    <a:pt x="164" y="1217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7365;p55">
              <a:extLst>
                <a:ext uri="{FF2B5EF4-FFF2-40B4-BE49-F238E27FC236}">
                  <a16:creationId xmlns:a16="http://schemas.microsoft.com/office/drawing/2014/main" id="{275C779B-CBDC-4822-980F-8C293514AE67}"/>
                </a:ext>
              </a:extLst>
            </p:cNvPr>
            <p:cNvSpPr/>
            <p:nvPr/>
          </p:nvSpPr>
          <p:spPr>
            <a:xfrm>
              <a:off x="6908625" y="14552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895" y="0"/>
                  </a:moveTo>
                  <a:lnTo>
                    <a:pt x="1" y="516"/>
                  </a:lnTo>
                  <a:lnTo>
                    <a:pt x="1" y="703"/>
                  </a:lnTo>
                  <a:lnTo>
                    <a:pt x="1056" y="94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7366;p55">
              <a:extLst>
                <a:ext uri="{FF2B5EF4-FFF2-40B4-BE49-F238E27FC236}">
                  <a16:creationId xmlns:a16="http://schemas.microsoft.com/office/drawing/2014/main" id="{8F0AE5D5-F444-4616-B1BB-E18D142B6BAF}"/>
                </a:ext>
              </a:extLst>
            </p:cNvPr>
            <p:cNvSpPr/>
            <p:nvPr/>
          </p:nvSpPr>
          <p:spPr>
            <a:xfrm>
              <a:off x="6874150" y="1449150"/>
              <a:ext cx="22475" cy="38625"/>
            </a:xfrm>
            <a:custGeom>
              <a:avLst/>
              <a:gdLst/>
              <a:ahLst/>
              <a:cxnLst/>
              <a:rect l="l" t="t" r="r" b="b"/>
              <a:pathLst>
                <a:path w="899" h="1545" extrusionOk="0">
                  <a:moveTo>
                    <a:pt x="895" y="0"/>
                  </a:moveTo>
                  <a:lnTo>
                    <a:pt x="650" y="141"/>
                  </a:lnTo>
                  <a:lnTo>
                    <a:pt x="1" y="517"/>
                  </a:lnTo>
                  <a:lnTo>
                    <a:pt x="2" y="1265"/>
                  </a:lnTo>
                  <a:lnTo>
                    <a:pt x="4" y="1545"/>
                  </a:lnTo>
                  <a:lnTo>
                    <a:pt x="898" y="1029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7367;p55">
              <a:extLst>
                <a:ext uri="{FF2B5EF4-FFF2-40B4-BE49-F238E27FC236}">
                  <a16:creationId xmlns:a16="http://schemas.microsoft.com/office/drawing/2014/main" id="{4D13D652-5C9E-4655-8A9B-232C72DA7C48}"/>
                </a:ext>
              </a:extLst>
            </p:cNvPr>
            <p:cNvSpPr/>
            <p:nvPr/>
          </p:nvSpPr>
          <p:spPr>
            <a:xfrm>
              <a:off x="6896525" y="1446800"/>
              <a:ext cx="4125" cy="30425"/>
            </a:xfrm>
            <a:custGeom>
              <a:avLst/>
              <a:gdLst/>
              <a:ahLst/>
              <a:cxnLst/>
              <a:rect l="l" t="t" r="r" b="b"/>
              <a:pathLst>
                <a:path w="165" h="1217" extrusionOk="0">
                  <a:moveTo>
                    <a:pt x="161" y="0"/>
                  </a:moveTo>
                  <a:lnTo>
                    <a:pt x="0" y="93"/>
                  </a:lnTo>
                  <a:lnTo>
                    <a:pt x="3" y="1123"/>
                  </a:lnTo>
                  <a:lnTo>
                    <a:pt x="164" y="1217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7368;p55">
              <a:extLst>
                <a:ext uri="{FF2B5EF4-FFF2-40B4-BE49-F238E27FC236}">
                  <a16:creationId xmlns:a16="http://schemas.microsoft.com/office/drawing/2014/main" id="{B9048D58-8263-449A-A6EB-77E9698B8E37}"/>
                </a:ext>
              </a:extLst>
            </p:cNvPr>
            <p:cNvSpPr/>
            <p:nvPr/>
          </p:nvSpPr>
          <p:spPr>
            <a:xfrm>
              <a:off x="6874225" y="14748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895" y="1"/>
                  </a:moveTo>
                  <a:lnTo>
                    <a:pt x="1" y="517"/>
                  </a:lnTo>
                  <a:lnTo>
                    <a:pt x="1" y="704"/>
                  </a:lnTo>
                  <a:lnTo>
                    <a:pt x="1056" y="95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7369;p55">
              <a:extLst>
                <a:ext uri="{FF2B5EF4-FFF2-40B4-BE49-F238E27FC236}">
                  <a16:creationId xmlns:a16="http://schemas.microsoft.com/office/drawing/2014/main" id="{077E917C-70C0-47A4-940C-EC10163A0C33}"/>
                </a:ext>
              </a:extLst>
            </p:cNvPr>
            <p:cNvSpPr/>
            <p:nvPr/>
          </p:nvSpPr>
          <p:spPr>
            <a:xfrm>
              <a:off x="6942975" y="1458075"/>
              <a:ext cx="22450" cy="38650"/>
            </a:xfrm>
            <a:custGeom>
              <a:avLst/>
              <a:gdLst/>
              <a:ahLst/>
              <a:cxnLst/>
              <a:rect l="l" t="t" r="r" b="b"/>
              <a:pathLst>
                <a:path w="898" h="1546" extrusionOk="0">
                  <a:moveTo>
                    <a:pt x="895" y="0"/>
                  </a:moveTo>
                  <a:lnTo>
                    <a:pt x="650" y="142"/>
                  </a:lnTo>
                  <a:lnTo>
                    <a:pt x="0" y="516"/>
                  </a:lnTo>
                  <a:lnTo>
                    <a:pt x="1" y="1265"/>
                  </a:lnTo>
                  <a:lnTo>
                    <a:pt x="3" y="1546"/>
                  </a:lnTo>
                  <a:lnTo>
                    <a:pt x="898" y="1028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7370;p55">
              <a:extLst>
                <a:ext uri="{FF2B5EF4-FFF2-40B4-BE49-F238E27FC236}">
                  <a16:creationId xmlns:a16="http://schemas.microsoft.com/office/drawing/2014/main" id="{E41BBC73-5013-48CD-A6F1-8BD3EC7C26C2}"/>
                </a:ext>
              </a:extLst>
            </p:cNvPr>
            <p:cNvSpPr/>
            <p:nvPr/>
          </p:nvSpPr>
          <p:spPr>
            <a:xfrm>
              <a:off x="6965325" y="1455750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162" y="0"/>
                  </a:moveTo>
                  <a:lnTo>
                    <a:pt x="1" y="93"/>
                  </a:lnTo>
                  <a:lnTo>
                    <a:pt x="4" y="1121"/>
                  </a:lnTo>
                  <a:lnTo>
                    <a:pt x="165" y="1216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7371;p55">
              <a:extLst>
                <a:ext uri="{FF2B5EF4-FFF2-40B4-BE49-F238E27FC236}">
                  <a16:creationId xmlns:a16="http://schemas.microsoft.com/office/drawing/2014/main" id="{D0FB0370-B8DD-4F9C-985C-2510D01B1BE2}"/>
                </a:ext>
              </a:extLst>
            </p:cNvPr>
            <p:cNvSpPr/>
            <p:nvPr/>
          </p:nvSpPr>
          <p:spPr>
            <a:xfrm>
              <a:off x="6943025" y="1483775"/>
              <a:ext cx="26425" cy="17650"/>
            </a:xfrm>
            <a:custGeom>
              <a:avLst/>
              <a:gdLst/>
              <a:ahLst/>
              <a:cxnLst/>
              <a:rect l="l" t="t" r="r" b="b"/>
              <a:pathLst>
                <a:path w="1057" h="706" extrusionOk="0">
                  <a:moveTo>
                    <a:pt x="896" y="0"/>
                  </a:moveTo>
                  <a:lnTo>
                    <a:pt x="1" y="518"/>
                  </a:lnTo>
                  <a:lnTo>
                    <a:pt x="1" y="705"/>
                  </a:lnTo>
                  <a:lnTo>
                    <a:pt x="1057" y="95"/>
                  </a:lnTo>
                  <a:lnTo>
                    <a:pt x="896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7372;p55">
              <a:extLst>
                <a:ext uri="{FF2B5EF4-FFF2-40B4-BE49-F238E27FC236}">
                  <a16:creationId xmlns:a16="http://schemas.microsoft.com/office/drawing/2014/main" id="{5D040479-6B83-4B8E-96EC-BE2E5DC09EED}"/>
                </a:ext>
              </a:extLst>
            </p:cNvPr>
            <p:cNvSpPr/>
            <p:nvPr/>
          </p:nvSpPr>
          <p:spPr>
            <a:xfrm>
              <a:off x="6908550" y="1477800"/>
              <a:ext cx="22475" cy="38650"/>
            </a:xfrm>
            <a:custGeom>
              <a:avLst/>
              <a:gdLst/>
              <a:ahLst/>
              <a:cxnLst/>
              <a:rect l="l" t="t" r="r" b="b"/>
              <a:pathLst>
                <a:path w="899" h="1546" extrusionOk="0">
                  <a:moveTo>
                    <a:pt x="896" y="0"/>
                  </a:moveTo>
                  <a:lnTo>
                    <a:pt x="651" y="142"/>
                  </a:lnTo>
                  <a:lnTo>
                    <a:pt x="1" y="516"/>
                  </a:lnTo>
                  <a:lnTo>
                    <a:pt x="2" y="1266"/>
                  </a:lnTo>
                  <a:lnTo>
                    <a:pt x="4" y="1546"/>
                  </a:lnTo>
                  <a:lnTo>
                    <a:pt x="898" y="1030"/>
                  </a:lnTo>
                  <a:lnTo>
                    <a:pt x="896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7373;p55">
              <a:extLst>
                <a:ext uri="{FF2B5EF4-FFF2-40B4-BE49-F238E27FC236}">
                  <a16:creationId xmlns:a16="http://schemas.microsoft.com/office/drawing/2014/main" id="{3A0BD524-168C-478A-AD14-CC84D8EDE356}"/>
                </a:ext>
              </a:extLst>
            </p:cNvPr>
            <p:cNvSpPr/>
            <p:nvPr/>
          </p:nvSpPr>
          <p:spPr>
            <a:xfrm>
              <a:off x="6930925" y="1475475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162" y="0"/>
                  </a:moveTo>
                  <a:lnTo>
                    <a:pt x="1" y="93"/>
                  </a:lnTo>
                  <a:lnTo>
                    <a:pt x="3" y="1121"/>
                  </a:lnTo>
                  <a:lnTo>
                    <a:pt x="164" y="1215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7374;p55">
              <a:extLst>
                <a:ext uri="{FF2B5EF4-FFF2-40B4-BE49-F238E27FC236}">
                  <a16:creationId xmlns:a16="http://schemas.microsoft.com/office/drawing/2014/main" id="{656E3085-D315-4B1E-9B03-44E68C4B9BDA}"/>
                </a:ext>
              </a:extLst>
            </p:cNvPr>
            <p:cNvSpPr/>
            <p:nvPr/>
          </p:nvSpPr>
          <p:spPr>
            <a:xfrm>
              <a:off x="6908625" y="1503525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895" y="1"/>
                  </a:moveTo>
                  <a:lnTo>
                    <a:pt x="1" y="517"/>
                  </a:lnTo>
                  <a:lnTo>
                    <a:pt x="1" y="704"/>
                  </a:lnTo>
                  <a:lnTo>
                    <a:pt x="1056" y="95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7375;p55">
              <a:extLst>
                <a:ext uri="{FF2B5EF4-FFF2-40B4-BE49-F238E27FC236}">
                  <a16:creationId xmlns:a16="http://schemas.microsoft.com/office/drawing/2014/main" id="{E01DC2F3-5BD1-4A9E-9D21-973229FF0375}"/>
                </a:ext>
              </a:extLst>
            </p:cNvPr>
            <p:cNvSpPr/>
            <p:nvPr/>
          </p:nvSpPr>
          <p:spPr>
            <a:xfrm>
              <a:off x="6874150" y="1497400"/>
              <a:ext cx="22475" cy="38675"/>
            </a:xfrm>
            <a:custGeom>
              <a:avLst/>
              <a:gdLst/>
              <a:ahLst/>
              <a:cxnLst/>
              <a:rect l="l" t="t" r="r" b="b"/>
              <a:pathLst>
                <a:path w="899" h="1547" extrusionOk="0">
                  <a:moveTo>
                    <a:pt x="895" y="1"/>
                  </a:moveTo>
                  <a:lnTo>
                    <a:pt x="650" y="143"/>
                  </a:lnTo>
                  <a:lnTo>
                    <a:pt x="1" y="518"/>
                  </a:lnTo>
                  <a:lnTo>
                    <a:pt x="2" y="1266"/>
                  </a:lnTo>
                  <a:lnTo>
                    <a:pt x="4" y="1546"/>
                  </a:lnTo>
                  <a:lnTo>
                    <a:pt x="898" y="1030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7376;p55">
              <a:extLst>
                <a:ext uri="{FF2B5EF4-FFF2-40B4-BE49-F238E27FC236}">
                  <a16:creationId xmlns:a16="http://schemas.microsoft.com/office/drawing/2014/main" id="{384EA746-4B07-4F15-8B68-4A74B820987C}"/>
                </a:ext>
              </a:extLst>
            </p:cNvPr>
            <p:cNvSpPr/>
            <p:nvPr/>
          </p:nvSpPr>
          <p:spPr>
            <a:xfrm>
              <a:off x="6896525" y="1495075"/>
              <a:ext cx="4125" cy="30450"/>
            </a:xfrm>
            <a:custGeom>
              <a:avLst/>
              <a:gdLst/>
              <a:ahLst/>
              <a:cxnLst/>
              <a:rect l="l" t="t" r="r" b="b"/>
              <a:pathLst>
                <a:path w="165" h="1218" extrusionOk="0">
                  <a:moveTo>
                    <a:pt x="161" y="1"/>
                  </a:moveTo>
                  <a:lnTo>
                    <a:pt x="0" y="94"/>
                  </a:lnTo>
                  <a:lnTo>
                    <a:pt x="3" y="1123"/>
                  </a:lnTo>
                  <a:lnTo>
                    <a:pt x="164" y="1217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7377;p55">
              <a:extLst>
                <a:ext uri="{FF2B5EF4-FFF2-40B4-BE49-F238E27FC236}">
                  <a16:creationId xmlns:a16="http://schemas.microsoft.com/office/drawing/2014/main" id="{6F94C417-E32B-4880-8577-6F8FDA79AFB2}"/>
                </a:ext>
              </a:extLst>
            </p:cNvPr>
            <p:cNvSpPr/>
            <p:nvPr/>
          </p:nvSpPr>
          <p:spPr>
            <a:xfrm>
              <a:off x="6874225" y="15231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895" y="0"/>
                  </a:moveTo>
                  <a:lnTo>
                    <a:pt x="1" y="516"/>
                  </a:lnTo>
                  <a:lnTo>
                    <a:pt x="1" y="703"/>
                  </a:lnTo>
                  <a:lnTo>
                    <a:pt x="1056" y="94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7378;p55">
              <a:extLst>
                <a:ext uri="{FF2B5EF4-FFF2-40B4-BE49-F238E27FC236}">
                  <a16:creationId xmlns:a16="http://schemas.microsoft.com/office/drawing/2014/main" id="{448A40B6-A4AF-4914-BDF6-956256326AC7}"/>
                </a:ext>
              </a:extLst>
            </p:cNvPr>
            <p:cNvSpPr/>
            <p:nvPr/>
          </p:nvSpPr>
          <p:spPr>
            <a:xfrm>
              <a:off x="6715925" y="1088475"/>
              <a:ext cx="242575" cy="142000"/>
            </a:xfrm>
            <a:custGeom>
              <a:avLst/>
              <a:gdLst/>
              <a:ahLst/>
              <a:cxnLst/>
              <a:rect l="l" t="t" r="r" b="b"/>
              <a:pathLst>
                <a:path w="9703" h="5680" extrusionOk="0">
                  <a:moveTo>
                    <a:pt x="6206" y="0"/>
                  </a:moveTo>
                  <a:cubicBezTo>
                    <a:pt x="6148" y="0"/>
                    <a:pt x="6090" y="13"/>
                    <a:pt x="6046" y="38"/>
                  </a:cubicBezTo>
                  <a:lnTo>
                    <a:pt x="90" y="3530"/>
                  </a:lnTo>
                  <a:cubicBezTo>
                    <a:pt x="2" y="3581"/>
                    <a:pt x="0" y="3664"/>
                    <a:pt x="89" y="3716"/>
                  </a:cubicBezTo>
                  <a:lnTo>
                    <a:pt x="3337" y="5642"/>
                  </a:lnTo>
                  <a:cubicBezTo>
                    <a:pt x="3381" y="5667"/>
                    <a:pt x="3439" y="5680"/>
                    <a:pt x="3497" y="5680"/>
                  </a:cubicBezTo>
                  <a:cubicBezTo>
                    <a:pt x="3555" y="5680"/>
                    <a:pt x="3613" y="5667"/>
                    <a:pt x="3657" y="5642"/>
                  </a:cubicBezTo>
                  <a:lnTo>
                    <a:pt x="9613" y="2151"/>
                  </a:lnTo>
                  <a:cubicBezTo>
                    <a:pt x="9701" y="2100"/>
                    <a:pt x="9703" y="2016"/>
                    <a:pt x="9614" y="1966"/>
                  </a:cubicBezTo>
                  <a:lnTo>
                    <a:pt x="6366" y="38"/>
                  </a:lnTo>
                  <a:cubicBezTo>
                    <a:pt x="6322" y="13"/>
                    <a:pt x="6264" y="0"/>
                    <a:pt x="620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7379;p55">
              <a:extLst>
                <a:ext uri="{FF2B5EF4-FFF2-40B4-BE49-F238E27FC236}">
                  <a16:creationId xmlns:a16="http://schemas.microsoft.com/office/drawing/2014/main" id="{80BAB8D3-FC0B-40EB-83A4-B3D21996405B}"/>
                </a:ext>
              </a:extLst>
            </p:cNvPr>
            <p:cNvSpPr/>
            <p:nvPr/>
          </p:nvSpPr>
          <p:spPr>
            <a:xfrm>
              <a:off x="6774425" y="1092575"/>
              <a:ext cx="57925" cy="105150"/>
            </a:xfrm>
            <a:custGeom>
              <a:avLst/>
              <a:gdLst/>
              <a:ahLst/>
              <a:cxnLst/>
              <a:rect l="l" t="t" r="r" b="b"/>
              <a:pathLst>
                <a:path w="2317" h="4206" extrusionOk="0">
                  <a:moveTo>
                    <a:pt x="1" y="1"/>
                  </a:moveTo>
                  <a:lnTo>
                    <a:pt x="8" y="2879"/>
                  </a:lnTo>
                  <a:cubicBezTo>
                    <a:pt x="8" y="2879"/>
                    <a:pt x="2306" y="4206"/>
                    <a:pt x="2316" y="4206"/>
                  </a:cubicBezTo>
                  <a:cubicBezTo>
                    <a:pt x="2316" y="4206"/>
                    <a:pt x="2316" y="4206"/>
                    <a:pt x="2316" y="4206"/>
                  </a:cubicBezTo>
                  <a:lnTo>
                    <a:pt x="2313" y="13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7380;p55">
              <a:extLst>
                <a:ext uri="{FF2B5EF4-FFF2-40B4-BE49-F238E27FC236}">
                  <a16:creationId xmlns:a16="http://schemas.microsoft.com/office/drawing/2014/main" id="{DD4D6CAD-2245-42D1-B653-9EB774ABB7D9}"/>
                </a:ext>
              </a:extLst>
            </p:cNvPr>
            <p:cNvSpPr/>
            <p:nvPr/>
          </p:nvSpPr>
          <p:spPr>
            <a:xfrm>
              <a:off x="6774425" y="1046650"/>
              <a:ext cx="149525" cy="151075"/>
            </a:xfrm>
            <a:custGeom>
              <a:avLst/>
              <a:gdLst/>
              <a:ahLst/>
              <a:cxnLst/>
              <a:rect l="l" t="t" r="r" b="b"/>
              <a:pathLst>
                <a:path w="5981" h="6043" extrusionOk="0">
                  <a:moveTo>
                    <a:pt x="3666" y="0"/>
                  </a:moveTo>
                  <a:lnTo>
                    <a:pt x="1" y="1838"/>
                  </a:lnTo>
                  <a:lnTo>
                    <a:pt x="2302" y="3195"/>
                  </a:lnTo>
                  <a:lnTo>
                    <a:pt x="2313" y="3189"/>
                  </a:lnTo>
                  <a:lnTo>
                    <a:pt x="2319" y="6043"/>
                  </a:lnTo>
                  <a:lnTo>
                    <a:pt x="5981" y="3897"/>
                  </a:lnTo>
                  <a:lnTo>
                    <a:pt x="5975" y="1276"/>
                  </a:lnTo>
                  <a:lnTo>
                    <a:pt x="3666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7381;p55">
              <a:extLst>
                <a:ext uri="{FF2B5EF4-FFF2-40B4-BE49-F238E27FC236}">
                  <a16:creationId xmlns:a16="http://schemas.microsoft.com/office/drawing/2014/main" id="{7979C27B-1EDB-479D-B2A0-DBE4ADD25AFF}"/>
                </a:ext>
              </a:extLst>
            </p:cNvPr>
            <p:cNvSpPr/>
            <p:nvPr/>
          </p:nvSpPr>
          <p:spPr>
            <a:xfrm>
              <a:off x="6893775" y="1105675"/>
              <a:ext cx="21450" cy="51750"/>
            </a:xfrm>
            <a:custGeom>
              <a:avLst/>
              <a:gdLst/>
              <a:ahLst/>
              <a:cxnLst/>
              <a:rect l="l" t="t" r="r" b="b"/>
              <a:pathLst>
                <a:path w="858" h="2070" extrusionOk="0">
                  <a:moveTo>
                    <a:pt x="853" y="0"/>
                  </a:moveTo>
                  <a:lnTo>
                    <a:pt x="0" y="492"/>
                  </a:lnTo>
                  <a:lnTo>
                    <a:pt x="5" y="2069"/>
                  </a:lnTo>
                  <a:lnTo>
                    <a:pt x="86" y="2021"/>
                  </a:lnTo>
                  <a:lnTo>
                    <a:pt x="764" y="1630"/>
                  </a:lnTo>
                  <a:lnTo>
                    <a:pt x="857" y="1576"/>
                  </a:lnTo>
                  <a:lnTo>
                    <a:pt x="85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7382;p55">
              <a:extLst>
                <a:ext uri="{FF2B5EF4-FFF2-40B4-BE49-F238E27FC236}">
                  <a16:creationId xmlns:a16="http://schemas.microsoft.com/office/drawing/2014/main" id="{53D3527E-2BC1-4B49-B7F4-AA0212912A60}"/>
                </a:ext>
              </a:extLst>
            </p:cNvPr>
            <p:cNvSpPr/>
            <p:nvPr/>
          </p:nvSpPr>
          <p:spPr>
            <a:xfrm>
              <a:off x="6892325" y="1117150"/>
              <a:ext cx="1575" cy="40275"/>
            </a:xfrm>
            <a:custGeom>
              <a:avLst/>
              <a:gdLst/>
              <a:ahLst/>
              <a:cxnLst/>
              <a:rect l="l" t="t" r="r" b="b"/>
              <a:pathLst>
                <a:path w="63" h="1611" extrusionOk="0">
                  <a:moveTo>
                    <a:pt x="0" y="1"/>
                  </a:moveTo>
                  <a:lnTo>
                    <a:pt x="5" y="1578"/>
                  </a:lnTo>
                  <a:lnTo>
                    <a:pt x="63" y="1610"/>
                  </a:lnTo>
                  <a:lnTo>
                    <a:pt x="58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7383;p55">
              <a:extLst>
                <a:ext uri="{FF2B5EF4-FFF2-40B4-BE49-F238E27FC236}">
                  <a16:creationId xmlns:a16="http://schemas.microsoft.com/office/drawing/2014/main" id="{B6702C80-3EC8-410F-92D1-B48798697B09}"/>
                </a:ext>
              </a:extLst>
            </p:cNvPr>
            <p:cNvSpPr/>
            <p:nvPr/>
          </p:nvSpPr>
          <p:spPr>
            <a:xfrm>
              <a:off x="6911100" y="1109750"/>
              <a:ext cx="1800" cy="36675"/>
            </a:xfrm>
            <a:custGeom>
              <a:avLst/>
              <a:gdLst/>
              <a:ahLst/>
              <a:cxnLst/>
              <a:rect l="l" t="t" r="r" b="b"/>
              <a:pathLst>
                <a:path w="72" h="1467" extrusionOk="0">
                  <a:moveTo>
                    <a:pt x="69" y="1"/>
                  </a:moveTo>
                  <a:lnTo>
                    <a:pt x="0" y="43"/>
                  </a:lnTo>
                  <a:lnTo>
                    <a:pt x="2" y="1429"/>
                  </a:lnTo>
                  <a:lnTo>
                    <a:pt x="71" y="1467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7384;p55">
              <a:extLst>
                <a:ext uri="{FF2B5EF4-FFF2-40B4-BE49-F238E27FC236}">
                  <a16:creationId xmlns:a16="http://schemas.microsoft.com/office/drawing/2014/main" id="{B6C57DBB-929F-4CC7-B149-5E26D2DA6B36}"/>
                </a:ext>
              </a:extLst>
            </p:cNvPr>
            <p:cNvSpPr/>
            <p:nvPr/>
          </p:nvSpPr>
          <p:spPr>
            <a:xfrm>
              <a:off x="6895800" y="1110550"/>
              <a:ext cx="15750" cy="44400"/>
            </a:xfrm>
            <a:custGeom>
              <a:avLst/>
              <a:gdLst/>
              <a:ahLst/>
              <a:cxnLst/>
              <a:rect l="l" t="t" r="r" b="b"/>
              <a:pathLst>
                <a:path w="630" h="1776" extrusionOk="0">
                  <a:moveTo>
                    <a:pt x="628" y="1"/>
                  </a:moveTo>
                  <a:lnTo>
                    <a:pt x="0" y="366"/>
                  </a:lnTo>
                  <a:lnTo>
                    <a:pt x="5" y="1776"/>
                  </a:lnTo>
                  <a:lnTo>
                    <a:pt x="630" y="1416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7385;p55">
              <a:extLst>
                <a:ext uri="{FF2B5EF4-FFF2-40B4-BE49-F238E27FC236}">
                  <a16:creationId xmlns:a16="http://schemas.microsoft.com/office/drawing/2014/main" id="{5794C1A6-EEBD-4988-9982-771FAEB19F16}"/>
                </a:ext>
              </a:extLst>
            </p:cNvPr>
            <p:cNvSpPr/>
            <p:nvPr/>
          </p:nvSpPr>
          <p:spPr>
            <a:xfrm>
              <a:off x="6773375" y="1026350"/>
              <a:ext cx="101025" cy="100800"/>
            </a:xfrm>
            <a:custGeom>
              <a:avLst/>
              <a:gdLst/>
              <a:ahLst/>
              <a:cxnLst/>
              <a:rect l="l" t="t" r="r" b="b"/>
              <a:pathLst>
                <a:path w="4041" h="4032" extrusionOk="0">
                  <a:moveTo>
                    <a:pt x="1661" y="0"/>
                  </a:moveTo>
                  <a:lnTo>
                    <a:pt x="1" y="2655"/>
                  </a:lnTo>
                  <a:lnTo>
                    <a:pt x="2355" y="4032"/>
                  </a:lnTo>
                  <a:lnTo>
                    <a:pt x="4040" y="1339"/>
                  </a:lnTo>
                  <a:lnTo>
                    <a:pt x="1661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7386;p55">
              <a:extLst>
                <a:ext uri="{FF2B5EF4-FFF2-40B4-BE49-F238E27FC236}">
                  <a16:creationId xmlns:a16="http://schemas.microsoft.com/office/drawing/2014/main" id="{9884E38A-AD45-4DB4-B5E2-44D2140123DF}"/>
                </a:ext>
              </a:extLst>
            </p:cNvPr>
            <p:cNvSpPr/>
            <p:nvPr/>
          </p:nvSpPr>
          <p:spPr>
            <a:xfrm>
              <a:off x="6814875" y="1026350"/>
              <a:ext cx="110925" cy="52900"/>
            </a:xfrm>
            <a:custGeom>
              <a:avLst/>
              <a:gdLst/>
              <a:ahLst/>
              <a:cxnLst/>
              <a:rect l="l" t="t" r="r" b="b"/>
              <a:pathLst>
                <a:path w="4437" h="2116" extrusionOk="0">
                  <a:moveTo>
                    <a:pt x="1" y="0"/>
                  </a:moveTo>
                  <a:lnTo>
                    <a:pt x="2380" y="1339"/>
                  </a:lnTo>
                  <a:lnTo>
                    <a:pt x="4437" y="2116"/>
                  </a:lnTo>
                  <a:lnTo>
                    <a:pt x="2048" y="8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7387;p55">
              <a:extLst>
                <a:ext uri="{FF2B5EF4-FFF2-40B4-BE49-F238E27FC236}">
                  <a16:creationId xmlns:a16="http://schemas.microsoft.com/office/drawing/2014/main" id="{E93155B2-1625-4636-9BC2-45AFA9F3C314}"/>
                </a:ext>
              </a:extLst>
            </p:cNvPr>
            <p:cNvSpPr/>
            <p:nvPr/>
          </p:nvSpPr>
          <p:spPr>
            <a:xfrm>
              <a:off x="6895800" y="1131975"/>
              <a:ext cx="4225" cy="3575"/>
            </a:xfrm>
            <a:custGeom>
              <a:avLst/>
              <a:gdLst/>
              <a:ahLst/>
              <a:cxnLst/>
              <a:rect l="l" t="t" r="r" b="b"/>
              <a:pathLst>
                <a:path w="169" h="143" extrusionOk="0">
                  <a:moveTo>
                    <a:pt x="169" y="1"/>
                  </a:moveTo>
                  <a:lnTo>
                    <a:pt x="0" y="97"/>
                  </a:lnTo>
                  <a:cubicBezTo>
                    <a:pt x="4" y="126"/>
                    <a:pt x="22" y="142"/>
                    <a:pt x="47" y="142"/>
                  </a:cubicBezTo>
                  <a:cubicBezTo>
                    <a:pt x="58" y="142"/>
                    <a:pt x="70" y="139"/>
                    <a:pt x="83" y="133"/>
                  </a:cubicBezTo>
                  <a:cubicBezTo>
                    <a:pt x="131" y="105"/>
                    <a:pt x="163" y="56"/>
                    <a:pt x="169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7388;p55">
              <a:extLst>
                <a:ext uri="{FF2B5EF4-FFF2-40B4-BE49-F238E27FC236}">
                  <a16:creationId xmlns:a16="http://schemas.microsoft.com/office/drawing/2014/main" id="{2CFCD61E-AA1B-4F71-8DBF-62A58EE6FC0D}"/>
                </a:ext>
              </a:extLst>
            </p:cNvPr>
            <p:cNvSpPr/>
            <p:nvPr/>
          </p:nvSpPr>
          <p:spPr>
            <a:xfrm>
              <a:off x="6904175" y="1127125"/>
              <a:ext cx="4225" cy="3600"/>
            </a:xfrm>
            <a:custGeom>
              <a:avLst/>
              <a:gdLst/>
              <a:ahLst/>
              <a:cxnLst/>
              <a:rect l="l" t="t" r="r" b="b"/>
              <a:pathLst>
                <a:path w="169" h="144" extrusionOk="0">
                  <a:moveTo>
                    <a:pt x="169" y="1"/>
                  </a:moveTo>
                  <a:lnTo>
                    <a:pt x="0" y="96"/>
                  </a:lnTo>
                  <a:cubicBezTo>
                    <a:pt x="3" y="126"/>
                    <a:pt x="22" y="143"/>
                    <a:pt x="47" y="143"/>
                  </a:cubicBezTo>
                  <a:cubicBezTo>
                    <a:pt x="58" y="143"/>
                    <a:pt x="71" y="140"/>
                    <a:pt x="85" y="132"/>
                  </a:cubicBezTo>
                  <a:cubicBezTo>
                    <a:pt x="131" y="105"/>
                    <a:pt x="163" y="56"/>
                    <a:pt x="169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7389;p55">
              <a:extLst>
                <a:ext uri="{FF2B5EF4-FFF2-40B4-BE49-F238E27FC236}">
                  <a16:creationId xmlns:a16="http://schemas.microsoft.com/office/drawing/2014/main" id="{CF9101EF-AC73-435A-861A-AA28906D744B}"/>
                </a:ext>
              </a:extLst>
            </p:cNvPr>
            <p:cNvSpPr/>
            <p:nvPr/>
          </p:nvSpPr>
          <p:spPr>
            <a:xfrm>
              <a:off x="6912550" y="1122275"/>
              <a:ext cx="4225" cy="3600"/>
            </a:xfrm>
            <a:custGeom>
              <a:avLst/>
              <a:gdLst/>
              <a:ahLst/>
              <a:cxnLst/>
              <a:rect l="l" t="t" r="r" b="b"/>
              <a:pathLst>
                <a:path w="169" h="144" extrusionOk="0">
                  <a:moveTo>
                    <a:pt x="169" y="0"/>
                  </a:moveTo>
                  <a:lnTo>
                    <a:pt x="0" y="97"/>
                  </a:lnTo>
                  <a:cubicBezTo>
                    <a:pt x="3" y="127"/>
                    <a:pt x="22" y="143"/>
                    <a:pt x="48" y="143"/>
                  </a:cubicBezTo>
                  <a:cubicBezTo>
                    <a:pt x="59" y="143"/>
                    <a:pt x="71" y="140"/>
                    <a:pt x="85" y="134"/>
                  </a:cubicBezTo>
                  <a:cubicBezTo>
                    <a:pt x="131" y="105"/>
                    <a:pt x="163" y="55"/>
                    <a:pt x="169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7390;p55">
              <a:extLst>
                <a:ext uri="{FF2B5EF4-FFF2-40B4-BE49-F238E27FC236}">
                  <a16:creationId xmlns:a16="http://schemas.microsoft.com/office/drawing/2014/main" id="{D1F32F48-3D48-4B0D-B3A0-42157E8C90AB}"/>
                </a:ext>
              </a:extLst>
            </p:cNvPr>
            <p:cNvSpPr/>
            <p:nvPr/>
          </p:nvSpPr>
          <p:spPr>
            <a:xfrm>
              <a:off x="6920925" y="1117400"/>
              <a:ext cx="4225" cy="3625"/>
            </a:xfrm>
            <a:custGeom>
              <a:avLst/>
              <a:gdLst/>
              <a:ahLst/>
              <a:cxnLst/>
              <a:rect l="l" t="t" r="r" b="b"/>
              <a:pathLst>
                <a:path w="169" h="145" extrusionOk="0">
                  <a:moveTo>
                    <a:pt x="169" y="1"/>
                  </a:moveTo>
                  <a:lnTo>
                    <a:pt x="0" y="98"/>
                  </a:lnTo>
                  <a:cubicBezTo>
                    <a:pt x="3" y="127"/>
                    <a:pt x="22" y="144"/>
                    <a:pt x="47" y="144"/>
                  </a:cubicBezTo>
                  <a:cubicBezTo>
                    <a:pt x="58" y="144"/>
                    <a:pt x="70" y="141"/>
                    <a:pt x="83" y="134"/>
                  </a:cubicBezTo>
                  <a:cubicBezTo>
                    <a:pt x="131" y="105"/>
                    <a:pt x="163" y="56"/>
                    <a:pt x="169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7391;p55">
              <a:extLst>
                <a:ext uri="{FF2B5EF4-FFF2-40B4-BE49-F238E27FC236}">
                  <a16:creationId xmlns:a16="http://schemas.microsoft.com/office/drawing/2014/main" id="{03CA70E1-B634-42ED-AE8C-D6944C9D71A5}"/>
                </a:ext>
              </a:extLst>
            </p:cNvPr>
            <p:cNvSpPr/>
            <p:nvPr/>
          </p:nvSpPr>
          <p:spPr>
            <a:xfrm>
              <a:off x="6929300" y="1112550"/>
              <a:ext cx="4225" cy="3600"/>
            </a:xfrm>
            <a:custGeom>
              <a:avLst/>
              <a:gdLst/>
              <a:ahLst/>
              <a:cxnLst/>
              <a:rect l="l" t="t" r="r" b="b"/>
              <a:pathLst>
                <a:path w="169" h="144" extrusionOk="0">
                  <a:moveTo>
                    <a:pt x="169" y="1"/>
                  </a:moveTo>
                  <a:lnTo>
                    <a:pt x="0" y="98"/>
                  </a:lnTo>
                  <a:cubicBezTo>
                    <a:pt x="4" y="127"/>
                    <a:pt x="23" y="144"/>
                    <a:pt x="48" y="144"/>
                  </a:cubicBezTo>
                  <a:cubicBezTo>
                    <a:pt x="59" y="144"/>
                    <a:pt x="71" y="141"/>
                    <a:pt x="84" y="134"/>
                  </a:cubicBezTo>
                  <a:cubicBezTo>
                    <a:pt x="132" y="105"/>
                    <a:pt x="163" y="56"/>
                    <a:pt x="169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7392;p55">
              <a:extLst>
                <a:ext uri="{FF2B5EF4-FFF2-40B4-BE49-F238E27FC236}">
                  <a16:creationId xmlns:a16="http://schemas.microsoft.com/office/drawing/2014/main" id="{1EB93B52-BC3C-4466-B176-14F6CCF69D69}"/>
                </a:ext>
              </a:extLst>
            </p:cNvPr>
            <p:cNvSpPr/>
            <p:nvPr/>
          </p:nvSpPr>
          <p:spPr>
            <a:xfrm>
              <a:off x="6900000" y="1129550"/>
              <a:ext cx="4200" cy="3600"/>
            </a:xfrm>
            <a:custGeom>
              <a:avLst/>
              <a:gdLst/>
              <a:ahLst/>
              <a:cxnLst/>
              <a:rect l="l" t="t" r="r" b="b"/>
              <a:pathLst>
                <a:path w="168" h="144" extrusionOk="0">
                  <a:moveTo>
                    <a:pt x="167" y="1"/>
                  </a:moveTo>
                  <a:lnTo>
                    <a:pt x="1" y="96"/>
                  </a:lnTo>
                  <a:cubicBezTo>
                    <a:pt x="4" y="126"/>
                    <a:pt x="21" y="143"/>
                    <a:pt x="46" y="143"/>
                  </a:cubicBezTo>
                  <a:cubicBezTo>
                    <a:pt x="57" y="143"/>
                    <a:pt x="70" y="140"/>
                    <a:pt x="83" y="133"/>
                  </a:cubicBezTo>
                  <a:cubicBezTo>
                    <a:pt x="131" y="105"/>
                    <a:pt x="162" y="56"/>
                    <a:pt x="167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7393;p55">
              <a:extLst>
                <a:ext uri="{FF2B5EF4-FFF2-40B4-BE49-F238E27FC236}">
                  <a16:creationId xmlns:a16="http://schemas.microsoft.com/office/drawing/2014/main" id="{B358A08A-D65C-475F-AB80-8C7D79D3B1E0}"/>
                </a:ext>
              </a:extLst>
            </p:cNvPr>
            <p:cNvSpPr/>
            <p:nvPr/>
          </p:nvSpPr>
          <p:spPr>
            <a:xfrm>
              <a:off x="6908375" y="1124700"/>
              <a:ext cx="4200" cy="3575"/>
            </a:xfrm>
            <a:custGeom>
              <a:avLst/>
              <a:gdLst/>
              <a:ahLst/>
              <a:cxnLst/>
              <a:rect l="l" t="t" r="r" b="b"/>
              <a:pathLst>
                <a:path w="168" h="143" extrusionOk="0">
                  <a:moveTo>
                    <a:pt x="167" y="0"/>
                  </a:moveTo>
                  <a:lnTo>
                    <a:pt x="1" y="96"/>
                  </a:lnTo>
                  <a:cubicBezTo>
                    <a:pt x="4" y="126"/>
                    <a:pt x="21" y="143"/>
                    <a:pt x="46" y="143"/>
                  </a:cubicBezTo>
                  <a:cubicBezTo>
                    <a:pt x="57" y="143"/>
                    <a:pt x="70" y="140"/>
                    <a:pt x="83" y="132"/>
                  </a:cubicBezTo>
                  <a:cubicBezTo>
                    <a:pt x="131" y="105"/>
                    <a:pt x="162" y="55"/>
                    <a:pt x="167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7394;p55">
              <a:extLst>
                <a:ext uri="{FF2B5EF4-FFF2-40B4-BE49-F238E27FC236}">
                  <a16:creationId xmlns:a16="http://schemas.microsoft.com/office/drawing/2014/main" id="{26BF173A-2E01-46C2-BC45-AC771D01AD09}"/>
                </a:ext>
              </a:extLst>
            </p:cNvPr>
            <p:cNvSpPr/>
            <p:nvPr/>
          </p:nvSpPr>
          <p:spPr>
            <a:xfrm>
              <a:off x="6916750" y="1119850"/>
              <a:ext cx="4225" cy="3600"/>
            </a:xfrm>
            <a:custGeom>
              <a:avLst/>
              <a:gdLst/>
              <a:ahLst/>
              <a:cxnLst/>
              <a:rect l="l" t="t" r="r" b="b"/>
              <a:pathLst>
                <a:path w="169" h="144" extrusionOk="0">
                  <a:moveTo>
                    <a:pt x="169" y="0"/>
                  </a:moveTo>
                  <a:lnTo>
                    <a:pt x="1" y="97"/>
                  </a:lnTo>
                  <a:cubicBezTo>
                    <a:pt x="4" y="127"/>
                    <a:pt x="22" y="143"/>
                    <a:pt x="47" y="143"/>
                  </a:cubicBezTo>
                  <a:cubicBezTo>
                    <a:pt x="58" y="143"/>
                    <a:pt x="71" y="140"/>
                    <a:pt x="83" y="133"/>
                  </a:cubicBezTo>
                  <a:cubicBezTo>
                    <a:pt x="131" y="104"/>
                    <a:pt x="163" y="55"/>
                    <a:pt x="169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7395;p55">
              <a:extLst>
                <a:ext uri="{FF2B5EF4-FFF2-40B4-BE49-F238E27FC236}">
                  <a16:creationId xmlns:a16="http://schemas.microsoft.com/office/drawing/2014/main" id="{6C72FFF4-6C2F-436A-A433-591788C40E82}"/>
                </a:ext>
              </a:extLst>
            </p:cNvPr>
            <p:cNvSpPr/>
            <p:nvPr/>
          </p:nvSpPr>
          <p:spPr>
            <a:xfrm>
              <a:off x="6925125" y="1114975"/>
              <a:ext cx="4200" cy="3600"/>
            </a:xfrm>
            <a:custGeom>
              <a:avLst/>
              <a:gdLst/>
              <a:ahLst/>
              <a:cxnLst/>
              <a:rect l="l" t="t" r="r" b="b"/>
              <a:pathLst>
                <a:path w="168" h="144" extrusionOk="0">
                  <a:moveTo>
                    <a:pt x="167" y="1"/>
                  </a:moveTo>
                  <a:lnTo>
                    <a:pt x="1" y="98"/>
                  </a:lnTo>
                  <a:cubicBezTo>
                    <a:pt x="4" y="127"/>
                    <a:pt x="21" y="144"/>
                    <a:pt x="47" y="144"/>
                  </a:cubicBezTo>
                  <a:cubicBezTo>
                    <a:pt x="58" y="144"/>
                    <a:pt x="70" y="141"/>
                    <a:pt x="83" y="134"/>
                  </a:cubicBezTo>
                  <a:cubicBezTo>
                    <a:pt x="131" y="105"/>
                    <a:pt x="163" y="56"/>
                    <a:pt x="167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7396;p55">
              <a:extLst>
                <a:ext uri="{FF2B5EF4-FFF2-40B4-BE49-F238E27FC236}">
                  <a16:creationId xmlns:a16="http://schemas.microsoft.com/office/drawing/2014/main" id="{C467F74C-96A7-4E75-A906-27587C831FAC}"/>
                </a:ext>
              </a:extLst>
            </p:cNvPr>
            <p:cNvSpPr/>
            <p:nvPr/>
          </p:nvSpPr>
          <p:spPr>
            <a:xfrm>
              <a:off x="6783375" y="1119400"/>
              <a:ext cx="42550" cy="53500"/>
            </a:xfrm>
            <a:custGeom>
              <a:avLst/>
              <a:gdLst/>
              <a:ahLst/>
              <a:cxnLst/>
              <a:rect l="l" t="t" r="r" b="b"/>
              <a:pathLst>
                <a:path w="1702" h="2140" extrusionOk="0">
                  <a:moveTo>
                    <a:pt x="4" y="1"/>
                  </a:moveTo>
                  <a:lnTo>
                    <a:pt x="1" y="1156"/>
                  </a:lnTo>
                  <a:lnTo>
                    <a:pt x="1699" y="2140"/>
                  </a:lnTo>
                  <a:lnTo>
                    <a:pt x="1699" y="1825"/>
                  </a:lnTo>
                  <a:lnTo>
                    <a:pt x="1702" y="984"/>
                  </a:lnTo>
                  <a:lnTo>
                    <a:pt x="281" y="160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7397;p55">
              <a:extLst>
                <a:ext uri="{FF2B5EF4-FFF2-40B4-BE49-F238E27FC236}">
                  <a16:creationId xmlns:a16="http://schemas.microsoft.com/office/drawing/2014/main" id="{51AF703F-9973-4E38-8381-1921995C2B67}"/>
                </a:ext>
              </a:extLst>
            </p:cNvPr>
            <p:cNvSpPr/>
            <p:nvPr/>
          </p:nvSpPr>
          <p:spPr>
            <a:xfrm>
              <a:off x="6778875" y="1116800"/>
              <a:ext cx="4650" cy="34175"/>
            </a:xfrm>
            <a:custGeom>
              <a:avLst/>
              <a:gdLst/>
              <a:ahLst/>
              <a:cxnLst/>
              <a:rect l="l" t="t" r="r" b="b"/>
              <a:pathLst>
                <a:path w="186" h="1367" extrusionOk="0">
                  <a:moveTo>
                    <a:pt x="4" y="0"/>
                  </a:moveTo>
                  <a:lnTo>
                    <a:pt x="1" y="1366"/>
                  </a:lnTo>
                  <a:lnTo>
                    <a:pt x="181" y="1260"/>
                  </a:lnTo>
                  <a:lnTo>
                    <a:pt x="185" y="105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7398;p55">
              <a:extLst>
                <a:ext uri="{FF2B5EF4-FFF2-40B4-BE49-F238E27FC236}">
                  <a16:creationId xmlns:a16="http://schemas.microsoft.com/office/drawing/2014/main" id="{1303FA35-71F6-4A74-AF88-662F1947A1ED}"/>
                </a:ext>
              </a:extLst>
            </p:cNvPr>
            <p:cNvSpPr/>
            <p:nvPr/>
          </p:nvSpPr>
          <p:spPr>
            <a:xfrm>
              <a:off x="6778850" y="1148300"/>
              <a:ext cx="47000" cy="29850"/>
            </a:xfrm>
            <a:custGeom>
              <a:avLst/>
              <a:gdLst/>
              <a:ahLst/>
              <a:cxnLst/>
              <a:rect l="l" t="t" r="r" b="b"/>
              <a:pathLst>
                <a:path w="1880" h="1194" extrusionOk="0">
                  <a:moveTo>
                    <a:pt x="182" y="0"/>
                  </a:moveTo>
                  <a:lnTo>
                    <a:pt x="1" y="106"/>
                  </a:lnTo>
                  <a:lnTo>
                    <a:pt x="1880" y="1194"/>
                  </a:lnTo>
                  <a:lnTo>
                    <a:pt x="1880" y="984"/>
                  </a:lnTo>
                  <a:lnTo>
                    <a:pt x="18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7399;p55">
              <a:extLst>
                <a:ext uri="{FF2B5EF4-FFF2-40B4-BE49-F238E27FC236}">
                  <a16:creationId xmlns:a16="http://schemas.microsoft.com/office/drawing/2014/main" id="{C4B6976F-F4F5-490D-886A-AF3F90CF59FD}"/>
                </a:ext>
              </a:extLst>
            </p:cNvPr>
            <p:cNvSpPr/>
            <p:nvPr/>
          </p:nvSpPr>
          <p:spPr>
            <a:xfrm>
              <a:off x="6839200" y="1121575"/>
              <a:ext cx="42550" cy="53500"/>
            </a:xfrm>
            <a:custGeom>
              <a:avLst/>
              <a:gdLst/>
              <a:ahLst/>
              <a:cxnLst/>
              <a:rect l="l" t="t" r="r" b="b"/>
              <a:pathLst>
                <a:path w="1702" h="2140" extrusionOk="0">
                  <a:moveTo>
                    <a:pt x="1699" y="1"/>
                  </a:moveTo>
                  <a:lnTo>
                    <a:pt x="1422" y="160"/>
                  </a:lnTo>
                  <a:lnTo>
                    <a:pt x="1" y="984"/>
                  </a:lnTo>
                  <a:lnTo>
                    <a:pt x="4" y="1825"/>
                  </a:lnTo>
                  <a:lnTo>
                    <a:pt x="4" y="2140"/>
                  </a:lnTo>
                  <a:lnTo>
                    <a:pt x="1702" y="1156"/>
                  </a:lnTo>
                  <a:lnTo>
                    <a:pt x="1699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7400;p55">
              <a:extLst>
                <a:ext uri="{FF2B5EF4-FFF2-40B4-BE49-F238E27FC236}">
                  <a16:creationId xmlns:a16="http://schemas.microsoft.com/office/drawing/2014/main" id="{9ABB6805-7CA1-468F-9DBE-7044F84EE3BF}"/>
                </a:ext>
              </a:extLst>
            </p:cNvPr>
            <p:cNvSpPr/>
            <p:nvPr/>
          </p:nvSpPr>
          <p:spPr>
            <a:xfrm>
              <a:off x="6881625" y="1118975"/>
              <a:ext cx="4675" cy="34125"/>
            </a:xfrm>
            <a:custGeom>
              <a:avLst/>
              <a:gdLst/>
              <a:ahLst/>
              <a:cxnLst/>
              <a:rect l="l" t="t" r="r" b="b"/>
              <a:pathLst>
                <a:path w="187" h="1365" extrusionOk="0">
                  <a:moveTo>
                    <a:pt x="182" y="0"/>
                  </a:moveTo>
                  <a:lnTo>
                    <a:pt x="0" y="105"/>
                  </a:lnTo>
                  <a:lnTo>
                    <a:pt x="5" y="1260"/>
                  </a:lnTo>
                  <a:lnTo>
                    <a:pt x="186" y="1365"/>
                  </a:lnTo>
                  <a:lnTo>
                    <a:pt x="18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7401;p55">
              <a:extLst>
                <a:ext uri="{FF2B5EF4-FFF2-40B4-BE49-F238E27FC236}">
                  <a16:creationId xmlns:a16="http://schemas.microsoft.com/office/drawing/2014/main" id="{4D37FF08-C94B-41DE-A21A-C6F626A834ED}"/>
                </a:ext>
              </a:extLst>
            </p:cNvPr>
            <p:cNvSpPr/>
            <p:nvPr/>
          </p:nvSpPr>
          <p:spPr>
            <a:xfrm>
              <a:off x="6839275" y="1150475"/>
              <a:ext cx="47025" cy="29850"/>
            </a:xfrm>
            <a:custGeom>
              <a:avLst/>
              <a:gdLst/>
              <a:ahLst/>
              <a:cxnLst/>
              <a:rect l="l" t="t" r="r" b="b"/>
              <a:pathLst>
                <a:path w="1881" h="1194" extrusionOk="0">
                  <a:moveTo>
                    <a:pt x="1699" y="0"/>
                  </a:moveTo>
                  <a:lnTo>
                    <a:pt x="1" y="984"/>
                  </a:lnTo>
                  <a:lnTo>
                    <a:pt x="1" y="1194"/>
                  </a:lnTo>
                  <a:lnTo>
                    <a:pt x="1880" y="106"/>
                  </a:lnTo>
                  <a:lnTo>
                    <a:pt x="1699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7402;p55">
              <a:extLst>
                <a:ext uri="{FF2B5EF4-FFF2-40B4-BE49-F238E27FC236}">
                  <a16:creationId xmlns:a16="http://schemas.microsoft.com/office/drawing/2014/main" id="{9CFF93F6-FAF8-429F-BF55-C72524FCA426}"/>
                </a:ext>
              </a:extLst>
            </p:cNvPr>
            <p:cNvSpPr/>
            <p:nvPr/>
          </p:nvSpPr>
          <p:spPr>
            <a:xfrm>
              <a:off x="6868875" y="1080225"/>
              <a:ext cx="19300" cy="30325"/>
            </a:xfrm>
            <a:custGeom>
              <a:avLst/>
              <a:gdLst/>
              <a:ahLst/>
              <a:cxnLst/>
              <a:rect l="l" t="t" r="r" b="b"/>
              <a:pathLst>
                <a:path w="772" h="1213" extrusionOk="0">
                  <a:moveTo>
                    <a:pt x="769" y="0"/>
                  </a:moveTo>
                  <a:lnTo>
                    <a:pt x="586" y="106"/>
                  </a:lnTo>
                  <a:lnTo>
                    <a:pt x="0" y="447"/>
                  </a:lnTo>
                  <a:lnTo>
                    <a:pt x="2" y="1004"/>
                  </a:lnTo>
                  <a:lnTo>
                    <a:pt x="2" y="1212"/>
                  </a:lnTo>
                  <a:lnTo>
                    <a:pt x="772" y="766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7403;p55">
              <a:extLst>
                <a:ext uri="{FF2B5EF4-FFF2-40B4-BE49-F238E27FC236}">
                  <a16:creationId xmlns:a16="http://schemas.microsoft.com/office/drawing/2014/main" id="{B7810068-3224-492F-A0EF-58BD92A69174}"/>
                </a:ext>
              </a:extLst>
            </p:cNvPr>
            <p:cNvSpPr/>
            <p:nvPr/>
          </p:nvSpPr>
          <p:spPr>
            <a:xfrm>
              <a:off x="6888075" y="1078475"/>
              <a:ext cx="3100" cy="22650"/>
            </a:xfrm>
            <a:custGeom>
              <a:avLst/>
              <a:gdLst/>
              <a:ahLst/>
              <a:cxnLst/>
              <a:rect l="l" t="t" r="r" b="b"/>
              <a:pathLst>
                <a:path w="124" h="906" extrusionOk="0">
                  <a:moveTo>
                    <a:pt x="121" y="1"/>
                  </a:moveTo>
                  <a:lnTo>
                    <a:pt x="1" y="70"/>
                  </a:lnTo>
                  <a:lnTo>
                    <a:pt x="4" y="836"/>
                  </a:lnTo>
                  <a:lnTo>
                    <a:pt x="124" y="905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7404;p55">
              <a:extLst>
                <a:ext uri="{FF2B5EF4-FFF2-40B4-BE49-F238E27FC236}">
                  <a16:creationId xmlns:a16="http://schemas.microsoft.com/office/drawing/2014/main" id="{FC76FF1D-1CCB-4524-B7EB-FA152AC1FF24}"/>
                </a:ext>
              </a:extLst>
            </p:cNvPr>
            <p:cNvSpPr/>
            <p:nvPr/>
          </p:nvSpPr>
          <p:spPr>
            <a:xfrm>
              <a:off x="6868900" y="1099350"/>
              <a:ext cx="22275" cy="14675"/>
            </a:xfrm>
            <a:custGeom>
              <a:avLst/>
              <a:gdLst/>
              <a:ahLst/>
              <a:cxnLst/>
              <a:rect l="l" t="t" r="r" b="b"/>
              <a:pathLst>
                <a:path w="891" h="587" extrusionOk="0">
                  <a:moveTo>
                    <a:pt x="771" y="1"/>
                  </a:moveTo>
                  <a:lnTo>
                    <a:pt x="1" y="447"/>
                  </a:lnTo>
                  <a:lnTo>
                    <a:pt x="1" y="587"/>
                  </a:lnTo>
                  <a:lnTo>
                    <a:pt x="891" y="70"/>
                  </a:lnTo>
                  <a:lnTo>
                    <a:pt x="77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7405;p55">
              <a:extLst>
                <a:ext uri="{FF2B5EF4-FFF2-40B4-BE49-F238E27FC236}">
                  <a16:creationId xmlns:a16="http://schemas.microsoft.com/office/drawing/2014/main" id="{DE4350F9-8BF9-4905-802B-B7831FFC77B6}"/>
                </a:ext>
              </a:extLst>
            </p:cNvPr>
            <p:cNvSpPr/>
            <p:nvPr/>
          </p:nvSpPr>
          <p:spPr>
            <a:xfrm>
              <a:off x="6880000" y="1097300"/>
              <a:ext cx="53525" cy="37100"/>
            </a:xfrm>
            <a:custGeom>
              <a:avLst/>
              <a:gdLst/>
              <a:ahLst/>
              <a:cxnLst/>
              <a:rect l="l" t="t" r="r" b="b"/>
              <a:pathLst>
                <a:path w="2141" h="1484" extrusionOk="0">
                  <a:moveTo>
                    <a:pt x="1505" y="0"/>
                  </a:moveTo>
                  <a:lnTo>
                    <a:pt x="0" y="870"/>
                  </a:lnTo>
                  <a:lnTo>
                    <a:pt x="632" y="1484"/>
                  </a:lnTo>
                  <a:lnTo>
                    <a:pt x="2141" y="611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7406;p55">
              <a:extLst>
                <a:ext uri="{FF2B5EF4-FFF2-40B4-BE49-F238E27FC236}">
                  <a16:creationId xmlns:a16="http://schemas.microsoft.com/office/drawing/2014/main" id="{5461B4B7-8F7B-43C9-BA56-A112B67E689A}"/>
                </a:ext>
              </a:extLst>
            </p:cNvPr>
            <p:cNvSpPr/>
            <p:nvPr/>
          </p:nvSpPr>
          <p:spPr>
            <a:xfrm>
              <a:off x="6884200" y="1114375"/>
              <a:ext cx="19825" cy="17625"/>
            </a:xfrm>
            <a:custGeom>
              <a:avLst/>
              <a:gdLst/>
              <a:ahLst/>
              <a:cxnLst/>
              <a:rect l="l" t="t" r="r" b="b"/>
              <a:pathLst>
                <a:path w="793" h="705" extrusionOk="0">
                  <a:moveTo>
                    <a:pt x="157" y="0"/>
                  </a:moveTo>
                  <a:lnTo>
                    <a:pt x="0" y="91"/>
                  </a:lnTo>
                  <a:lnTo>
                    <a:pt x="633" y="705"/>
                  </a:lnTo>
                  <a:lnTo>
                    <a:pt x="792" y="616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7407;p55">
              <a:extLst>
                <a:ext uri="{FF2B5EF4-FFF2-40B4-BE49-F238E27FC236}">
                  <a16:creationId xmlns:a16="http://schemas.microsoft.com/office/drawing/2014/main" id="{EE7919D9-4974-4211-A123-EB0FF14F6464}"/>
                </a:ext>
              </a:extLst>
            </p:cNvPr>
            <p:cNvSpPr/>
            <p:nvPr/>
          </p:nvSpPr>
          <p:spPr>
            <a:xfrm>
              <a:off x="6884200" y="1114150"/>
              <a:ext cx="20000" cy="17850"/>
            </a:xfrm>
            <a:custGeom>
              <a:avLst/>
              <a:gdLst/>
              <a:ahLst/>
              <a:cxnLst/>
              <a:rect l="l" t="t" r="r" b="b"/>
              <a:pathLst>
                <a:path w="800" h="714" extrusionOk="0">
                  <a:moveTo>
                    <a:pt x="166" y="0"/>
                  </a:moveTo>
                  <a:lnTo>
                    <a:pt x="0" y="100"/>
                  </a:lnTo>
                  <a:lnTo>
                    <a:pt x="633" y="714"/>
                  </a:lnTo>
                  <a:lnTo>
                    <a:pt x="799" y="615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7408;p55">
              <a:extLst>
                <a:ext uri="{FF2B5EF4-FFF2-40B4-BE49-F238E27FC236}">
                  <a16:creationId xmlns:a16="http://schemas.microsoft.com/office/drawing/2014/main" id="{7EFD52D9-AFAF-45C2-A211-2B0D9117D1FB}"/>
                </a:ext>
              </a:extLst>
            </p:cNvPr>
            <p:cNvSpPr/>
            <p:nvPr/>
          </p:nvSpPr>
          <p:spPr>
            <a:xfrm>
              <a:off x="6892575" y="1109350"/>
              <a:ext cx="20000" cy="17800"/>
            </a:xfrm>
            <a:custGeom>
              <a:avLst/>
              <a:gdLst/>
              <a:ahLst/>
              <a:cxnLst/>
              <a:rect l="l" t="t" r="r" b="b"/>
              <a:pathLst>
                <a:path w="800" h="712" extrusionOk="0">
                  <a:moveTo>
                    <a:pt x="167" y="1"/>
                  </a:moveTo>
                  <a:lnTo>
                    <a:pt x="0" y="97"/>
                  </a:lnTo>
                  <a:lnTo>
                    <a:pt x="633" y="712"/>
                  </a:lnTo>
                  <a:lnTo>
                    <a:pt x="799" y="614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7409;p55">
              <a:extLst>
                <a:ext uri="{FF2B5EF4-FFF2-40B4-BE49-F238E27FC236}">
                  <a16:creationId xmlns:a16="http://schemas.microsoft.com/office/drawing/2014/main" id="{32003C0A-F9A7-4A49-A048-2869AF6DEF61}"/>
                </a:ext>
              </a:extLst>
            </p:cNvPr>
            <p:cNvSpPr/>
            <p:nvPr/>
          </p:nvSpPr>
          <p:spPr>
            <a:xfrm>
              <a:off x="6900950" y="1104425"/>
              <a:ext cx="20000" cy="17875"/>
            </a:xfrm>
            <a:custGeom>
              <a:avLst/>
              <a:gdLst/>
              <a:ahLst/>
              <a:cxnLst/>
              <a:rect l="l" t="t" r="r" b="b"/>
              <a:pathLst>
                <a:path w="800" h="715" extrusionOk="0">
                  <a:moveTo>
                    <a:pt x="166" y="1"/>
                  </a:moveTo>
                  <a:lnTo>
                    <a:pt x="0" y="99"/>
                  </a:lnTo>
                  <a:lnTo>
                    <a:pt x="633" y="714"/>
                  </a:lnTo>
                  <a:lnTo>
                    <a:pt x="799" y="617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7410;p55">
              <a:extLst>
                <a:ext uri="{FF2B5EF4-FFF2-40B4-BE49-F238E27FC236}">
                  <a16:creationId xmlns:a16="http://schemas.microsoft.com/office/drawing/2014/main" id="{DFA51949-2956-4AD7-BA88-46F431F6268F}"/>
                </a:ext>
              </a:extLst>
            </p:cNvPr>
            <p:cNvSpPr/>
            <p:nvPr/>
          </p:nvSpPr>
          <p:spPr>
            <a:xfrm>
              <a:off x="6909325" y="1099650"/>
              <a:ext cx="20000" cy="17775"/>
            </a:xfrm>
            <a:custGeom>
              <a:avLst/>
              <a:gdLst/>
              <a:ahLst/>
              <a:cxnLst/>
              <a:rect l="l" t="t" r="r" b="b"/>
              <a:pathLst>
                <a:path w="800" h="711" extrusionOk="0">
                  <a:moveTo>
                    <a:pt x="167" y="0"/>
                  </a:moveTo>
                  <a:lnTo>
                    <a:pt x="0" y="98"/>
                  </a:lnTo>
                  <a:lnTo>
                    <a:pt x="633" y="711"/>
                  </a:lnTo>
                  <a:lnTo>
                    <a:pt x="799" y="614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7411;p55">
              <a:extLst>
                <a:ext uri="{FF2B5EF4-FFF2-40B4-BE49-F238E27FC236}">
                  <a16:creationId xmlns:a16="http://schemas.microsoft.com/office/drawing/2014/main" id="{2C15D73E-151A-48D6-9CD9-27957E07F278}"/>
                </a:ext>
              </a:extLst>
            </p:cNvPr>
            <p:cNvSpPr/>
            <p:nvPr/>
          </p:nvSpPr>
          <p:spPr>
            <a:xfrm>
              <a:off x="6748875" y="1161900"/>
              <a:ext cx="10500" cy="32675"/>
            </a:xfrm>
            <a:custGeom>
              <a:avLst/>
              <a:gdLst/>
              <a:ahLst/>
              <a:cxnLst/>
              <a:rect l="l" t="t" r="r" b="b"/>
              <a:pathLst>
                <a:path w="420" h="1307" extrusionOk="0">
                  <a:moveTo>
                    <a:pt x="0" y="0"/>
                  </a:moveTo>
                  <a:lnTo>
                    <a:pt x="0" y="1185"/>
                  </a:lnTo>
                  <a:cubicBezTo>
                    <a:pt x="0" y="1217"/>
                    <a:pt x="22" y="1247"/>
                    <a:pt x="63" y="1270"/>
                  </a:cubicBezTo>
                  <a:cubicBezTo>
                    <a:pt x="104" y="1295"/>
                    <a:pt x="157" y="1307"/>
                    <a:pt x="210" y="1307"/>
                  </a:cubicBezTo>
                  <a:cubicBezTo>
                    <a:pt x="264" y="1307"/>
                    <a:pt x="318" y="1295"/>
                    <a:pt x="358" y="1270"/>
                  </a:cubicBezTo>
                  <a:cubicBezTo>
                    <a:pt x="399" y="1247"/>
                    <a:pt x="419" y="1217"/>
                    <a:pt x="419" y="1186"/>
                  </a:cubicBezTo>
                  <a:lnTo>
                    <a:pt x="419" y="2"/>
                  </a:lnTo>
                  <a:cubicBezTo>
                    <a:pt x="419" y="32"/>
                    <a:pt x="399" y="62"/>
                    <a:pt x="358" y="86"/>
                  </a:cubicBezTo>
                  <a:cubicBezTo>
                    <a:pt x="318" y="110"/>
                    <a:pt x="265" y="122"/>
                    <a:pt x="211" y="122"/>
                  </a:cubicBezTo>
                  <a:cubicBezTo>
                    <a:pt x="158" y="122"/>
                    <a:pt x="104" y="110"/>
                    <a:pt x="63" y="86"/>
                  </a:cubicBezTo>
                  <a:cubicBezTo>
                    <a:pt x="22" y="6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7412;p55">
              <a:extLst>
                <a:ext uri="{FF2B5EF4-FFF2-40B4-BE49-F238E27FC236}">
                  <a16:creationId xmlns:a16="http://schemas.microsoft.com/office/drawing/2014/main" id="{7007558C-D281-438E-9668-B9F2DACCB49D}"/>
                </a:ext>
              </a:extLst>
            </p:cNvPr>
            <p:cNvSpPr/>
            <p:nvPr/>
          </p:nvSpPr>
          <p:spPr>
            <a:xfrm>
              <a:off x="6748375" y="1158875"/>
              <a:ext cx="11550" cy="6075"/>
            </a:xfrm>
            <a:custGeom>
              <a:avLst/>
              <a:gdLst/>
              <a:ahLst/>
              <a:cxnLst/>
              <a:rect l="l" t="t" r="r" b="b"/>
              <a:pathLst>
                <a:path w="462" h="243" extrusionOk="0">
                  <a:moveTo>
                    <a:pt x="231" y="0"/>
                  </a:moveTo>
                  <a:cubicBezTo>
                    <a:pt x="177" y="0"/>
                    <a:pt x="124" y="12"/>
                    <a:pt x="83" y="36"/>
                  </a:cubicBezTo>
                  <a:cubicBezTo>
                    <a:pt x="0" y="82"/>
                    <a:pt x="1" y="160"/>
                    <a:pt x="84" y="207"/>
                  </a:cubicBezTo>
                  <a:cubicBezTo>
                    <a:pt x="125" y="231"/>
                    <a:pt x="178" y="243"/>
                    <a:pt x="232" y="243"/>
                  </a:cubicBezTo>
                  <a:cubicBezTo>
                    <a:pt x="286" y="243"/>
                    <a:pt x="339" y="231"/>
                    <a:pt x="380" y="207"/>
                  </a:cubicBezTo>
                  <a:cubicBezTo>
                    <a:pt x="461" y="160"/>
                    <a:pt x="461" y="83"/>
                    <a:pt x="378" y="36"/>
                  </a:cubicBezTo>
                  <a:cubicBezTo>
                    <a:pt x="337" y="12"/>
                    <a:pt x="284" y="0"/>
                    <a:pt x="231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7413;p55">
              <a:extLst>
                <a:ext uri="{FF2B5EF4-FFF2-40B4-BE49-F238E27FC236}">
                  <a16:creationId xmlns:a16="http://schemas.microsoft.com/office/drawing/2014/main" id="{3F6CD4ED-56F0-43C0-9AE1-C97CEF00F376}"/>
                </a:ext>
              </a:extLst>
            </p:cNvPr>
            <p:cNvSpPr/>
            <p:nvPr/>
          </p:nvSpPr>
          <p:spPr>
            <a:xfrm>
              <a:off x="6714100" y="1088525"/>
              <a:ext cx="81475" cy="77875"/>
            </a:xfrm>
            <a:custGeom>
              <a:avLst/>
              <a:gdLst/>
              <a:ahLst/>
              <a:cxnLst/>
              <a:rect l="l" t="t" r="r" b="b"/>
              <a:pathLst>
                <a:path w="3259" h="3115" extrusionOk="0">
                  <a:moveTo>
                    <a:pt x="1307" y="0"/>
                  </a:moveTo>
                  <a:cubicBezTo>
                    <a:pt x="1253" y="0"/>
                    <a:pt x="1199" y="7"/>
                    <a:pt x="1145" y="22"/>
                  </a:cubicBezTo>
                  <a:cubicBezTo>
                    <a:pt x="875" y="94"/>
                    <a:pt x="688" y="340"/>
                    <a:pt x="689" y="619"/>
                  </a:cubicBezTo>
                  <a:lnTo>
                    <a:pt x="689" y="625"/>
                  </a:lnTo>
                  <a:cubicBezTo>
                    <a:pt x="365" y="667"/>
                    <a:pt x="178" y="1017"/>
                    <a:pt x="326" y="1310"/>
                  </a:cubicBezTo>
                  <a:cubicBezTo>
                    <a:pt x="125" y="1417"/>
                    <a:pt x="1" y="1626"/>
                    <a:pt x="1" y="1853"/>
                  </a:cubicBezTo>
                  <a:cubicBezTo>
                    <a:pt x="1" y="2075"/>
                    <a:pt x="120" y="2281"/>
                    <a:pt x="314" y="2390"/>
                  </a:cubicBezTo>
                  <a:cubicBezTo>
                    <a:pt x="339" y="2637"/>
                    <a:pt x="548" y="2814"/>
                    <a:pt x="784" y="2814"/>
                  </a:cubicBezTo>
                  <a:cubicBezTo>
                    <a:pt x="821" y="2814"/>
                    <a:pt x="859" y="2810"/>
                    <a:pt x="897" y="2800"/>
                  </a:cubicBezTo>
                  <a:cubicBezTo>
                    <a:pt x="904" y="2806"/>
                    <a:pt x="913" y="2810"/>
                    <a:pt x="921" y="2816"/>
                  </a:cubicBezTo>
                  <a:cubicBezTo>
                    <a:pt x="1132" y="3017"/>
                    <a:pt x="1399" y="3114"/>
                    <a:pt x="1664" y="3114"/>
                  </a:cubicBezTo>
                  <a:cubicBezTo>
                    <a:pt x="2005" y="3114"/>
                    <a:pt x="2344" y="2954"/>
                    <a:pt x="2556" y="2647"/>
                  </a:cubicBezTo>
                  <a:cubicBezTo>
                    <a:pt x="2820" y="2589"/>
                    <a:pt x="2981" y="2320"/>
                    <a:pt x="2908" y="2059"/>
                  </a:cubicBezTo>
                  <a:cubicBezTo>
                    <a:pt x="3143" y="1900"/>
                    <a:pt x="3259" y="1616"/>
                    <a:pt x="3202" y="1337"/>
                  </a:cubicBezTo>
                  <a:cubicBezTo>
                    <a:pt x="3146" y="1059"/>
                    <a:pt x="2928" y="841"/>
                    <a:pt x="2650" y="786"/>
                  </a:cubicBezTo>
                  <a:cubicBezTo>
                    <a:pt x="2733" y="569"/>
                    <a:pt x="2647" y="322"/>
                    <a:pt x="2447" y="205"/>
                  </a:cubicBezTo>
                  <a:cubicBezTo>
                    <a:pt x="2371" y="160"/>
                    <a:pt x="2287" y="138"/>
                    <a:pt x="2203" y="138"/>
                  </a:cubicBezTo>
                  <a:cubicBezTo>
                    <a:pt x="2067" y="138"/>
                    <a:pt x="1932" y="197"/>
                    <a:pt x="1839" y="308"/>
                  </a:cubicBezTo>
                  <a:cubicBezTo>
                    <a:pt x="1727" y="114"/>
                    <a:pt x="1522" y="0"/>
                    <a:pt x="1307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7414;p55">
              <a:extLst>
                <a:ext uri="{FF2B5EF4-FFF2-40B4-BE49-F238E27FC236}">
                  <a16:creationId xmlns:a16="http://schemas.microsoft.com/office/drawing/2014/main" id="{7FC70B4C-FAB0-4714-AFB0-6B6F6CAE6A46}"/>
                </a:ext>
              </a:extLst>
            </p:cNvPr>
            <p:cNvSpPr/>
            <p:nvPr/>
          </p:nvSpPr>
          <p:spPr>
            <a:xfrm>
              <a:off x="6801150" y="1181825"/>
              <a:ext cx="10500" cy="32675"/>
            </a:xfrm>
            <a:custGeom>
              <a:avLst/>
              <a:gdLst/>
              <a:ahLst/>
              <a:cxnLst/>
              <a:rect l="l" t="t" r="r" b="b"/>
              <a:pathLst>
                <a:path w="420" h="1307" extrusionOk="0">
                  <a:moveTo>
                    <a:pt x="0" y="1"/>
                  </a:moveTo>
                  <a:lnTo>
                    <a:pt x="0" y="1185"/>
                  </a:lnTo>
                  <a:cubicBezTo>
                    <a:pt x="0" y="1217"/>
                    <a:pt x="22" y="1248"/>
                    <a:pt x="63" y="1271"/>
                  </a:cubicBezTo>
                  <a:cubicBezTo>
                    <a:pt x="104" y="1295"/>
                    <a:pt x="158" y="1307"/>
                    <a:pt x="211" y="1307"/>
                  </a:cubicBezTo>
                  <a:cubicBezTo>
                    <a:pt x="265" y="1307"/>
                    <a:pt x="318" y="1295"/>
                    <a:pt x="358" y="1271"/>
                  </a:cubicBezTo>
                  <a:cubicBezTo>
                    <a:pt x="399" y="1248"/>
                    <a:pt x="419" y="1217"/>
                    <a:pt x="419" y="1185"/>
                  </a:cubicBezTo>
                  <a:lnTo>
                    <a:pt x="419" y="1"/>
                  </a:lnTo>
                  <a:cubicBezTo>
                    <a:pt x="419" y="33"/>
                    <a:pt x="399" y="63"/>
                    <a:pt x="358" y="86"/>
                  </a:cubicBezTo>
                  <a:cubicBezTo>
                    <a:pt x="318" y="110"/>
                    <a:pt x="265" y="122"/>
                    <a:pt x="211" y="122"/>
                  </a:cubicBezTo>
                  <a:cubicBezTo>
                    <a:pt x="158" y="122"/>
                    <a:pt x="104" y="110"/>
                    <a:pt x="63" y="86"/>
                  </a:cubicBezTo>
                  <a:cubicBezTo>
                    <a:pt x="22" y="63"/>
                    <a:pt x="0" y="31"/>
                    <a:pt x="0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7415;p55">
              <a:extLst>
                <a:ext uri="{FF2B5EF4-FFF2-40B4-BE49-F238E27FC236}">
                  <a16:creationId xmlns:a16="http://schemas.microsoft.com/office/drawing/2014/main" id="{B95B6DF9-33D0-4EDF-848F-F44A820DAB4F}"/>
                </a:ext>
              </a:extLst>
            </p:cNvPr>
            <p:cNvSpPr/>
            <p:nvPr/>
          </p:nvSpPr>
          <p:spPr>
            <a:xfrm>
              <a:off x="6800650" y="1178800"/>
              <a:ext cx="11500" cy="6100"/>
            </a:xfrm>
            <a:custGeom>
              <a:avLst/>
              <a:gdLst/>
              <a:ahLst/>
              <a:cxnLst/>
              <a:rect l="l" t="t" r="r" b="b"/>
              <a:pathLst>
                <a:path w="460" h="244" extrusionOk="0">
                  <a:moveTo>
                    <a:pt x="229" y="0"/>
                  </a:moveTo>
                  <a:cubicBezTo>
                    <a:pt x="175" y="0"/>
                    <a:pt x="122" y="12"/>
                    <a:pt x="81" y="36"/>
                  </a:cubicBezTo>
                  <a:cubicBezTo>
                    <a:pt x="0" y="83"/>
                    <a:pt x="0" y="161"/>
                    <a:pt x="83" y="207"/>
                  </a:cubicBezTo>
                  <a:cubicBezTo>
                    <a:pt x="124" y="231"/>
                    <a:pt x="178" y="243"/>
                    <a:pt x="231" y="243"/>
                  </a:cubicBezTo>
                  <a:cubicBezTo>
                    <a:pt x="285" y="243"/>
                    <a:pt x="338" y="231"/>
                    <a:pt x="378" y="207"/>
                  </a:cubicBezTo>
                  <a:cubicBezTo>
                    <a:pt x="460" y="161"/>
                    <a:pt x="460" y="83"/>
                    <a:pt x="377" y="36"/>
                  </a:cubicBezTo>
                  <a:cubicBezTo>
                    <a:pt x="336" y="12"/>
                    <a:pt x="282" y="0"/>
                    <a:pt x="229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7416;p55">
              <a:extLst>
                <a:ext uri="{FF2B5EF4-FFF2-40B4-BE49-F238E27FC236}">
                  <a16:creationId xmlns:a16="http://schemas.microsoft.com/office/drawing/2014/main" id="{6346419C-5DEB-48F5-96AB-E05788FF48EE}"/>
                </a:ext>
              </a:extLst>
            </p:cNvPr>
            <p:cNvSpPr/>
            <p:nvPr/>
          </p:nvSpPr>
          <p:spPr>
            <a:xfrm>
              <a:off x="6766375" y="1108425"/>
              <a:ext cx="81500" cy="77875"/>
            </a:xfrm>
            <a:custGeom>
              <a:avLst/>
              <a:gdLst/>
              <a:ahLst/>
              <a:cxnLst/>
              <a:rect l="l" t="t" r="r" b="b"/>
              <a:pathLst>
                <a:path w="3260" h="3115" extrusionOk="0">
                  <a:moveTo>
                    <a:pt x="1304" y="1"/>
                  </a:moveTo>
                  <a:cubicBezTo>
                    <a:pt x="1251" y="1"/>
                    <a:pt x="1197" y="8"/>
                    <a:pt x="1143" y="22"/>
                  </a:cubicBezTo>
                  <a:cubicBezTo>
                    <a:pt x="874" y="96"/>
                    <a:pt x="688" y="341"/>
                    <a:pt x="689" y="621"/>
                  </a:cubicBezTo>
                  <a:lnTo>
                    <a:pt x="689" y="627"/>
                  </a:lnTo>
                  <a:cubicBezTo>
                    <a:pt x="365" y="669"/>
                    <a:pt x="178" y="1018"/>
                    <a:pt x="326" y="1311"/>
                  </a:cubicBezTo>
                  <a:cubicBezTo>
                    <a:pt x="125" y="1418"/>
                    <a:pt x="1" y="1627"/>
                    <a:pt x="1" y="1855"/>
                  </a:cubicBezTo>
                  <a:cubicBezTo>
                    <a:pt x="1" y="2077"/>
                    <a:pt x="120" y="2281"/>
                    <a:pt x="312" y="2391"/>
                  </a:cubicBezTo>
                  <a:cubicBezTo>
                    <a:pt x="339" y="2638"/>
                    <a:pt x="547" y="2816"/>
                    <a:pt x="783" y="2816"/>
                  </a:cubicBezTo>
                  <a:cubicBezTo>
                    <a:pt x="821" y="2816"/>
                    <a:pt x="859" y="2811"/>
                    <a:pt x="897" y="2802"/>
                  </a:cubicBezTo>
                  <a:lnTo>
                    <a:pt x="920" y="2816"/>
                  </a:lnTo>
                  <a:cubicBezTo>
                    <a:pt x="1131" y="3017"/>
                    <a:pt x="1399" y="3115"/>
                    <a:pt x="1665" y="3115"/>
                  </a:cubicBezTo>
                  <a:cubicBezTo>
                    <a:pt x="2006" y="3115"/>
                    <a:pt x="2344" y="2955"/>
                    <a:pt x="2556" y="2648"/>
                  </a:cubicBezTo>
                  <a:cubicBezTo>
                    <a:pt x="2820" y="2589"/>
                    <a:pt x="2981" y="2320"/>
                    <a:pt x="2907" y="2061"/>
                  </a:cubicBezTo>
                  <a:cubicBezTo>
                    <a:pt x="3142" y="1901"/>
                    <a:pt x="3259" y="1617"/>
                    <a:pt x="3202" y="1339"/>
                  </a:cubicBezTo>
                  <a:cubicBezTo>
                    <a:pt x="3146" y="1060"/>
                    <a:pt x="2928" y="843"/>
                    <a:pt x="2650" y="788"/>
                  </a:cubicBezTo>
                  <a:cubicBezTo>
                    <a:pt x="2733" y="569"/>
                    <a:pt x="2647" y="324"/>
                    <a:pt x="2446" y="205"/>
                  </a:cubicBezTo>
                  <a:cubicBezTo>
                    <a:pt x="2370" y="160"/>
                    <a:pt x="2287" y="138"/>
                    <a:pt x="2204" y="138"/>
                  </a:cubicBezTo>
                  <a:cubicBezTo>
                    <a:pt x="2067" y="138"/>
                    <a:pt x="1932" y="197"/>
                    <a:pt x="1838" y="308"/>
                  </a:cubicBezTo>
                  <a:cubicBezTo>
                    <a:pt x="1726" y="115"/>
                    <a:pt x="1520" y="1"/>
                    <a:pt x="1304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7417;p55">
              <a:extLst>
                <a:ext uri="{FF2B5EF4-FFF2-40B4-BE49-F238E27FC236}">
                  <a16:creationId xmlns:a16="http://schemas.microsoft.com/office/drawing/2014/main" id="{C365EB48-69DF-481C-9898-9B98705804A1}"/>
                </a:ext>
              </a:extLst>
            </p:cNvPr>
            <p:cNvSpPr/>
            <p:nvPr/>
          </p:nvSpPr>
          <p:spPr>
            <a:xfrm>
              <a:off x="6589325" y="904625"/>
              <a:ext cx="145650" cy="458275"/>
            </a:xfrm>
            <a:custGeom>
              <a:avLst/>
              <a:gdLst/>
              <a:ahLst/>
              <a:cxnLst/>
              <a:rect l="l" t="t" r="r" b="b"/>
              <a:pathLst>
                <a:path w="5826" h="18331" extrusionOk="0">
                  <a:moveTo>
                    <a:pt x="1" y="0"/>
                  </a:moveTo>
                  <a:lnTo>
                    <a:pt x="53" y="15039"/>
                  </a:lnTo>
                  <a:lnTo>
                    <a:pt x="5825" y="18330"/>
                  </a:lnTo>
                  <a:lnTo>
                    <a:pt x="5772" y="32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7418;p55">
              <a:extLst>
                <a:ext uri="{FF2B5EF4-FFF2-40B4-BE49-F238E27FC236}">
                  <a16:creationId xmlns:a16="http://schemas.microsoft.com/office/drawing/2014/main" id="{650C5E5A-AD27-4884-92CF-E670ED899F0B}"/>
                </a:ext>
              </a:extLst>
            </p:cNvPr>
            <p:cNvSpPr/>
            <p:nvPr/>
          </p:nvSpPr>
          <p:spPr>
            <a:xfrm>
              <a:off x="6448925" y="904625"/>
              <a:ext cx="140425" cy="455525"/>
            </a:xfrm>
            <a:custGeom>
              <a:avLst/>
              <a:gdLst/>
              <a:ahLst/>
              <a:cxnLst/>
              <a:rect l="l" t="t" r="r" b="b"/>
              <a:pathLst>
                <a:path w="5617" h="18221" extrusionOk="0">
                  <a:moveTo>
                    <a:pt x="5617" y="0"/>
                  </a:moveTo>
                  <a:lnTo>
                    <a:pt x="0" y="3183"/>
                  </a:lnTo>
                  <a:lnTo>
                    <a:pt x="54" y="18220"/>
                  </a:lnTo>
                  <a:lnTo>
                    <a:pt x="5563" y="15039"/>
                  </a:lnTo>
                  <a:lnTo>
                    <a:pt x="5617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7419;p55">
              <a:extLst>
                <a:ext uri="{FF2B5EF4-FFF2-40B4-BE49-F238E27FC236}">
                  <a16:creationId xmlns:a16="http://schemas.microsoft.com/office/drawing/2014/main" id="{394552D1-95E7-4A79-9F31-DFB0E9F48225}"/>
                </a:ext>
              </a:extLst>
            </p:cNvPr>
            <p:cNvSpPr/>
            <p:nvPr/>
          </p:nvSpPr>
          <p:spPr>
            <a:xfrm>
              <a:off x="6593250" y="986950"/>
              <a:ext cx="141700" cy="455475"/>
            </a:xfrm>
            <a:custGeom>
              <a:avLst/>
              <a:gdLst/>
              <a:ahLst/>
              <a:cxnLst/>
              <a:rect l="l" t="t" r="r" b="b"/>
              <a:pathLst>
                <a:path w="5668" h="18219" extrusionOk="0">
                  <a:moveTo>
                    <a:pt x="5613" y="0"/>
                  </a:moveTo>
                  <a:lnTo>
                    <a:pt x="0" y="3182"/>
                  </a:lnTo>
                  <a:lnTo>
                    <a:pt x="52" y="18219"/>
                  </a:lnTo>
                  <a:lnTo>
                    <a:pt x="5667" y="15039"/>
                  </a:lnTo>
                  <a:lnTo>
                    <a:pt x="5613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7420;p55">
              <a:extLst>
                <a:ext uri="{FF2B5EF4-FFF2-40B4-BE49-F238E27FC236}">
                  <a16:creationId xmlns:a16="http://schemas.microsoft.com/office/drawing/2014/main" id="{9A3E84AB-17FB-4914-A4BF-77B33DDBA851}"/>
                </a:ext>
              </a:extLst>
            </p:cNvPr>
            <p:cNvSpPr/>
            <p:nvPr/>
          </p:nvSpPr>
          <p:spPr>
            <a:xfrm>
              <a:off x="6448925" y="984175"/>
              <a:ext cx="145650" cy="458250"/>
            </a:xfrm>
            <a:custGeom>
              <a:avLst/>
              <a:gdLst/>
              <a:ahLst/>
              <a:cxnLst/>
              <a:rect l="l" t="t" r="r" b="b"/>
              <a:pathLst>
                <a:path w="5826" h="18330" extrusionOk="0">
                  <a:moveTo>
                    <a:pt x="0" y="1"/>
                  </a:moveTo>
                  <a:lnTo>
                    <a:pt x="54" y="15038"/>
                  </a:lnTo>
                  <a:lnTo>
                    <a:pt x="5825" y="18330"/>
                  </a:lnTo>
                  <a:lnTo>
                    <a:pt x="5773" y="329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7421;p55">
              <a:extLst>
                <a:ext uri="{FF2B5EF4-FFF2-40B4-BE49-F238E27FC236}">
                  <a16:creationId xmlns:a16="http://schemas.microsoft.com/office/drawing/2014/main" id="{AD856225-32A6-4383-82FD-553BFD215B1C}"/>
                </a:ext>
              </a:extLst>
            </p:cNvPr>
            <p:cNvSpPr/>
            <p:nvPr/>
          </p:nvSpPr>
          <p:spPr>
            <a:xfrm>
              <a:off x="6448925" y="904675"/>
              <a:ext cx="284675" cy="161825"/>
            </a:xfrm>
            <a:custGeom>
              <a:avLst/>
              <a:gdLst/>
              <a:ahLst/>
              <a:cxnLst/>
              <a:rect l="l" t="t" r="r" b="b"/>
              <a:pathLst>
                <a:path w="11387" h="6473" extrusionOk="0">
                  <a:moveTo>
                    <a:pt x="5615" y="1"/>
                  </a:moveTo>
                  <a:lnTo>
                    <a:pt x="0" y="3181"/>
                  </a:lnTo>
                  <a:lnTo>
                    <a:pt x="5773" y="6473"/>
                  </a:lnTo>
                  <a:lnTo>
                    <a:pt x="11386" y="3291"/>
                  </a:lnTo>
                  <a:lnTo>
                    <a:pt x="5615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7422;p55">
              <a:extLst>
                <a:ext uri="{FF2B5EF4-FFF2-40B4-BE49-F238E27FC236}">
                  <a16:creationId xmlns:a16="http://schemas.microsoft.com/office/drawing/2014/main" id="{2F32C587-5D25-4E3D-92C1-C0C60836D440}"/>
                </a:ext>
              </a:extLst>
            </p:cNvPr>
            <p:cNvSpPr/>
            <p:nvPr/>
          </p:nvSpPr>
          <p:spPr>
            <a:xfrm>
              <a:off x="6469075" y="108485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6" y="1839"/>
                  </a:lnTo>
                  <a:lnTo>
                    <a:pt x="1068" y="1506"/>
                  </a:lnTo>
                  <a:lnTo>
                    <a:pt x="1069" y="616"/>
                  </a:lnTo>
                  <a:lnTo>
                    <a:pt x="298" y="169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7423;p55">
              <a:extLst>
                <a:ext uri="{FF2B5EF4-FFF2-40B4-BE49-F238E27FC236}">
                  <a16:creationId xmlns:a16="http://schemas.microsoft.com/office/drawing/2014/main" id="{BDB26BEB-03DD-4829-A1B7-DDE1B8AB3CFD}"/>
                </a:ext>
              </a:extLst>
            </p:cNvPr>
            <p:cNvSpPr/>
            <p:nvPr/>
          </p:nvSpPr>
          <p:spPr>
            <a:xfrm>
              <a:off x="6464300" y="1082100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5" y="1"/>
                  </a:moveTo>
                  <a:lnTo>
                    <a:pt x="0" y="1446"/>
                  </a:lnTo>
                  <a:lnTo>
                    <a:pt x="193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7424;p55">
              <a:extLst>
                <a:ext uri="{FF2B5EF4-FFF2-40B4-BE49-F238E27FC236}">
                  <a16:creationId xmlns:a16="http://schemas.microsoft.com/office/drawing/2014/main" id="{60D7786C-0F18-489F-B8DF-8535E48AB05E}"/>
                </a:ext>
              </a:extLst>
            </p:cNvPr>
            <p:cNvSpPr/>
            <p:nvPr/>
          </p:nvSpPr>
          <p:spPr>
            <a:xfrm>
              <a:off x="6464300" y="111545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92" y="1"/>
                  </a:moveTo>
                  <a:lnTo>
                    <a:pt x="0" y="112"/>
                  </a:lnTo>
                  <a:lnTo>
                    <a:pt x="1257" y="837"/>
                  </a:lnTo>
                  <a:lnTo>
                    <a:pt x="1257" y="615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7425;p55">
              <a:extLst>
                <a:ext uri="{FF2B5EF4-FFF2-40B4-BE49-F238E27FC236}">
                  <a16:creationId xmlns:a16="http://schemas.microsoft.com/office/drawing/2014/main" id="{62258A21-8A3C-4185-BF0B-C39478796EC8}"/>
                </a:ext>
              </a:extLst>
            </p:cNvPr>
            <p:cNvSpPr/>
            <p:nvPr/>
          </p:nvSpPr>
          <p:spPr>
            <a:xfrm>
              <a:off x="6510000" y="110830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7" y="1840"/>
                  </a:lnTo>
                  <a:lnTo>
                    <a:pt x="1067" y="1506"/>
                  </a:lnTo>
                  <a:lnTo>
                    <a:pt x="1069" y="616"/>
                  </a:lnTo>
                  <a:lnTo>
                    <a:pt x="298" y="17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7426;p55">
              <a:extLst>
                <a:ext uri="{FF2B5EF4-FFF2-40B4-BE49-F238E27FC236}">
                  <a16:creationId xmlns:a16="http://schemas.microsoft.com/office/drawing/2014/main" id="{9C0B1D16-C832-4E0E-869D-69390ED505F3}"/>
                </a:ext>
              </a:extLst>
            </p:cNvPr>
            <p:cNvSpPr/>
            <p:nvPr/>
          </p:nvSpPr>
          <p:spPr>
            <a:xfrm>
              <a:off x="6505225" y="110555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5" y="1"/>
                  </a:moveTo>
                  <a:lnTo>
                    <a:pt x="0" y="1446"/>
                  </a:lnTo>
                  <a:lnTo>
                    <a:pt x="193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7427;p55">
              <a:extLst>
                <a:ext uri="{FF2B5EF4-FFF2-40B4-BE49-F238E27FC236}">
                  <a16:creationId xmlns:a16="http://schemas.microsoft.com/office/drawing/2014/main" id="{7E8944CF-5567-4B18-A38F-6D303BE2EF03}"/>
                </a:ext>
              </a:extLst>
            </p:cNvPr>
            <p:cNvSpPr/>
            <p:nvPr/>
          </p:nvSpPr>
          <p:spPr>
            <a:xfrm>
              <a:off x="6505225" y="113890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92" y="1"/>
                  </a:moveTo>
                  <a:lnTo>
                    <a:pt x="0" y="112"/>
                  </a:lnTo>
                  <a:lnTo>
                    <a:pt x="1258" y="839"/>
                  </a:lnTo>
                  <a:lnTo>
                    <a:pt x="1258" y="61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7428;p55">
              <a:extLst>
                <a:ext uri="{FF2B5EF4-FFF2-40B4-BE49-F238E27FC236}">
                  <a16:creationId xmlns:a16="http://schemas.microsoft.com/office/drawing/2014/main" id="{B790BD5D-96F8-4FC3-8FF0-4DF960A7F20A}"/>
                </a:ext>
              </a:extLst>
            </p:cNvPr>
            <p:cNvSpPr/>
            <p:nvPr/>
          </p:nvSpPr>
          <p:spPr>
            <a:xfrm>
              <a:off x="6550925" y="113165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7" y="1839"/>
                  </a:lnTo>
                  <a:lnTo>
                    <a:pt x="1067" y="1506"/>
                  </a:lnTo>
                  <a:lnTo>
                    <a:pt x="1070" y="616"/>
                  </a:lnTo>
                  <a:lnTo>
                    <a:pt x="297" y="169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7429;p55">
              <a:extLst>
                <a:ext uri="{FF2B5EF4-FFF2-40B4-BE49-F238E27FC236}">
                  <a16:creationId xmlns:a16="http://schemas.microsoft.com/office/drawing/2014/main" id="{B9C0E9D4-8B88-4A99-921D-25AA54DF5E9D}"/>
                </a:ext>
              </a:extLst>
            </p:cNvPr>
            <p:cNvSpPr/>
            <p:nvPr/>
          </p:nvSpPr>
          <p:spPr>
            <a:xfrm>
              <a:off x="6546150" y="112890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5" y="1"/>
                  </a:moveTo>
                  <a:lnTo>
                    <a:pt x="1" y="1446"/>
                  </a:lnTo>
                  <a:lnTo>
                    <a:pt x="192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7430;p55">
              <a:extLst>
                <a:ext uri="{FF2B5EF4-FFF2-40B4-BE49-F238E27FC236}">
                  <a16:creationId xmlns:a16="http://schemas.microsoft.com/office/drawing/2014/main" id="{4220434F-30D8-4E08-BED5-DEF66922CCC6}"/>
                </a:ext>
              </a:extLst>
            </p:cNvPr>
            <p:cNvSpPr/>
            <p:nvPr/>
          </p:nvSpPr>
          <p:spPr>
            <a:xfrm>
              <a:off x="6546150" y="116225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92" y="1"/>
                  </a:moveTo>
                  <a:lnTo>
                    <a:pt x="1" y="112"/>
                  </a:lnTo>
                  <a:lnTo>
                    <a:pt x="1258" y="837"/>
                  </a:lnTo>
                  <a:lnTo>
                    <a:pt x="1258" y="615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7431;p55">
              <a:extLst>
                <a:ext uri="{FF2B5EF4-FFF2-40B4-BE49-F238E27FC236}">
                  <a16:creationId xmlns:a16="http://schemas.microsoft.com/office/drawing/2014/main" id="{F478E32B-C7E5-4547-A7D6-F42B3EDDE1B7}"/>
                </a:ext>
              </a:extLst>
            </p:cNvPr>
            <p:cNvSpPr/>
            <p:nvPr/>
          </p:nvSpPr>
          <p:spPr>
            <a:xfrm>
              <a:off x="6469075" y="1142275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6" y="1839"/>
                  </a:lnTo>
                  <a:lnTo>
                    <a:pt x="1068" y="1506"/>
                  </a:lnTo>
                  <a:lnTo>
                    <a:pt x="1069" y="615"/>
                  </a:lnTo>
                  <a:lnTo>
                    <a:pt x="298" y="170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7432;p55">
              <a:extLst>
                <a:ext uri="{FF2B5EF4-FFF2-40B4-BE49-F238E27FC236}">
                  <a16:creationId xmlns:a16="http://schemas.microsoft.com/office/drawing/2014/main" id="{79AA1DF9-4809-4C99-BDDF-9B503625A14A}"/>
                </a:ext>
              </a:extLst>
            </p:cNvPr>
            <p:cNvSpPr/>
            <p:nvPr/>
          </p:nvSpPr>
          <p:spPr>
            <a:xfrm>
              <a:off x="6464300" y="1139525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5" y="0"/>
                  </a:moveTo>
                  <a:lnTo>
                    <a:pt x="0" y="1446"/>
                  </a:lnTo>
                  <a:lnTo>
                    <a:pt x="193" y="1335"/>
                  </a:lnTo>
                  <a:lnTo>
                    <a:pt x="196" y="11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7433;p55">
              <a:extLst>
                <a:ext uri="{FF2B5EF4-FFF2-40B4-BE49-F238E27FC236}">
                  <a16:creationId xmlns:a16="http://schemas.microsoft.com/office/drawing/2014/main" id="{5364F48D-C0B0-4D95-B871-AE3EAF4FCA1A}"/>
                </a:ext>
              </a:extLst>
            </p:cNvPr>
            <p:cNvSpPr/>
            <p:nvPr/>
          </p:nvSpPr>
          <p:spPr>
            <a:xfrm>
              <a:off x="6464300" y="1172875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92" y="1"/>
                  </a:moveTo>
                  <a:lnTo>
                    <a:pt x="0" y="112"/>
                  </a:lnTo>
                  <a:lnTo>
                    <a:pt x="1257" y="839"/>
                  </a:lnTo>
                  <a:lnTo>
                    <a:pt x="1257" y="615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7434;p55">
              <a:extLst>
                <a:ext uri="{FF2B5EF4-FFF2-40B4-BE49-F238E27FC236}">
                  <a16:creationId xmlns:a16="http://schemas.microsoft.com/office/drawing/2014/main" id="{2D7A626F-5014-42B9-9114-A780297C0BDE}"/>
                </a:ext>
              </a:extLst>
            </p:cNvPr>
            <p:cNvSpPr/>
            <p:nvPr/>
          </p:nvSpPr>
          <p:spPr>
            <a:xfrm>
              <a:off x="6510000" y="1165775"/>
              <a:ext cx="26750" cy="45950"/>
            </a:xfrm>
            <a:custGeom>
              <a:avLst/>
              <a:gdLst/>
              <a:ahLst/>
              <a:cxnLst/>
              <a:rect l="l" t="t" r="r" b="b"/>
              <a:pathLst>
                <a:path w="1070" h="1838" extrusionOk="0">
                  <a:moveTo>
                    <a:pt x="5" y="0"/>
                  </a:moveTo>
                  <a:lnTo>
                    <a:pt x="1" y="1223"/>
                  </a:lnTo>
                  <a:lnTo>
                    <a:pt x="1067" y="1838"/>
                  </a:lnTo>
                  <a:lnTo>
                    <a:pt x="1067" y="1504"/>
                  </a:lnTo>
                  <a:lnTo>
                    <a:pt x="1069" y="615"/>
                  </a:lnTo>
                  <a:lnTo>
                    <a:pt x="298" y="16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7435;p55">
              <a:extLst>
                <a:ext uri="{FF2B5EF4-FFF2-40B4-BE49-F238E27FC236}">
                  <a16:creationId xmlns:a16="http://schemas.microsoft.com/office/drawing/2014/main" id="{F25D8242-1695-469F-BF11-3428E94C8F03}"/>
                </a:ext>
              </a:extLst>
            </p:cNvPr>
            <p:cNvSpPr/>
            <p:nvPr/>
          </p:nvSpPr>
          <p:spPr>
            <a:xfrm>
              <a:off x="6505225" y="1162975"/>
              <a:ext cx="4925" cy="36200"/>
            </a:xfrm>
            <a:custGeom>
              <a:avLst/>
              <a:gdLst/>
              <a:ahLst/>
              <a:cxnLst/>
              <a:rect l="l" t="t" r="r" b="b"/>
              <a:pathLst>
                <a:path w="197" h="1448" extrusionOk="0">
                  <a:moveTo>
                    <a:pt x="5" y="1"/>
                  </a:moveTo>
                  <a:lnTo>
                    <a:pt x="0" y="1448"/>
                  </a:lnTo>
                  <a:lnTo>
                    <a:pt x="193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7436;p55">
              <a:extLst>
                <a:ext uri="{FF2B5EF4-FFF2-40B4-BE49-F238E27FC236}">
                  <a16:creationId xmlns:a16="http://schemas.microsoft.com/office/drawing/2014/main" id="{096795BA-D1DA-4A21-ACC7-61FC476F3125}"/>
                </a:ext>
              </a:extLst>
            </p:cNvPr>
            <p:cNvSpPr/>
            <p:nvPr/>
          </p:nvSpPr>
          <p:spPr>
            <a:xfrm>
              <a:off x="6505225" y="1196325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92" y="1"/>
                  </a:moveTo>
                  <a:lnTo>
                    <a:pt x="0" y="114"/>
                  </a:lnTo>
                  <a:lnTo>
                    <a:pt x="1258" y="839"/>
                  </a:lnTo>
                  <a:lnTo>
                    <a:pt x="1258" y="61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7437;p55">
              <a:extLst>
                <a:ext uri="{FF2B5EF4-FFF2-40B4-BE49-F238E27FC236}">
                  <a16:creationId xmlns:a16="http://schemas.microsoft.com/office/drawing/2014/main" id="{C0769C4B-696D-4AA0-9E75-FEE024E0414B}"/>
                </a:ext>
              </a:extLst>
            </p:cNvPr>
            <p:cNvSpPr/>
            <p:nvPr/>
          </p:nvSpPr>
          <p:spPr>
            <a:xfrm>
              <a:off x="6550925" y="1189075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7" y="1839"/>
                  </a:lnTo>
                  <a:lnTo>
                    <a:pt x="1067" y="1506"/>
                  </a:lnTo>
                  <a:lnTo>
                    <a:pt x="1070" y="616"/>
                  </a:lnTo>
                  <a:lnTo>
                    <a:pt x="297" y="170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7438;p55">
              <a:extLst>
                <a:ext uri="{FF2B5EF4-FFF2-40B4-BE49-F238E27FC236}">
                  <a16:creationId xmlns:a16="http://schemas.microsoft.com/office/drawing/2014/main" id="{8B5C6D8F-DD20-465D-A554-8E9648491206}"/>
                </a:ext>
              </a:extLst>
            </p:cNvPr>
            <p:cNvSpPr/>
            <p:nvPr/>
          </p:nvSpPr>
          <p:spPr>
            <a:xfrm>
              <a:off x="6546150" y="1186325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5" y="0"/>
                  </a:moveTo>
                  <a:lnTo>
                    <a:pt x="1" y="1446"/>
                  </a:lnTo>
                  <a:lnTo>
                    <a:pt x="192" y="1335"/>
                  </a:lnTo>
                  <a:lnTo>
                    <a:pt x="196" y="11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7439;p55">
              <a:extLst>
                <a:ext uri="{FF2B5EF4-FFF2-40B4-BE49-F238E27FC236}">
                  <a16:creationId xmlns:a16="http://schemas.microsoft.com/office/drawing/2014/main" id="{0A566869-5A23-4D54-8842-9B4E59FEBE99}"/>
                </a:ext>
              </a:extLst>
            </p:cNvPr>
            <p:cNvSpPr/>
            <p:nvPr/>
          </p:nvSpPr>
          <p:spPr>
            <a:xfrm>
              <a:off x="6546150" y="1219675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92" y="1"/>
                  </a:moveTo>
                  <a:lnTo>
                    <a:pt x="1" y="112"/>
                  </a:lnTo>
                  <a:lnTo>
                    <a:pt x="1258" y="839"/>
                  </a:lnTo>
                  <a:lnTo>
                    <a:pt x="1258" y="615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7440;p55">
              <a:extLst>
                <a:ext uri="{FF2B5EF4-FFF2-40B4-BE49-F238E27FC236}">
                  <a16:creationId xmlns:a16="http://schemas.microsoft.com/office/drawing/2014/main" id="{70B52D0B-E02B-4D1E-8047-D75A54F78015}"/>
                </a:ext>
              </a:extLst>
            </p:cNvPr>
            <p:cNvSpPr/>
            <p:nvPr/>
          </p:nvSpPr>
          <p:spPr>
            <a:xfrm>
              <a:off x="6469075" y="119970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4"/>
                  </a:lnTo>
                  <a:lnTo>
                    <a:pt x="1066" y="1839"/>
                  </a:lnTo>
                  <a:lnTo>
                    <a:pt x="1068" y="1506"/>
                  </a:lnTo>
                  <a:lnTo>
                    <a:pt x="1069" y="615"/>
                  </a:lnTo>
                  <a:lnTo>
                    <a:pt x="298" y="170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7441;p55">
              <a:extLst>
                <a:ext uri="{FF2B5EF4-FFF2-40B4-BE49-F238E27FC236}">
                  <a16:creationId xmlns:a16="http://schemas.microsoft.com/office/drawing/2014/main" id="{72C8937B-6B6F-485A-BA0B-F4DC5A4811D7}"/>
                </a:ext>
              </a:extLst>
            </p:cNvPr>
            <p:cNvSpPr/>
            <p:nvPr/>
          </p:nvSpPr>
          <p:spPr>
            <a:xfrm>
              <a:off x="6464300" y="1196950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5" y="0"/>
                  </a:moveTo>
                  <a:lnTo>
                    <a:pt x="0" y="1446"/>
                  </a:lnTo>
                  <a:lnTo>
                    <a:pt x="193" y="1334"/>
                  </a:lnTo>
                  <a:lnTo>
                    <a:pt x="196" y="11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7442;p55">
              <a:extLst>
                <a:ext uri="{FF2B5EF4-FFF2-40B4-BE49-F238E27FC236}">
                  <a16:creationId xmlns:a16="http://schemas.microsoft.com/office/drawing/2014/main" id="{017906C6-99DD-44B9-AB7C-AFB459FF7DF5}"/>
                </a:ext>
              </a:extLst>
            </p:cNvPr>
            <p:cNvSpPr/>
            <p:nvPr/>
          </p:nvSpPr>
          <p:spPr>
            <a:xfrm>
              <a:off x="6464300" y="123030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92" y="0"/>
                  </a:moveTo>
                  <a:lnTo>
                    <a:pt x="0" y="114"/>
                  </a:lnTo>
                  <a:lnTo>
                    <a:pt x="1257" y="839"/>
                  </a:lnTo>
                  <a:lnTo>
                    <a:pt x="1257" y="615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7443;p55">
              <a:extLst>
                <a:ext uri="{FF2B5EF4-FFF2-40B4-BE49-F238E27FC236}">
                  <a16:creationId xmlns:a16="http://schemas.microsoft.com/office/drawing/2014/main" id="{30F5A704-5C0E-40F9-BF65-6FAAAD62132A}"/>
                </a:ext>
              </a:extLst>
            </p:cNvPr>
            <p:cNvSpPr/>
            <p:nvPr/>
          </p:nvSpPr>
          <p:spPr>
            <a:xfrm>
              <a:off x="6510000" y="1223200"/>
              <a:ext cx="26750" cy="45975"/>
            </a:xfrm>
            <a:custGeom>
              <a:avLst/>
              <a:gdLst/>
              <a:ahLst/>
              <a:cxnLst/>
              <a:rect l="l" t="t" r="r" b="b"/>
              <a:pathLst>
                <a:path w="1070" h="1839" extrusionOk="0">
                  <a:moveTo>
                    <a:pt x="5" y="0"/>
                  </a:moveTo>
                  <a:lnTo>
                    <a:pt x="1" y="1224"/>
                  </a:lnTo>
                  <a:lnTo>
                    <a:pt x="1067" y="1839"/>
                  </a:lnTo>
                  <a:lnTo>
                    <a:pt x="1067" y="1505"/>
                  </a:lnTo>
                  <a:lnTo>
                    <a:pt x="1069" y="615"/>
                  </a:lnTo>
                  <a:lnTo>
                    <a:pt x="298" y="16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7444;p55">
              <a:extLst>
                <a:ext uri="{FF2B5EF4-FFF2-40B4-BE49-F238E27FC236}">
                  <a16:creationId xmlns:a16="http://schemas.microsoft.com/office/drawing/2014/main" id="{D5B8647E-0218-41BC-A73B-9323B4C309E2}"/>
                </a:ext>
              </a:extLst>
            </p:cNvPr>
            <p:cNvSpPr/>
            <p:nvPr/>
          </p:nvSpPr>
          <p:spPr>
            <a:xfrm>
              <a:off x="6505225" y="1220400"/>
              <a:ext cx="4925" cy="36200"/>
            </a:xfrm>
            <a:custGeom>
              <a:avLst/>
              <a:gdLst/>
              <a:ahLst/>
              <a:cxnLst/>
              <a:rect l="l" t="t" r="r" b="b"/>
              <a:pathLst>
                <a:path w="197" h="1448" extrusionOk="0">
                  <a:moveTo>
                    <a:pt x="5" y="1"/>
                  </a:moveTo>
                  <a:lnTo>
                    <a:pt x="0" y="1448"/>
                  </a:lnTo>
                  <a:lnTo>
                    <a:pt x="193" y="1336"/>
                  </a:lnTo>
                  <a:lnTo>
                    <a:pt x="196" y="11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7445;p55">
              <a:extLst>
                <a:ext uri="{FF2B5EF4-FFF2-40B4-BE49-F238E27FC236}">
                  <a16:creationId xmlns:a16="http://schemas.microsoft.com/office/drawing/2014/main" id="{71D2BC5C-11F0-4549-BADD-9A1885C26EB3}"/>
                </a:ext>
              </a:extLst>
            </p:cNvPr>
            <p:cNvSpPr/>
            <p:nvPr/>
          </p:nvSpPr>
          <p:spPr>
            <a:xfrm>
              <a:off x="6505225" y="1253800"/>
              <a:ext cx="31450" cy="20925"/>
            </a:xfrm>
            <a:custGeom>
              <a:avLst/>
              <a:gdLst/>
              <a:ahLst/>
              <a:cxnLst/>
              <a:rect l="l" t="t" r="r" b="b"/>
              <a:pathLst>
                <a:path w="1258" h="837" extrusionOk="0">
                  <a:moveTo>
                    <a:pt x="192" y="0"/>
                  </a:moveTo>
                  <a:lnTo>
                    <a:pt x="0" y="112"/>
                  </a:lnTo>
                  <a:lnTo>
                    <a:pt x="1258" y="837"/>
                  </a:lnTo>
                  <a:lnTo>
                    <a:pt x="1258" y="615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7446;p55">
              <a:extLst>
                <a:ext uri="{FF2B5EF4-FFF2-40B4-BE49-F238E27FC236}">
                  <a16:creationId xmlns:a16="http://schemas.microsoft.com/office/drawing/2014/main" id="{EB1D38EF-7AB7-475D-BBFE-CF7438AB0EF5}"/>
                </a:ext>
              </a:extLst>
            </p:cNvPr>
            <p:cNvSpPr/>
            <p:nvPr/>
          </p:nvSpPr>
          <p:spPr>
            <a:xfrm>
              <a:off x="6550925" y="1246550"/>
              <a:ext cx="26750" cy="45950"/>
            </a:xfrm>
            <a:custGeom>
              <a:avLst/>
              <a:gdLst/>
              <a:ahLst/>
              <a:cxnLst/>
              <a:rect l="l" t="t" r="r" b="b"/>
              <a:pathLst>
                <a:path w="1070" h="1838" extrusionOk="0">
                  <a:moveTo>
                    <a:pt x="5" y="0"/>
                  </a:moveTo>
                  <a:lnTo>
                    <a:pt x="1" y="1222"/>
                  </a:lnTo>
                  <a:lnTo>
                    <a:pt x="1067" y="1837"/>
                  </a:lnTo>
                  <a:lnTo>
                    <a:pt x="1067" y="1504"/>
                  </a:lnTo>
                  <a:lnTo>
                    <a:pt x="1070" y="615"/>
                  </a:lnTo>
                  <a:lnTo>
                    <a:pt x="297" y="16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7447;p55">
              <a:extLst>
                <a:ext uri="{FF2B5EF4-FFF2-40B4-BE49-F238E27FC236}">
                  <a16:creationId xmlns:a16="http://schemas.microsoft.com/office/drawing/2014/main" id="{187CA64E-D9CE-49F3-9575-EAACE1CFFB0A}"/>
                </a:ext>
              </a:extLst>
            </p:cNvPr>
            <p:cNvSpPr/>
            <p:nvPr/>
          </p:nvSpPr>
          <p:spPr>
            <a:xfrm>
              <a:off x="6546150" y="1243750"/>
              <a:ext cx="4925" cy="36200"/>
            </a:xfrm>
            <a:custGeom>
              <a:avLst/>
              <a:gdLst/>
              <a:ahLst/>
              <a:cxnLst/>
              <a:rect l="l" t="t" r="r" b="b"/>
              <a:pathLst>
                <a:path w="197" h="1448" extrusionOk="0">
                  <a:moveTo>
                    <a:pt x="5" y="0"/>
                  </a:moveTo>
                  <a:lnTo>
                    <a:pt x="1" y="1448"/>
                  </a:lnTo>
                  <a:lnTo>
                    <a:pt x="192" y="1334"/>
                  </a:lnTo>
                  <a:lnTo>
                    <a:pt x="196" y="11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7448;p55">
              <a:extLst>
                <a:ext uri="{FF2B5EF4-FFF2-40B4-BE49-F238E27FC236}">
                  <a16:creationId xmlns:a16="http://schemas.microsoft.com/office/drawing/2014/main" id="{B0C083C1-4F3A-4BF8-BF74-B7D322C10CBC}"/>
                </a:ext>
              </a:extLst>
            </p:cNvPr>
            <p:cNvSpPr/>
            <p:nvPr/>
          </p:nvSpPr>
          <p:spPr>
            <a:xfrm>
              <a:off x="6546150" y="127710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92" y="0"/>
                  </a:moveTo>
                  <a:lnTo>
                    <a:pt x="1" y="114"/>
                  </a:lnTo>
                  <a:lnTo>
                    <a:pt x="1258" y="839"/>
                  </a:lnTo>
                  <a:lnTo>
                    <a:pt x="1258" y="615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7449;p55">
              <a:extLst>
                <a:ext uri="{FF2B5EF4-FFF2-40B4-BE49-F238E27FC236}">
                  <a16:creationId xmlns:a16="http://schemas.microsoft.com/office/drawing/2014/main" id="{359377AB-44BE-49CE-A5B1-41F8D277E373}"/>
                </a:ext>
              </a:extLst>
            </p:cNvPr>
            <p:cNvSpPr/>
            <p:nvPr/>
          </p:nvSpPr>
          <p:spPr>
            <a:xfrm>
              <a:off x="6469075" y="1257150"/>
              <a:ext cx="26750" cy="45975"/>
            </a:xfrm>
            <a:custGeom>
              <a:avLst/>
              <a:gdLst/>
              <a:ahLst/>
              <a:cxnLst/>
              <a:rect l="l" t="t" r="r" b="b"/>
              <a:pathLst>
                <a:path w="1070" h="1839" extrusionOk="0">
                  <a:moveTo>
                    <a:pt x="5" y="1"/>
                  </a:moveTo>
                  <a:lnTo>
                    <a:pt x="1" y="1225"/>
                  </a:lnTo>
                  <a:lnTo>
                    <a:pt x="1066" y="1838"/>
                  </a:lnTo>
                  <a:lnTo>
                    <a:pt x="1068" y="1506"/>
                  </a:lnTo>
                  <a:lnTo>
                    <a:pt x="1069" y="616"/>
                  </a:lnTo>
                  <a:lnTo>
                    <a:pt x="298" y="169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7450;p55">
              <a:extLst>
                <a:ext uri="{FF2B5EF4-FFF2-40B4-BE49-F238E27FC236}">
                  <a16:creationId xmlns:a16="http://schemas.microsoft.com/office/drawing/2014/main" id="{698EFA5E-6EDD-45AC-B73A-8EB5DE404023}"/>
                </a:ext>
              </a:extLst>
            </p:cNvPr>
            <p:cNvSpPr/>
            <p:nvPr/>
          </p:nvSpPr>
          <p:spPr>
            <a:xfrm>
              <a:off x="6464300" y="1254375"/>
              <a:ext cx="4900" cy="36200"/>
            </a:xfrm>
            <a:custGeom>
              <a:avLst/>
              <a:gdLst/>
              <a:ahLst/>
              <a:cxnLst/>
              <a:rect l="l" t="t" r="r" b="b"/>
              <a:pathLst>
                <a:path w="196" h="1448" extrusionOk="0">
                  <a:moveTo>
                    <a:pt x="5" y="0"/>
                  </a:moveTo>
                  <a:lnTo>
                    <a:pt x="0" y="1447"/>
                  </a:lnTo>
                  <a:lnTo>
                    <a:pt x="0" y="1447"/>
                  </a:lnTo>
                  <a:lnTo>
                    <a:pt x="193" y="1334"/>
                  </a:lnTo>
                  <a:lnTo>
                    <a:pt x="196" y="11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7451;p55">
              <a:extLst>
                <a:ext uri="{FF2B5EF4-FFF2-40B4-BE49-F238E27FC236}">
                  <a16:creationId xmlns:a16="http://schemas.microsoft.com/office/drawing/2014/main" id="{A8F5D84F-2040-402D-8DD1-D4A0ECF932E9}"/>
                </a:ext>
              </a:extLst>
            </p:cNvPr>
            <p:cNvSpPr/>
            <p:nvPr/>
          </p:nvSpPr>
          <p:spPr>
            <a:xfrm>
              <a:off x="6464300" y="128775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92" y="1"/>
                  </a:moveTo>
                  <a:lnTo>
                    <a:pt x="0" y="112"/>
                  </a:lnTo>
                  <a:lnTo>
                    <a:pt x="1257" y="837"/>
                  </a:lnTo>
                  <a:lnTo>
                    <a:pt x="1257" y="614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7452;p55">
              <a:extLst>
                <a:ext uri="{FF2B5EF4-FFF2-40B4-BE49-F238E27FC236}">
                  <a16:creationId xmlns:a16="http://schemas.microsoft.com/office/drawing/2014/main" id="{C653B162-753C-494F-A700-7B13C5576537}"/>
                </a:ext>
              </a:extLst>
            </p:cNvPr>
            <p:cNvSpPr/>
            <p:nvPr/>
          </p:nvSpPr>
          <p:spPr>
            <a:xfrm>
              <a:off x="6510000" y="1280625"/>
              <a:ext cx="26750" cy="45975"/>
            </a:xfrm>
            <a:custGeom>
              <a:avLst/>
              <a:gdLst/>
              <a:ahLst/>
              <a:cxnLst/>
              <a:rect l="l" t="t" r="r" b="b"/>
              <a:pathLst>
                <a:path w="1070" h="1839" extrusionOk="0">
                  <a:moveTo>
                    <a:pt x="5" y="0"/>
                  </a:moveTo>
                  <a:lnTo>
                    <a:pt x="1" y="1224"/>
                  </a:lnTo>
                  <a:lnTo>
                    <a:pt x="1067" y="1839"/>
                  </a:lnTo>
                  <a:lnTo>
                    <a:pt x="1067" y="1505"/>
                  </a:lnTo>
                  <a:lnTo>
                    <a:pt x="1069" y="615"/>
                  </a:lnTo>
                  <a:lnTo>
                    <a:pt x="298" y="17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7453;p55">
              <a:extLst>
                <a:ext uri="{FF2B5EF4-FFF2-40B4-BE49-F238E27FC236}">
                  <a16:creationId xmlns:a16="http://schemas.microsoft.com/office/drawing/2014/main" id="{C9285A4C-BB55-4B61-A5D6-A31CBB4FDB6B}"/>
                </a:ext>
              </a:extLst>
            </p:cNvPr>
            <p:cNvSpPr/>
            <p:nvPr/>
          </p:nvSpPr>
          <p:spPr>
            <a:xfrm>
              <a:off x="6505225" y="127785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5" y="1"/>
                  </a:moveTo>
                  <a:lnTo>
                    <a:pt x="0" y="1447"/>
                  </a:lnTo>
                  <a:lnTo>
                    <a:pt x="193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7454;p55">
              <a:extLst>
                <a:ext uri="{FF2B5EF4-FFF2-40B4-BE49-F238E27FC236}">
                  <a16:creationId xmlns:a16="http://schemas.microsoft.com/office/drawing/2014/main" id="{A97958B1-9910-4F4D-A866-FDB19258DE11}"/>
                </a:ext>
              </a:extLst>
            </p:cNvPr>
            <p:cNvSpPr/>
            <p:nvPr/>
          </p:nvSpPr>
          <p:spPr>
            <a:xfrm>
              <a:off x="6505225" y="1311200"/>
              <a:ext cx="31450" cy="21000"/>
            </a:xfrm>
            <a:custGeom>
              <a:avLst/>
              <a:gdLst/>
              <a:ahLst/>
              <a:cxnLst/>
              <a:rect l="l" t="t" r="r" b="b"/>
              <a:pathLst>
                <a:path w="1258" h="840" extrusionOk="0">
                  <a:moveTo>
                    <a:pt x="192" y="1"/>
                  </a:moveTo>
                  <a:lnTo>
                    <a:pt x="0" y="113"/>
                  </a:lnTo>
                  <a:lnTo>
                    <a:pt x="1258" y="839"/>
                  </a:lnTo>
                  <a:lnTo>
                    <a:pt x="1258" y="61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7455;p55">
              <a:extLst>
                <a:ext uri="{FF2B5EF4-FFF2-40B4-BE49-F238E27FC236}">
                  <a16:creationId xmlns:a16="http://schemas.microsoft.com/office/drawing/2014/main" id="{1C53A1D3-87B2-47D2-A1DA-BD612B09C3BF}"/>
                </a:ext>
              </a:extLst>
            </p:cNvPr>
            <p:cNvSpPr/>
            <p:nvPr/>
          </p:nvSpPr>
          <p:spPr>
            <a:xfrm>
              <a:off x="6550925" y="130395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7" y="1840"/>
                  </a:lnTo>
                  <a:lnTo>
                    <a:pt x="1067" y="1506"/>
                  </a:lnTo>
                  <a:lnTo>
                    <a:pt x="1070" y="616"/>
                  </a:lnTo>
                  <a:lnTo>
                    <a:pt x="297" y="169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7456;p55">
              <a:extLst>
                <a:ext uri="{FF2B5EF4-FFF2-40B4-BE49-F238E27FC236}">
                  <a16:creationId xmlns:a16="http://schemas.microsoft.com/office/drawing/2014/main" id="{DB89360C-E99F-40DF-871D-9A332558CDE2}"/>
                </a:ext>
              </a:extLst>
            </p:cNvPr>
            <p:cNvSpPr/>
            <p:nvPr/>
          </p:nvSpPr>
          <p:spPr>
            <a:xfrm>
              <a:off x="6546150" y="1301175"/>
              <a:ext cx="4925" cy="36200"/>
            </a:xfrm>
            <a:custGeom>
              <a:avLst/>
              <a:gdLst/>
              <a:ahLst/>
              <a:cxnLst/>
              <a:rect l="l" t="t" r="r" b="b"/>
              <a:pathLst>
                <a:path w="197" h="1448" extrusionOk="0">
                  <a:moveTo>
                    <a:pt x="5" y="0"/>
                  </a:moveTo>
                  <a:lnTo>
                    <a:pt x="1" y="1447"/>
                  </a:lnTo>
                  <a:lnTo>
                    <a:pt x="192" y="1336"/>
                  </a:lnTo>
                  <a:lnTo>
                    <a:pt x="196" y="11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7457;p55">
              <a:extLst>
                <a:ext uri="{FF2B5EF4-FFF2-40B4-BE49-F238E27FC236}">
                  <a16:creationId xmlns:a16="http://schemas.microsoft.com/office/drawing/2014/main" id="{B415BC90-72A2-4762-8A97-F8A587140432}"/>
                </a:ext>
              </a:extLst>
            </p:cNvPr>
            <p:cNvSpPr/>
            <p:nvPr/>
          </p:nvSpPr>
          <p:spPr>
            <a:xfrm>
              <a:off x="6546150" y="133455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92" y="1"/>
                  </a:moveTo>
                  <a:lnTo>
                    <a:pt x="1" y="112"/>
                  </a:lnTo>
                  <a:lnTo>
                    <a:pt x="1258" y="837"/>
                  </a:lnTo>
                  <a:lnTo>
                    <a:pt x="1258" y="61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7458;p55">
              <a:extLst>
                <a:ext uri="{FF2B5EF4-FFF2-40B4-BE49-F238E27FC236}">
                  <a16:creationId xmlns:a16="http://schemas.microsoft.com/office/drawing/2014/main" id="{285095D3-0ED8-4BF5-8C80-FED1E8663549}"/>
                </a:ext>
              </a:extLst>
            </p:cNvPr>
            <p:cNvSpPr/>
            <p:nvPr/>
          </p:nvSpPr>
          <p:spPr>
            <a:xfrm>
              <a:off x="6469075" y="1314575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6" y="1840"/>
                  </a:lnTo>
                  <a:lnTo>
                    <a:pt x="1068" y="1506"/>
                  </a:lnTo>
                  <a:lnTo>
                    <a:pt x="1069" y="616"/>
                  </a:lnTo>
                  <a:lnTo>
                    <a:pt x="298" y="169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7459;p55">
              <a:extLst>
                <a:ext uri="{FF2B5EF4-FFF2-40B4-BE49-F238E27FC236}">
                  <a16:creationId xmlns:a16="http://schemas.microsoft.com/office/drawing/2014/main" id="{18337090-3DBA-4D1D-880D-4479DDBC9E2B}"/>
                </a:ext>
              </a:extLst>
            </p:cNvPr>
            <p:cNvSpPr/>
            <p:nvPr/>
          </p:nvSpPr>
          <p:spPr>
            <a:xfrm>
              <a:off x="6464300" y="1311825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5" y="1"/>
                  </a:moveTo>
                  <a:lnTo>
                    <a:pt x="0" y="1446"/>
                  </a:lnTo>
                  <a:lnTo>
                    <a:pt x="193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7460;p55">
              <a:extLst>
                <a:ext uri="{FF2B5EF4-FFF2-40B4-BE49-F238E27FC236}">
                  <a16:creationId xmlns:a16="http://schemas.microsoft.com/office/drawing/2014/main" id="{51CF5582-C569-42FB-986F-A952CA6CE0FE}"/>
                </a:ext>
              </a:extLst>
            </p:cNvPr>
            <p:cNvSpPr/>
            <p:nvPr/>
          </p:nvSpPr>
          <p:spPr>
            <a:xfrm>
              <a:off x="6464300" y="1345175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92" y="1"/>
                  </a:moveTo>
                  <a:lnTo>
                    <a:pt x="0" y="112"/>
                  </a:lnTo>
                  <a:lnTo>
                    <a:pt x="1257" y="837"/>
                  </a:lnTo>
                  <a:lnTo>
                    <a:pt x="1257" y="61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7461;p55">
              <a:extLst>
                <a:ext uri="{FF2B5EF4-FFF2-40B4-BE49-F238E27FC236}">
                  <a16:creationId xmlns:a16="http://schemas.microsoft.com/office/drawing/2014/main" id="{DFF39F5E-60A1-436A-BE57-CAB55AFDDB70}"/>
                </a:ext>
              </a:extLst>
            </p:cNvPr>
            <p:cNvSpPr/>
            <p:nvPr/>
          </p:nvSpPr>
          <p:spPr>
            <a:xfrm>
              <a:off x="6510000" y="1338050"/>
              <a:ext cx="26750" cy="45975"/>
            </a:xfrm>
            <a:custGeom>
              <a:avLst/>
              <a:gdLst/>
              <a:ahLst/>
              <a:cxnLst/>
              <a:rect l="l" t="t" r="r" b="b"/>
              <a:pathLst>
                <a:path w="1070" h="1839" extrusionOk="0">
                  <a:moveTo>
                    <a:pt x="5" y="0"/>
                  </a:moveTo>
                  <a:lnTo>
                    <a:pt x="1" y="1224"/>
                  </a:lnTo>
                  <a:lnTo>
                    <a:pt x="1067" y="1839"/>
                  </a:lnTo>
                  <a:lnTo>
                    <a:pt x="1067" y="1505"/>
                  </a:lnTo>
                  <a:lnTo>
                    <a:pt x="1069" y="615"/>
                  </a:lnTo>
                  <a:lnTo>
                    <a:pt x="298" y="17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7462;p55">
              <a:extLst>
                <a:ext uri="{FF2B5EF4-FFF2-40B4-BE49-F238E27FC236}">
                  <a16:creationId xmlns:a16="http://schemas.microsoft.com/office/drawing/2014/main" id="{BAC33C00-ACE3-4D08-9556-DD3F77E37B4E}"/>
                </a:ext>
              </a:extLst>
            </p:cNvPr>
            <p:cNvSpPr/>
            <p:nvPr/>
          </p:nvSpPr>
          <p:spPr>
            <a:xfrm>
              <a:off x="6505225" y="1335275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5" y="1"/>
                  </a:moveTo>
                  <a:lnTo>
                    <a:pt x="0" y="1447"/>
                  </a:lnTo>
                  <a:lnTo>
                    <a:pt x="193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7463;p55">
              <a:extLst>
                <a:ext uri="{FF2B5EF4-FFF2-40B4-BE49-F238E27FC236}">
                  <a16:creationId xmlns:a16="http://schemas.microsoft.com/office/drawing/2014/main" id="{88343D5D-8B32-431E-B562-0B52DA6D7D33}"/>
                </a:ext>
              </a:extLst>
            </p:cNvPr>
            <p:cNvSpPr/>
            <p:nvPr/>
          </p:nvSpPr>
          <p:spPr>
            <a:xfrm>
              <a:off x="6505225" y="1368625"/>
              <a:ext cx="31450" cy="21000"/>
            </a:xfrm>
            <a:custGeom>
              <a:avLst/>
              <a:gdLst/>
              <a:ahLst/>
              <a:cxnLst/>
              <a:rect l="l" t="t" r="r" b="b"/>
              <a:pathLst>
                <a:path w="1258" h="840" extrusionOk="0">
                  <a:moveTo>
                    <a:pt x="192" y="1"/>
                  </a:moveTo>
                  <a:lnTo>
                    <a:pt x="0" y="113"/>
                  </a:lnTo>
                  <a:lnTo>
                    <a:pt x="1258" y="839"/>
                  </a:lnTo>
                  <a:lnTo>
                    <a:pt x="1258" y="61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7464;p55">
              <a:extLst>
                <a:ext uri="{FF2B5EF4-FFF2-40B4-BE49-F238E27FC236}">
                  <a16:creationId xmlns:a16="http://schemas.microsoft.com/office/drawing/2014/main" id="{26AF9886-211E-43EA-A88E-9F0CAE143AD7}"/>
                </a:ext>
              </a:extLst>
            </p:cNvPr>
            <p:cNvSpPr/>
            <p:nvPr/>
          </p:nvSpPr>
          <p:spPr>
            <a:xfrm>
              <a:off x="6550925" y="1361375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7" y="1840"/>
                  </a:lnTo>
                  <a:lnTo>
                    <a:pt x="1067" y="1506"/>
                  </a:lnTo>
                  <a:lnTo>
                    <a:pt x="1070" y="616"/>
                  </a:lnTo>
                  <a:lnTo>
                    <a:pt x="297" y="169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7465;p55">
              <a:extLst>
                <a:ext uri="{FF2B5EF4-FFF2-40B4-BE49-F238E27FC236}">
                  <a16:creationId xmlns:a16="http://schemas.microsoft.com/office/drawing/2014/main" id="{50C31EAF-B414-4BA7-82F4-30A4E08E5CB9}"/>
                </a:ext>
              </a:extLst>
            </p:cNvPr>
            <p:cNvSpPr/>
            <p:nvPr/>
          </p:nvSpPr>
          <p:spPr>
            <a:xfrm>
              <a:off x="6546150" y="1358625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5" y="1"/>
                  </a:moveTo>
                  <a:lnTo>
                    <a:pt x="1" y="1446"/>
                  </a:lnTo>
                  <a:lnTo>
                    <a:pt x="192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7466;p55">
              <a:extLst>
                <a:ext uri="{FF2B5EF4-FFF2-40B4-BE49-F238E27FC236}">
                  <a16:creationId xmlns:a16="http://schemas.microsoft.com/office/drawing/2014/main" id="{B7CEC39B-697A-462C-B91D-12E73ADDA146}"/>
                </a:ext>
              </a:extLst>
            </p:cNvPr>
            <p:cNvSpPr/>
            <p:nvPr/>
          </p:nvSpPr>
          <p:spPr>
            <a:xfrm>
              <a:off x="6546150" y="1391975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92" y="1"/>
                  </a:moveTo>
                  <a:lnTo>
                    <a:pt x="1" y="112"/>
                  </a:lnTo>
                  <a:lnTo>
                    <a:pt x="1258" y="837"/>
                  </a:lnTo>
                  <a:lnTo>
                    <a:pt x="1258" y="61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7467;p55">
              <a:extLst>
                <a:ext uri="{FF2B5EF4-FFF2-40B4-BE49-F238E27FC236}">
                  <a16:creationId xmlns:a16="http://schemas.microsoft.com/office/drawing/2014/main" id="{449EC673-EC36-4511-933A-D9968DFEF962}"/>
                </a:ext>
              </a:extLst>
            </p:cNvPr>
            <p:cNvSpPr/>
            <p:nvPr/>
          </p:nvSpPr>
          <p:spPr>
            <a:xfrm>
              <a:off x="6690100" y="108485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5" y="1"/>
                  </a:moveTo>
                  <a:lnTo>
                    <a:pt x="772" y="169"/>
                  </a:lnTo>
                  <a:lnTo>
                    <a:pt x="1" y="616"/>
                  </a:lnTo>
                  <a:lnTo>
                    <a:pt x="4" y="1506"/>
                  </a:lnTo>
                  <a:lnTo>
                    <a:pt x="4" y="1839"/>
                  </a:lnTo>
                  <a:lnTo>
                    <a:pt x="1069" y="1225"/>
                  </a:lnTo>
                  <a:lnTo>
                    <a:pt x="106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7468;p55">
              <a:extLst>
                <a:ext uri="{FF2B5EF4-FFF2-40B4-BE49-F238E27FC236}">
                  <a16:creationId xmlns:a16="http://schemas.microsoft.com/office/drawing/2014/main" id="{D16CB7FB-F296-4217-AA2B-2647353600D4}"/>
                </a:ext>
              </a:extLst>
            </p:cNvPr>
            <p:cNvSpPr/>
            <p:nvPr/>
          </p:nvSpPr>
          <p:spPr>
            <a:xfrm>
              <a:off x="6716725" y="1082100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192" y="1"/>
                  </a:moveTo>
                  <a:lnTo>
                    <a:pt x="0" y="111"/>
                  </a:lnTo>
                  <a:lnTo>
                    <a:pt x="3" y="1335"/>
                  </a:lnTo>
                  <a:lnTo>
                    <a:pt x="196" y="144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7469;p55">
              <a:extLst>
                <a:ext uri="{FF2B5EF4-FFF2-40B4-BE49-F238E27FC236}">
                  <a16:creationId xmlns:a16="http://schemas.microsoft.com/office/drawing/2014/main" id="{A594CECD-9807-420D-8353-4D26FE4D278F}"/>
                </a:ext>
              </a:extLst>
            </p:cNvPr>
            <p:cNvSpPr/>
            <p:nvPr/>
          </p:nvSpPr>
          <p:spPr>
            <a:xfrm>
              <a:off x="6690175" y="111545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066" y="1"/>
                  </a:moveTo>
                  <a:lnTo>
                    <a:pt x="1" y="615"/>
                  </a:lnTo>
                  <a:lnTo>
                    <a:pt x="1" y="837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7470;p55">
              <a:extLst>
                <a:ext uri="{FF2B5EF4-FFF2-40B4-BE49-F238E27FC236}">
                  <a16:creationId xmlns:a16="http://schemas.microsoft.com/office/drawing/2014/main" id="{A3945DFE-3390-41DA-BF7E-CC908CEF6BDC}"/>
                </a:ext>
              </a:extLst>
            </p:cNvPr>
            <p:cNvSpPr/>
            <p:nvPr/>
          </p:nvSpPr>
          <p:spPr>
            <a:xfrm>
              <a:off x="6649175" y="110830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5" y="1"/>
                  </a:moveTo>
                  <a:lnTo>
                    <a:pt x="774" y="171"/>
                  </a:lnTo>
                  <a:lnTo>
                    <a:pt x="1" y="616"/>
                  </a:lnTo>
                  <a:lnTo>
                    <a:pt x="4" y="1506"/>
                  </a:lnTo>
                  <a:lnTo>
                    <a:pt x="4" y="1840"/>
                  </a:lnTo>
                  <a:lnTo>
                    <a:pt x="1069" y="1225"/>
                  </a:lnTo>
                  <a:lnTo>
                    <a:pt x="106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7471;p55">
              <a:extLst>
                <a:ext uri="{FF2B5EF4-FFF2-40B4-BE49-F238E27FC236}">
                  <a16:creationId xmlns:a16="http://schemas.microsoft.com/office/drawing/2014/main" id="{B2E2535D-8A9D-43D0-8FF9-F4067C3CA674}"/>
                </a:ext>
              </a:extLst>
            </p:cNvPr>
            <p:cNvSpPr/>
            <p:nvPr/>
          </p:nvSpPr>
          <p:spPr>
            <a:xfrm>
              <a:off x="6675775" y="110555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192" y="1"/>
                  </a:moveTo>
                  <a:lnTo>
                    <a:pt x="1" y="111"/>
                  </a:lnTo>
                  <a:lnTo>
                    <a:pt x="4" y="1335"/>
                  </a:lnTo>
                  <a:lnTo>
                    <a:pt x="197" y="144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7472;p55">
              <a:extLst>
                <a:ext uri="{FF2B5EF4-FFF2-40B4-BE49-F238E27FC236}">
                  <a16:creationId xmlns:a16="http://schemas.microsoft.com/office/drawing/2014/main" id="{C84B525A-DBA8-4E26-93EC-29E50052906B}"/>
                </a:ext>
              </a:extLst>
            </p:cNvPr>
            <p:cNvSpPr/>
            <p:nvPr/>
          </p:nvSpPr>
          <p:spPr>
            <a:xfrm>
              <a:off x="6649250" y="113890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066" y="1"/>
                  </a:moveTo>
                  <a:lnTo>
                    <a:pt x="1" y="616"/>
                  </a:lnTo>
                  <a:lnTo>
                    <a:pt x="1" y="839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7473;p55">
              <a:extLst>
                <a:ext uri="{FF2B5EF4-FFF2-40B4-BE49-F238E27FC236}">
                  <a16:creationId xmlns:a16="http://schemas.microsoft.com/office/drawing/2014/main" id="{A8E44F29-2A06-4092-BB79-F3D216A759F7}"/>
                </a:ext>
              </a:extLst>
            </p:cNvPr>
            <p:cNvSpPr/>
            <p:nvPr/>
          </p:nvSpPr>
          <p:spPr>
            <a:xfrm>
              <a:off x="6608250" y="113165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6" y="1"/>
                  </a:moveTo>
                  <a:lnTo>
                    <a:pt x="773" y="169"/>
                  </a:lnTo>
                  <a:lnTo>
                    <a:pt x="0" y="616"/>
                  </a:lnTo>
                  <a:lnTo>
                    <a:pt x="3" y="1506"/>
                  </a:lnTo>
                  <a:lnTo>
                    <a:pt x="5" y="1839"/>
                  </a:lnTo>
                  <a:lnTo>
                    <a:pt x="1069" y="1225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7474;p55">
              <a:extLst>
                <a:ext uri="{FF2B5EF4-FFF2-40B4-BE49-F238E27FC236}">
                  <a16:creationId xmlns:a16="http://schemas.microsoft.com/office/drawing/2014/main" id="{92F69E0F-7701-4C54-BDBE-D4D7B0715785}"/>
                </a:ext>
              </a:extLst>
            </p:cNvPr>
            <p:cNvSpPr/>
            <p:nvPr/>
          </p:nvSpPr>
          <p:spPr>
            <a:xfrm>
              <a:off x="6634850" y="112890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194" y="1"/>
                  </a:moveTo>
                  <a:lnTo>
                    <a:pt x="1" y="111"/>
                  </a:lnTo>
                  <a:lnTo>
                    <a:pt x="5" y="1335"/>
                  </a:lnTo>
                  <a:lnTo>
                    <a:pt x="197" y="1446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7475;p55">
              <a:extLst>
                <a:ext uri="{FF2B5EF4-FFF2-40B4-BE49-F238E27FC236}">
                  <a16:creationId xmlns:a16="http://schemas.microsoft.com/office/drawing/2014/main" id="{7755F7E9-6172-412F-BD34-6AD9EE5F3A3F}"/>
                </a:ext>
              </a:extLst>
            </p:cNvPr>
            <p:cNvSpPr/>
            <p:nvPr/>
          </p:nvSpPr>
          <p:spPr>
            <a:xfrm>
              <a:off x="6608325" y="116225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066" y="1"/>
                  </a:moveTo>
                  <a:lnTo>
                    <a:pt x="0" y="615"/>
                  </a:lnTo>
                  <a:lnTo>
                    <a:pt x="0" y="837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7476;p55">
              <a:extLst>
                <a:ext uri="{FF2B5EF4-FFF2-40B4-BE49-F238E27FC236}">
                  <a16:creationId xmlns:a16="http://schemas.microsoft.com/office/drawing/2014/main" id="{006726E8-9F99-48C1-9803-DC31D37873E8}"/>
                </a:ext>
              </a:extLst>
            </p:cNvPr>
            <p:cNvSpPr/>
            <p:nvPr/>
          </p:nvSpPr>
          <p:spPr>
            <a:xfrm>
              <a:off x="6469075" y="102790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6" y="1839"/>
                  </a:lnTo>
                  <a:lnTo>
                    <a:pt x="1068" y="1506"/>
                  </a:lnTo>
                  <a:lnTo>
                    <a:pt x="1069" y="616"/>
                  </a:lnTo>
                  <a:lnTo>
                    <a:pt x="298" y="169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7477;p55">
              <a:extLst>
                <a:ext uri="{FF2B5EF4-FFF2-40B4-BE49-F238E27FC236}">
                  <a16:creationId xmlns:a16="http://schemas.microsoft.com/office/drawing/2014/main" id="{8349786C-D69F-46AD-95E0-36183EEB7690}"/>
                </a:ext>
              </a:extLst>
            </p:cNvPr>
            <p:cNvSpPr/>
            <p:nvPr/>
          </p:nvSpPr>
          <p:spPr>
            <a:xfrm>
              <a:off x="6464300" y="1025150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5" y="0"/>
                  </a:moveTo>
                  <a:lnTo>
                    <a:pt x="0" y="1446"/>
                  </a:lnTo>
                  <a:lnTo>
                    <a:pt x="193" y="1335"/>
                  </a:lnTo>
                  <a:lnTo>
                    <a:pt x="196" y="11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7478;p55">
              <a:extLst>
                <a:ext uri="{FF2B5EF4-FFF2-40B4-BE49-F238E27FC236}">
                  <a16:creationId xmlns:a16="http://schemas.microsoft.com/office/drawing/2014/main" id="{002999FE-6888-4B91-8022-1146C96220CA}"/>
                </a:ext>
              </a:extLst>
            </p:cNvPr>
            <p:cNvSpPr/>
            <p:nvPr/>
          </p:nvSpPr>
          <p:spPr>
            <a:xfrm>
              <a:off x="6464300" y="105850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92" y="1"/>
                  </a:moveTo>
                  <a:lnTo>
                    <a:pt x="0" y="112"/>
                  </a:lnTo>
                  <a:lnTo>
                    <a:pt x="1257" y="837"/>
                  </a:lnTo>
                  <a:lnTo>
                    <a:pt x="1257" y="615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7479;p55">
              <a:extLst>
                <a:ext uri="{FF2B5EF4-FFF2-40B4-BE49-F238E27FC236}">
                  <a16:creationId xmlns:a16="http://schemas.microsoft.com/office/drawing/2014/main" id="{B5572004-8985-4551-B00F-D3CE8725A5D6}"/>
                </a:ext>
              </a:extLst>
            </p:cNvPr>
            <p:cNvSpPr/>
            <p:nvPr/>
          </p:nvSpPr>
          <p:spPr>
            <a:xfrm>
              <a:off x="6510000" y="105135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7" y="1840"/>
                  </a:lnTo>
                  <a:lnTo>
                    <a:pt x="1067" y="1506"/>
                  </a:lnTo>
                  <a:lnTo>
                    <a:pt x="1069" y="616"/>
                  </a:lnTo>
                  <a:lnTo>
                    <a:pt x="298" y="17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7480;p55">
              <a:extLst>
                <a:ext uri="{FF2B5EF4-FFF2-40B4-BE49-F238E27FC236}">
                  <a16:creationId xmlns:a16="http://schemas.microsoft.com/office/drawing/2014/main" id="{717E7EDF-E7CE-400A-A043-C8DB3090014C}"/>
                </a:ext>
              </a:extLst>
            </p:cNvPr>
            <p:cNvSpPr/>
            <p:nvPr/>
          </p:nvSpPr>
          <p:spPr>
            <a:xfrm>
              <a:off x="6505225" y="104860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5" y="1"/>
                  </a:moveTo>
                  <a:lnTo>
                    <a:pt x="0" y="1446"/>
                  </a:lnTo>
                  <a:lnTo>
                    <a:pt x="193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7481;p55">
              <a:extLst>
                <a:ext uri="{FF2B5EF4-FFF2-40B4-BE49-F238E27FC236}">
                  <a16:creationId xmlns:a16="http://schemas.microsoft.com/office/drawing/2014/main" id="{7B9F0D06-8CDB-4362-B2B6-8AB40FF5FD2E}"/>
                </a:ext>
              </a:extLst>
            </p:cNvPr>
            <p:cNvSpPr/>
            <p:nvPr/>
          </p:nvSpPr>
          <p:spPr>
            <a:xfrm>
              <a:off x="6505225" y="108195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92" y="1"/>
                  </a:moveTo>
                  <a:lnTo>
                    <a:pt x="0" y="114"/>
                  </a:lnTo>
                  <a:lnTo>
                    <a:pt x="1258" y="839"/>
                  </a:lnTo>
                  <a:lnTo>
                    <a:pt x="1258" y="61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7482;p55">
              <a:extLst>
                <a:ext uri="{FF2B5EF4-FFF2-40B4-BE49-F238E27FC236}">
                  <a16:creationId xmlns:a16="http://schemas.microsoft.com/office/drawing/2014/main" id="{B30128FA-3150-46EA-A5B2-DD0C3C7CBC48}"/>
                </a:ext>
              </a:extLst>
            </p:cNvPr>
            <p:cNvSpPr/>
            <p:nvPr/>
          </p:nvSpPr>
          <p:spPr>
            <a:xfrm>
              <a:off x="6550925" y="107470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7" y="1839"/>
                  </a:lnTo>
                  <a:lnTo>
                    <a:pt x="1067" y="1506"/>
                  </a:lnTo>
                  <a:lnTo>
                    <a:pt x="1070" y="616"/>
                  </a:lnTo>
                  <a:lnTo>
                    <a:pt x="297" y="170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7483;p55">
              <a:extLst>
                <a:ext uri="{FF2B5EF4-FFF2-40B4-BE49-F238E27FC236}">
                  <a16:creationId xmlns:a16="http://schemas.microsoft.com/office/drawing/2014/main" id="{5BD25043-D1A6-442F-A5CD-B1C0B614D28C}"/>
                </a:ext>
              </a:extLst>
            </p:cNvPr>
            <p:cNvSpPr/>
            <p:nvPr/>
          </p:nvSpPr>
          <p:spPr>
            <a:xfrm>
              <a:off x="6546150" y="107195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5" y="1"/>
                  </a:moveTo>
                  <a:lnTo>
                    <a:pt x="1" y="1446"/>
                  </a:lnTo>
                  <a:lnTo>
                    <a:pt x="192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7484;p55">
              <a:extLst>
                <a:ext uri="{FF2B5EF4-FFF2-40B4-BE49-F238E27FC236}">
                  <a16:creationId xmlns:a16="http://schemas.microsoft.com/office/drawing/2014/main" id="{2F00703F-BD8D-449C-9FAB-8FA44738E73C}"/>
                </a:ext>
              </a:extLst>
            </p:cNvPr>
            <p:cNvSpPr/>
            <p:nvPr/>
          </p:nvSpPr>
          <p:spPr>
            <a:xfrm>
              <a:off x="6546150" y="110530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92" y="1"/>
                  </a:moveTo>
                  <a:lnTo>
                    <a:pt x="1" y="112"/>
                  </a:lnTo>
                  <a:lnTo>
                    <a:pt x="1258" y="839"/>
                  </a:lnTo>
                  <a:lnTo>
                    <a:pt x="1258" y="615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7485;p55">
              <a:extLst>
                <a:ext uri="{FF2B5EF4-FFF2-40B4-BE49-F238E27FC236}">
                  <a16:creationId xmlns:a16="http://schemas.microsoft.com/office/drawing/2014/main" id="{B84B22F4-A580-44C1-A640-242580E36C4A}"/>
                </a:ext>
              </a:extLst>
            </p:cNvPr>
            <p:cNvSpPr/>
            <p:nvPr/>
          </p:nvSpPr>
          <p:spPr>
            <a:xfrm>
              <a:off x="6690100" y="102790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5" y="1"/>
                  </a:moveTo>
                  <a:lnTo>
                    <a:pt x="772" y="169"/>
                  </a:lnTo>
                  <a:lnTo>
                    <a:pt x="1" y="616"/>
                  </a:lnTo>
                  <a:lnTo>
                    <a:pt x="4" y="1506"/>
                  </a:lnTo>
                  <a:lnTo>
                    <a:pt x="4" y="1839"/>
                  </a:lnTo>
                  <a:lnTo>
                    <a:pt x="1069" y="1225"/>
                  </a:lnTo>
                  <a:lnTo>
                    <a:pt x="106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7486;p55">
              <a:extLst>
                <a:ext uri="{FF2B5EF4-FFF2-40B4-BE49-F238E27FC236}">
                  <a16:creationId xmlns:a16="http://schemas.microsoft.com/office/drawing/2014/main" id="{3FA89DD5-ED8E-489B-84D2-A4FAE8ABD2A1}"/>
                </a:ext>
              </a:extLst>
            </p:cNvPr>
            <p:cNvSpPr/>
            <p:nvPr/>
          </p:nvSpPr>
          <p:spPr>
            <a:xfrm>
              <a:off x="6716725" y="1025150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192" y="0"/>
                  </a:moveTo>
                  <a:lnTo>
                    <a:pt x="0" y="111"/>
                  </a:lnTo>
                  <a:lnTo>
                    <a:pt x="3" y="1335"/>
                  </a:lnTo>
                  <a:lnTo>
                    <a:pt x="196" y="1446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7487;p55">
              <a:extLst>
                <a:ext uri="{FF2B5EF4-FFF2-40B4-BE49-F238E27FC236}">
                  <a16:creationId xmlns:a16="http://schemas.microsoft.com/office/drawing/2014/main" id="{FEF36E24-4769-452D-9D92-3C63BC951E7D}"/>
                </a:ext>
              </a:extLst>
            </p:cNvPr>
            <p:cNvSpPr/>
            <p:nvPr/>
          </p:nvSpPr>
          <p:spPr>
            <a:xfrm>
              <a:off x="6690175" y="105850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066" y="1"/>
                  </a:moveTo>
                  <a:lnTo>
                    <a:pt x="1" y="615"/>
                  </a:lnTo>
                  <a:lnTo>
                    <a:pt x="1" y="837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7488;p55">
              <a:extLst>
                <a:ext uri="{FF2B5EF4-FFF2-40B4-BE49-F238E27FC236}">
                  <a16:creationId xmlns:a16="http://schemas.microsoft.com/office/drawing/2014/main" id="{F195C5A3-738E-4F19-8776-666767AA622B}"/>
                </a:ext>
              </a:extLst>
            </p:cNvPr>
            <p:cNvSpPr/>
            <p:nvPr/>
          </p:nvSpPr>
          <p:spPr>
            <a:xfrm>
              <a:off x="6649175" y="105135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5" y="1"/>
                  </a:moveTo>
                  <a:lnTo>
                    <a:pt x="774" y="171"/>
                  </a:lnTo>
                  <a:lnTo>
                    <a:pt x="1" y="616"/>
                  </a:lnTo>
                  <a:lnTo>
                    <a:pt x="4" y="1506"/>
                  </a:lnTo>
                  <a:lnTo>
                    <a:pt x="4" y="1840"/>
                  </a:lnTo>
                  <a:lnTo>
                    <a:pt x="1069" y="1225"/>
                  </a:lnTo>
                  <a:lnTo>
                    <a:pt x="106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7489;p55">
              <a:extLst>
                <a:ext uri="{FF2B5EF4-FFF2-40B4-BE49-F238E27FC236}">
                  <a16:creationId xmlns:a16="http://schemas.microsoft.com/office/drawing/2014/main" id="{0C772E8C-E2D5-46C3-911C-2FD8333E7A2F}"/>
                </a:ext>
              </a:extLst>
            </p:cNvPr>
            <p:cNvSpPr/>
            <p:nvPr/>
          </p:nvSpPr>
          <p:spPr>
            <a:xfrm>
              <a:off x="6675775" y="104860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192" y="1"/>
                  </a:moveTo>
                  <a:lnTo>
                    <a:pt x="1" y="111"/>
                  </a:lnTo>
                  <a:lnTo>
                    <a:pt x="4" y="1335"/>
                  </a:lnTo>
                  <a:lnTo>
                    <a:pt x="197" y="144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7490;p55">
              <a:extLst>
                <a:ext uri="{FF2B5EF4-FFF2-40B4-BE49-F238E27FC236}">
                  <a16:creationId xmlns:a16="http://schemas.microsoft.com/office/drawing/2014/main" id="{4DC7E8AA-272E-4426-B8BA-52DBB451858E}"/>
                </a:ext>
              </a:extLst>
            </p:cNvPr>
            <p:cNvSpPr/>
            <p:nvPr/>
          </p:nvSpPr>
          <p:spPr>
            <a:xfrm>
              <a:off x="6649250" y="108195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066" y="1"/>
                  </a:moveTo>
                  <a:lnTo>
                    <a:pt x="1" y="616"/>
                  </a:lnTo>
                  <a:lnTo>
                    <a:pt x="1" y="839"/>
                  </a:lnTo>
                  <a:lnTo>
                    <a:pt x="1258" y="114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7491;p55">
              <a:extLst>
                <a:ext uri="{FF2B5EF4-FFF2-40B4-BE49-F238E27FC236}">
                  <a16:creationId xmlns:a16="http://schemas.microsoft.com/office/drawing/2014/main" id="{3F019E47-A99A-425F-A897-447A8C37E9E5}"/>
                </a:ext>
              </a:extLst>
            </p:cNvPr>
            <p:cNvSpPr/>
            <p:nvPr/>
          </p:nvSpPr>
          <p:spPr>
            <a:xfrm>
              <a:off x="6608250" y="107470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6" y="1"/>
                  </a:moveTo>
                  <a:lnTo>
                    <a:pt x="773" y="170"/>
                  </a:lnTo>
                  <a:lnTo>
                    <a:pt x="0" y="616"/>
                  </a:lnTo>
                  <a:lnTo>
                    <a:pt x="3" y="1506"/>
                  </a:lnTo>
                  <a:lnTo>
                    <a:pt x="5" y="1839"/>
                  </a:lnTo>
                  <a:lnTo>
                    <a:pt x="1069" y="1225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7492;p55">
              <a:extLst>
                <a:ext uri="{FF2B5EF4-FFF2-40B4-BE49-F238E27FC236}">
                  <a16:creationId xmlns:a16="http://schemas.microsoft.com/office/drawing/2014/main" id="{6EF2B4E8-8CCD-416F-8E26-1A7AF63FCDFA}"/>
                </a:ext>
              </a:extLst>
            </p:cNvPr>
            <p:cNvSpPr/>
            <p:nvPr/>
          </p:nvSpPr>
          <p:spPr>
            <a:xfrm>
              <a:off x="6634850" y="107195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194" y="1"/>
                  </a:moveTo>
                  <a:lnTo>
                    <a:pt x="1" y="111"/>
                  </a:lnTo>
                  <a:lnTo>
                    <a:pt x="5" y="1335"/>
                  </a:lnTo>
                  <a:lnTo>
                    <a:pt x="197" y="1446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7493;p55">
              <a:extLst>
                <a:ext uri="{FF2B5EF4-FFF2-40B4-BE49-F238E27FC236}">
                  <a16:creationId xmlns:a16="http://schemas.microsoft.com/office/drawing/2014/main" id="{BB904CA9-2E44-4424-B381-1E764DA57140}"/>
                </a:ext>
              </a:extLst>
            </p:cNvPr>
            <p:cNvSpPr/>
            <p:nvPr/>
          </p:nvSpPr>
          <p:spPr>
            <a:xfrm>
              <a:off x="6608325" y="110530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066" y="1"/>
                  </a:moveTo>
                  <a:lnTo>
                    <a:pt x="0" y="615"/>
                  </a:lnTo>
                  <a:lnTo>
                    <a:pt x="0" y="839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7494;p55">
              <a:extLst>
                <a:ext uri="{FF2B5EF4-FFF2-40B4-BE49-F238E27FC236}">
                  <a16:creationId xmlns:a16="http://schemas.microsoft.com/office/drawing/2014/main" id="{87A4246F-D3D1-4EE5-BE97-09392DEABCA1}"/>
                </a:ext>
              </a:extLst>
            </p:cNvPr>
            <p:cNvSpPr/>
            <p:nvPr/>
          </p:nvSpPr>
          <p:spPr>
            <a:xfrm>
              <a:off x="6690100" y="1142275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5" y="1"/>
                  </a:moveTo>
                  <a:lnTo>
                    <a:pt x="772" y="170"/>
                  </a:lnTo>
                  <a:lnTo>
                    <a:pt x="1" y="615"/>
                  </a:lnTo>
                  <a:lnTo>
                    <a:pt x="4" y="1506"/>
                  </a:lnTo>
                  <a:lnTo>
                    <a:pt x="4" y="1839"/>
                  </a:lnTo>
                  <a:lnTo>
                    <a:pt x="1069" y="1225"/>
                  </a:lnTo>
                  <a:lnTo>
                    <a:pt x="106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7495;p55">
              <a:extLst>
                <a:ext uri="{FF2B5EF4-FFF2-40B4-BE49-F238E27FC236}">
                  <a16:creationId xmlns:a16="http://schemas.microsoft.com/office/drawing/2014/main" id="{8EE10536-FABA-4A12-84DE-67E89BB6B031}"/>
                </a:ext>
              </a:extLst>
            </p:cNvPr>
            <p:cNvSpPr/>
            <p:nvPr/>
          </p:nvSpPr>
          <p:spPr>
            <a:xfrm>
              <a:off x="6716725" y="1139525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192" y="0"/>
                  </a:moveTo>
                  <a:lnTo>
                    <a:pt x="0" y="111"/>
                  </a:lnTo>
                  <a:lnTo>
                    <a:pt x="3" y="1335"/>
                  </a:lnTo>
                  <a:lnTo>
                    <a:pt x="196" y="1446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7496;p55">
              <a:extLst>
                <a:ext uri="{FF2B5EF4-FFF2-40B4-BE49-F238E27FC236}">
                  <a16:creationId xmlns:a16="http://schemas.microsoft.com/office/drawing/2014/main" id="{D08029DA-E4C5-47BD-9001-F15BA9479DF8}"/>
                </a:ext>
              </a:extLst>
            </p:cNvPr>
            <p:cNvSpPr/>
            <p:nvPr/>
          </p:nvSpPr>
          <p:spPr>
            <a:xfrm>
              <a:off x="6690175" y="1172875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066" y="1"/>
                  </a:moveTo>
                  <a:lnTo>
                    <a:pt x="1" y="615"/>
                  </a:lnTo>
                  <a:lnTo>
                    <a:pt x="1" y="839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7497;p55">
              <a:extLst>
                <a:ext uri="{FF2B5EF4-FFF2-40B4-BE49-F238E27FC236}">
                  <a16:creationId xmlns:a16="http://schemas.microsoft.com/office/drawing/2014/main" id="{B81AC3B6-55F9-4945-80EA-A12B5BF9519A}"/>
                </a:ext>
              </a:extLst>
            </p:cNvPr>
            <p:cNvSpPr/>
            <p:nvPr/>
          </p:nvSpPr>
          <p:spPr>
            <a:xfrm>
              <a:off x="6649175" y="1165775"/>
              <a:ext cx="26750" cy="45950"/>
            </a:xfrm>
            <a:custGeom>
              <a:avLst/>
              <a:gdLst/>
              <a:ahLst/>
              <a:cxnLst/>
              <a:rect l="l" t="t" r="r" b="b"/>
              <a:pathLst>
                <a:path w="1070" h="1838" extrusionOk="0">
                  <a:moveTo>
                    <a:pt x="1065" y="0"/>
                  </a:moveTo>
                  <a:lnTo>
                    <a:pt x="774" y="169"/>
                  </a:lnTo>
                  <a:lnTo>
                    <a:pt x="1" y="615"/>
                  </a:lnTo>
                  <a:lnTo>
                    <a:pt x="4" y="1504"/>
                  </a:lnTo>
                  <a:lnTo>
                    <a:pt x="4" y="1838"/>
                  </a:lnTo>
                  <a:lnTo>
                    <a:pt x="1069" y="1223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7498;p55">
              <a:extLst>
                <a:ext uri="{FF2B5EF4-FFF2-40B4-BE49-F238E27FC236}">
                  <a16:creationId xmlns:a16="http://schemas.microsoft.com/office/drawing/2014/main" id="{DFDA30F2-118F-4CC9-ACD4-82E169EFD0F9}"/>
                </a:ext>
              </a:extLst>
            </p:cNvPr>
            <p:cNvSpPr/>
            <p:nvPr/>
          </p:nvSpPr>
          <p:spPr>
            <a:xfrm>
              <a:off x="6675775" y="1162975"/>
              <a:ext cx="4925" cy="36200"/>
            </a:xfrm>
            <a:custGeom>
              <a:avLst/>
              <a:gdLst/>
              <a:ahLst/>
              <a:cxnLst/>
              <a:rect l="l" t="t" r="r" b="b"/>
              <a:pathLst>
                <a:path w="197" h="1448" extrusionOk="0">
                  <a:moveTo>
                    <a:pt x="192" y="1"/>
                  </a:moveTo>
                  <a:lnTo>
                    <a:pt x="1" y="111"/>
                  </a:lnTo>
                  <a:lnTo>
                    <a:pt x="4" y="1335"/>
                  </a:lnTo>
                  <a:lnTo>
                    <a:pt x="197" y="1448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7499;p55">
              <a:extLst>
                <a:ext uri="{FF2B5EF4-FFF2-40B4-BE49-F238E27FC236}">
                  <a16:creationId xmlns:a16="http://schemas.microsoft.com/office/drawing/2014/main" id="{3950597F-C553-42B7-9720-A1121F6DF6BE}"/>
                </a:ext>
              </a:extLst>
            </p:cNvPr>
            <p:cNvSpPr/>
            <p:nvPr/>
          </p:nvSpPr>
          <p:spPr>
            <a:xfrm>
              <a:off x="6649250" y="1196325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066" y="1"/>
                  </a:moveTo>
                  <a:lnTo>
                    <a:pt x="1" y="616"/>
                  </a:lnTo>
                  <a:lnTo>
                    <a:pt x="1" y="839"/>
                  </a:lnTo>
                  <a:lnTo>
                    <a:pt x="1258" y="114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7500;p55">
              <a:extLst>
                <a:ext uri="{FF2B5EF4-FFF2-40B4-BE49-F238E27FC236}">
                  <a16:creationId xmlns:a16="http://schemas.microsoft.com/office/drawing/2014/main" id="{0472327B-201D-4613-A22F-7923A2347EC3}"/>
                </a:ext>
              </a:extLst>
            </p:cNvPr>
            <p:cNvSpPr/>
            <p:nvPr/>
          </p:nvSpPr>
          <p:spPr>
            <a:xfrm>
              <a:off x="6608250" y="1189075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6" y="1"/>
                  </a:moveTo>
                  <a:lnTo>
                    <a:pt x="773" y="170"/>
                  </a:lnTo>
                  <a:lnTo>
                    <a:pt x="0" y="616"/>
                  </a:lnTo>
                  <a:lnTo>
                    <a:pt x="3" y="1506"/>
                  </a:lnTo>
                  <a:lnTo>
                    <a:pt x="5" y="1839"/>
                  </a:lnTo>
                  <a:lnTo>
                    <a:pt x="1069" y="1225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7501;p55">
              <a:extLst>
                <a:ext uri="{FF2B5EF4-FFF2-40B4-BE49-F238E27FC236}">
                  <a16:creationId xmlns:a16="http://schemas.microsoft.com/office/drawing/2014/main" id="{2260B4A6-2EC7-4F12-9DEA-5E83169963D9}"/>
                </a:ext>
              </a:extLst>
            </p:cNvPr>
            <p:cNvSpPr/>
            <p:nvPr/>
          </p:nvSpPr>
          <p:spPr>
            <a:xfrm>
              <a:off x="6634850" y="1186325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194" y="0"/>
                  </a:moveTo>
                  <a:lnTo>
                    <a:pt x="1" y="111"/>
                  </a:lnTo>
                  <a:lnTo>
                    <a:pt x="5" y="1335"/>
                  </a:lnTo>
                  <a:lnTo>
                    <a:pt x="197" y="1446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7502;p55">
              <a:extLst>
                <a:ext uri="{FF2B5EF4-FFF2-40B4-BE49-F238E27FC236}">
                  <a16:creationId xmlns:a16="http://schemas.microsoft.com/office/drawing/2014/main" id="{8CBC4FE7-CAE2-42CE-91F0-E09EA81FB349}"/>
                </a:ext>
              </a:extLst>
            </p:cNvPr>
            <p:cNvSpPr/>
            <p:nvPr/>
          </p:nvSpPr>
          <p:spPr>
            <a:xfrm>
              <a:off x="6608325" y="1219675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066" y="1"/>
                  </a:moveTo>
                  <a:lnTo>
                    <a:pt x="0" y="615"/>
                  </a:lnTo>
                  <a:lnTo>
                    <a:pt x="0" y="839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7503;p55">
              <a:extLst>
                <a:ext uri="{FF2B5EF4-FFF2-40B4-BE49-F238E27FC236}">
                  <a16:creationId xmlns:a16="http://schemas.microsoft.com/office/drawing/2014/main" id="{6E87B6D9-2531-4702-995D-AB3549CC0FDB}"/>
                </a:ext>
              </a:extLst>
            </p:cNvPr>
            <p:cNvSpPr/>
            <p:nvPr/>
          </p:nvSpPr>
          <p:spPr>
            <a:xfrm>
              <a:off x="6690100" y="119970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5" y="1"/>
                  </a:moveTo>
                  <a:lnTo>
                    <a:pt x="772" y="170"/>
                  </a:lnTo>
                  <a:lnTo>
                    <a:pt x="1" y="615"/>
                  </a:lnTo>
                  <a:lnTo>
                    <a:pt x="4" y="1506"/>
                  </a:lnTo>
                  <a:lnTo>
                    <a:pt x="4" y="1839"/>
                  </a:lnTo>
                  <a:lnTo>
                    <a:pt x="1069" y="1224"/>
                  </a:lnTo>
                  <a:lnTo>
                    <a:pt x="106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7504;p55">
              <a:extLst>
                <a:ext uri="{FF2B5EF4-FFF2-40B4-BE49-F238E27FC236}">
                  <a16:creationId xmlns:a16="http://schemas.microsoft.com/office/drawing/2014/main" id="{B229810D-521E-4CE3-9438-9D1183189F11}"/>
                </a:ext>
              </a:extLst>
            </p:cNvPr>
            <p:cNvSpPr/>
            <p:nvPr/>
          </p:nvSpPr>
          <p:spPr>
            <a:xfrm>
              <a:off x="6716725" y="1196950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192" y="0"/>
                  </a:moveTo>
                  <a:lnTo>
                    <a:pt x="0" y="111"/>
                  </a:lnTo>
                  <a:lnTo>
                    <a:pt x="3" y="1334"/>
                  </a:lnTo>
                  <a:lnTo>
                    <a:pt x="196" y="1446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7505;p55">
              <a:extLst>
                <a:ext uri="{FF2B5EF4-FFF2-40B4-BE49-F238E27FC236}">
                  <a16:creationId xmlns:a16="http://schemas.microsoft.com/office/drawing/2014/main" id="{74E65919-70F0-462A-9F32-D687110B6DD3}"/>
                </a:ext>
              </a:extLst>
            </p:cNvPr>
            <p:cNvSpPr/>
            <p:nvPr/>
          </p:nvSpPr>
          <p:spPr>
            <a:xfrm>
              <a:off x="6690175" y="123030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066" y="0"/>
                  </a:moveTo>
                  <a:lnTo>
                    <a:pt x="1" y="615"/>
                  </a:lnTo>
                  <a:lnTo>
                    <a:pt x="1" y="839"/>
                  </a:lnTo>
                  <a:lnTo>
                    <a:pt x="1258" y="114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7506;p55">
              <a:extLst>
                <a:ext uri="{FF2B5EF4-FFF2-40B4-BE49-F238E27FC236}">
                  <a16:creationId xmlns:a16="http://schemas.microsoft.com/office/drawing/2014/main" id="{A69B8480-95ED-42BA-AFBB-F5158BE445DD}"/>
                </a:ext>
              </a:extLst>
            </p:cNvPr>
            <p:cNvSpPr/>
            <p:nvPr/>
          </p:nvSpPr>
          <p:spPr>
            <a:xfrm>
              <a:off x="6649175" y="1223200"/>
              <a:ext cx="26750" cy="45975"/>
            </a:xfrm>
            <a:custGeom>
              <a:avLst/>
              <a:gdLst/>
              <a:ahLst/>
              <a:cxnLst/>
              <a:rect l="l" t="t" r="r" b="b"/>
              <a:pathLst>
                <a:path w="1070" h="1839" extrusionOk="0">
                  <a:moveTo>
                    <a:pt x="1065" y="0"/>
                  </a:moveTo>
                  <a:lnTo>
                    <a:pt x="774" y="168"/>
                  </a:lnTo>
                  <a:lnTo>
                    <a:pt x="1" y="615"/>
                  </a:lnTo>
                  <a:lnTo>
                    <a:pt x="4" y="1505"/>
                  </a:lnTo>
                  <a:lnTo>
                    <a:pt x="4" y="1839"/>
                  </a:lnTo>
                  <a:lnTo>
                    <a:pt x="1069" y="1224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7507;p55">
              <a:extLst>
                <a:ext uri="{FF2B5EF4-FFF2-40B4-BE49-F238E27FC236}">
                  <a16:creationId xmlns:a16="http://schemas.microsoft.com/office/drawing/2014/main" id="{9F501A89-B448-4CF2-8D9A-897048561590}"/>
                </a:ext>
              </a:extLst>
            </p:cNvPr>
            <p:cNvSpPr/>
            <p:nvPr/>
          </p:nvSpPr>
          <p:spPr>
            <a:xfrm>
              <a:off x="6675775" y="1220400"/>
              <a:ext cx="4925" cy="36200"/>
            </a:xfrm>
            <a:custGeom>
              <a:avLst/>
              <a:gdLst/>
              <a:ahLst/>
              <a:cxnLst/>
              <a:rect l="l" t="t" r="r" b="b"/>
              <a:pathLst>
                <a:path w="197" h="1448" extrusionOk="0">
                  <a:moveTo>
                    <a:pt x="192" y="1"/>
                  </a:moveTo>
                  <a:lnTo>
                    <a:pt x="1" y="112"/>
                  </a:lnTo>
                  <a:lnTo>
                    <a:pt x="4" y="1336"/>
                  </a:lnTo>
                  <a:lnTo>
                    <a:pt x="197" y="1448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7508;p55">
              <a:extLst>
                <a:ext uri="{FF2B5EF4-FFF2-40B4-BE49-F238E27FC236}">
                  <a16:creationId xmlns:a16="http://schemas.microsoft.com/office/drawing/2014/main" id="{0488048A-4CAD-48E7-B60B-C2FDAC9923A6}"/>
                </a:ext>
              </a:extLst>
            </p:cNvPr>
            <p:cNvSpPr/>
            <p:nvPr/>
          </p:nvSpPr>
          <p:spPr>
            <a:xfrm>
              <a:off x="6649250" y="1253800"/>
              <a:ext cx="31450" cy="20925"/>
            </a:xfrm>
            <a:custGeom>
              <a:avLst/>
              <a:gdLst/>
              <a:ahLst/>
              <a:cxnLst/>
              <a:rect l="l" t="t" r="r" b="b"/>
              <a:pathLst>
                <a:path w="1258" h="837" extrusionOk="0">
                  <a:moveTo>
                    <a:pt x="1066" y="0"/>
                  </a:moveTo>
                  <a:lnTo>
                    <a:pt x="1" y="615"/>
                  </a:lnTo>
                  <a:lnTo>
                    <a:pt x="1" y="837"/>
                  </a:lnTo>
                  <a:lnTo>
                    <a:pt x="1258" y="11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7509;p55">
              <a:extLst>
                <a:ext uri="{FF2B5EF4-FFF2-40B4-BE49-F238E27FC236}">
                  <a16:creationId xmlns:a16="http://schemas.microsoft.com/office/drawing/2014/main" id="{A4E6D4C8-D98B-40A0-AC3F-1E1C88A1AAFD}"/>
                </a:ext>
              </a:extLst>
            </p:cNvPr>
            <p:cNvSpPr/>
            <p:nvPr/>
          </p:nvSpPr>
          <p:spPr>
            <a:xfrm>
              <a:off x="6608250" y="1246550"/>
              <a:ext cx="26750" cy="45950"/>
            </a:xfrm>
            <a:custGeom>
              <a:avLst/>
              <a:gdLst/>
              <a:ahLst/>
              <a:cxnLst/>
              <a:rect l="l" t="t" r="r" b="b"/>
              <a:pathLst>
                <a:path w="1070" h="1838" extrusionOk="0">
                  <a:moveTo>
                    <a:pt x="1066" y="0"/>
                  </a:moveTo>
                  <a:lnTo>
                    <a:pt x="773" y="168"/>
                  </a:lnTo>
                  <a:lnTo>
                    <a:pt x="0" y="615"/>
                  </a:lnTo>
                  <a:lnTo>
                    <a:pt x="3" y="1504"/>
                  </a:lnTo>
                  <a:lnTo>
                    <a:pt x="5" y="1837"/>
                  </a:lnTo>
                  <a:lnTo>
                    <a:pt x="1069" y="122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7510;p55">
              <a:extLst>
                <a:ext uri="{FF2B5EF4-FFF2-40B4-BE49-F238E27FC236}">
                  <a16:creationId xmlns:a16="http://schemas.microsoft.com/office/drawing/2014/main" id="{4D36B035-76DB-447C-9301-3550420787E8}"/>
                </a:ext>
              </a:extLst>
            </p:cNvPr>
            <p:cNvSpPr/>
            <p:nvPr/>
          </p:nvSpPr>
          <p:spPr>
            <a:xfrm>
              <a:off x="6634850" y="1243750"/>
              <a:ext cx="4925" cy="36200"/>
            </a:xfrm>
            <a:custGeom>
              <a:avLst/>
              <a:gdLst/>
              <a:ahLst/>
              <a:cxnLst/>
              <a:rect l="l" t="t" r="r" b="b"/>
              <a:pathLst>
                <a:path w="197" h="1448" extrusionOk="0">
                  <a:moveTo>
                    <a:pt x="194" y="0"/>
                  </a:moveTo>
                  <a:lnTo>
                    <a:pt x="1" y="111"/>
                  </a:lnTo>
                  <a:lnTo>
                    <a:pt x="5" y="1334"/>
                  </a:lnTo>
                  <a:lnTo>
                    <a:pt x="197" y="1448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7511;p55">
              <a:extLst>
                <a:ext uri="{FF2B5EF4-FFF2-40B4-BE49-F238E27FC236}">
                  <a16:creationId xmlns:a16="http://schemas.microsoft.com/office/drawing/2014/main" id="{38BF129A-D98D-4F6C-AA64-161802838D29}"/>
                </a:ext>
              </a:extLst>
            </p:cNvPr>
            <p:cNvSpPr/>
            <p:nvPr/>
          </p:nvSpPr>
          <p:spPr>
            <a:xfrm>
              <a:off x="6608325" y="127710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066" y="0"/>
                  </a:moveTo>
                  <a:lnTo>
                    <a:pt x="0" y="615"/>
                  </a:lnTo>
                  <a:lnTo>
                    <a:pt x="0" y="839"/>
                  </a:lnTo>
                  <a:lnTo>
                    <a:pt x="1258" y="114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7512;p55">
              <a:extLst>
                <a:ext uri="{FF2B5EF4-FFF2-40B4-BE49-F238E27FC236}">
                  <a16:creationId xmlns:a16="http://schemas.microsoft.com/office/drawing/2014/main" id="{43AC54E8-D758-4F4F-8CEB-B85FF4596394}"/>
                </a:ext>
              </a:extLst>
            </p:cNvPr>
            <p:cNvSpPr/>
            <p:nvPr/>
          </p:nvSpPr>
          <p:spPr>
            <a:xfrm>
              <a:off x="6690100" y="1257150"/>
              <a:ext cx="26750" cy="45975"/>
            </a:xfrm>
            <a:custGeom>
              <a:avLst/>
              <a:gdLst/>
              <a:ahLst/>
              <a:cxnLst/>
              <a:rect l="l" t="t" r="r" b="b"/>
              <a:pathLst>
                <a:path w="1070" h="1839" extrusionOk="0">
                  <a:moveTo>
                    <a:pt x="1065" y="1"/>
                  </a:moveTo>
                  <a:lnTo>
                    <a:pt x="772" y="169"/>
                  </a:lnTo>
                  <a:lnTo>
                    <a:pt x="1" y="616"/>
                  </a:lnTo>
                  <a:lnTo>
                    <a:pt x="4" y="1506"/>
                  </a:lnTo>
                  <a:lnTo>
                    <a:pt x="4" y="1838"/>
                  </a:lnTo>
                  <a:lnTo>
                    <a:pt x="1069" y="1225"/>
                  </a:lnTo>
                  <a:lnTo>
                    <a:pt x="106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7513;p55">
              <a:extLst>
                <a:ext uri="{FF2B5EF4-FFF2-40B4-BE49-F238E27FC236}">
                  <a16:creationId xmlns:a16="http://schemas.microsoft.com/office/drawing/2014/main" id="{48A8D3C6-E3B3-43D7-8B5E-2EF47F9FED42}"/>
                </a:ext>
              </a:extLst>
            </p:cNvPr>
            <p:cNvSpPr/>
            <p:nvPr/>
          </p:nvSpPr>
          <p:spPr>
            <a:xfrm>
              <a:off x="6716725" y="1254375"/>
              <a:ext cx="4900" cy="36200"/>
            </a:xfrm>
            <a:custGeom>
              <a:avLst/>
              <a:gdLst/>
              <a:ahLst/>
              <a:cxnLst/>
              <a:rect l="l" t="t" r="r" b="b"/>
              <a:pathLst>
                <a:path w="196" h="1448" extrusionOk="0">
                  <a:moveTo>
                    <a:pt x="192" y="0"/>
                  </a:moveTo>
                  <a:lnTo>
                    <a:pt x="0" y="112"/>
                  </a:lnTo>
                  <a:lnTo>
                    <a:pt x="3" y="1334"/>
                  </a:lnTo>
                  <a:lnTo>
                    <a:pt x="196" y="1447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7514;p55">
              <a:extLst>
                <a:ext uri="{FF2B5EF4-FFF2-40B4-BE49-F238E27FC236}">
                  <a16:creationId xmlns:a16="http://schemas.microsoft.com/office/drawing/2014/main" id="{CFD2014C-7F04-411F-8C57-4FE1E38F552C}"/>
                </a:ext>
              </a:extLst>
            </p:cNvPr>
            <p:cNvSpPr/>
            <p:nvPr/>
          </p:nvSpPr>
          <p:spPr>
            <a:xfrm>
              <a:off x="6690175" y="128775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066" y="1"/>
                  </a:moveTo>
                  <a:lnTo>
                    <a:pt x="1" y="614"/>
                  </a:lnTo>
                  <a:lnTo>
                    <a:pt x="1" y="837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7515;p55">
              <a:extLst>
                <a:ext uri="{FF2B5EF4-FFF2-40B4-BE49-F238E27FC236}">
                  <a16:creationId xmlns:a16="http://schemas.microsoft.com/office/drawing/2014/main" id="{4F3CCD75-EB9E-44D6-B1A2-59441D1E54AC}"/>
                </a:ext>
              </a:extLst>
            </p:cNvPr>
            <p:cNvSpPr/>
            <p:nvPr/>
          </p:nvSpPr>
          <p:spPr>
            <a:xfrm>
              <a:off x="6649175" y="1280625"/>
              <a:ext cx="26750" cy="45975"/>
            </a:xfrm>
            <a:custGeom>
              <a:avLst/>
              <a:gdLst/>
              <a:ahLst/>
              <a:cxnLst/>
              <a:rect l="l" t="t" r="r" b="b"/>
              <a:pathLst>
                <a:path w="1070" h="1839" extrusionOk="0">
                  <a:moveTo>
                    <a:pt x="1065" y="0"/>
                  </a:moveTo>
                  <a:lnTo>
                    <a:pt x="774" y="170"/>
                  </a:lnTo>
                  <a:lnTo>
                    <a:pt x="1" y="615"/>
                  </a:lnTo>
                  <a:lnTo>
                    <a:pt x="4" y="1505"/>
                  </a:lnTo>
                  <a:lnTo>
                    <a:pt x="4" y="1839"/>
                  </a:lnTo>
                  <a:lnTo>
                    <a:pt x="1069" y="1224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7516;p55">
              <a:extLst>
                <a:ext uri="{FF2B5EF4-FFF2-40B4-BE49-F238E27FC236}">
                  <a16:creationId xmlns:a16="http://schemas.microsoft.com/office/drawing/2014/main" id="{0E226C7C-0473-401B-83DD-47663748FA65}"/>
                </a:ext>
              </a:extLst>
            </p:cNvPr>
            <p:cNvSpPr/>
            <p:nvPr/>
          </p:nvSpPr>
          <p:spPr>
            <a:xfrm>
              <a:off x="6675775" y="127785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192" y="1"/>
                  </a:moveTo>
                  <a:lnTo>
                    <a:pt x="1" y="111"/>
                  </a:lnTo>
                  <a:lnTo>
                    <a:pt x="4" y="1335"/>
                  </a:lnTo>
                  <a:lnTo>
                    <a:pt x="197" y="144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7517;p55">
              <a:extLst>
                <a:ext uri="{FF2B5EF4-FFF2-40B4-BE49-F238E27FC236}">
                  <a16:creationId xmlns:a16="http://schemas.microsoft.com/office/drawing/2014/main" id="{26C70E27-7821-4D6D-8896-0AB6A79DCA72}"/>
                </a:ext>
              </a:extLst>
            </p:cNvPr>
            <p:cNvSpPr/>
            <p:nvPr/>
          </p:nvSpPr>
          <p:spPr>
            <a:xfrm>
              <a:off x="6649250" y="1311200"/>
              <a:ext cx="31450" cy="21000"/>
            </a:xfrm>
            <a:custGeom>
              <a:avLst/>
              <a:gdLst/>
              <a:ahLst/>
              <a:cxnLst/>
              <a:rect l="l" t="t" r="r" b="b"/>
              <a:pathLst>
                <a:path w="1258" h="840" extrusionOk="0">
                  <a:moveTo>
                    <a:pt x="1066" y="1"/>
                  </a:moveTo>
                  <a:lnTo>
                    <a:pt x="1" y="616"/>
                  </a:lnTo>
                  <a:lnTo>
                    <a:pt x="1" y="839"/>
                  </a:lnTo>
                  <a:lnTo>
                    <a:pt x="1258" y="113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7518;p55">
              <a:extLst>
                <a:ext uri="{FF2B5EF4-FFF2-40B4-BE49-F238E27FC236}">
                  <a16:creationId xmlns:a16="http://schemas.microsoft.com/office/drawing/2014/main" id="{05AC825B-ECBA-49A3-BD04-18885997BAF5}"/>
                </a:ext>
              </a:extLst>
            </p:cNvPr>
            <p:cNvSpPr/>
            <p:nvPr/>
          </p:nvSpPr>
          <p:spPr>
            <a:xfrm>
              <a:off x="6608250" y="130395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6" y="1"/>
                  </a:moveTo>
                  <a:lnTo>
                    <a:pt x="773" y="169"/>
                  </a:lnTo>
                  <a:lnTo>
                    <a:pt x="0" y="616"/>
                  </a:lnTo>
                  <a:lnTo>
                    <a:pt x="3" y="1506"/>
                  </a:lnTo>
                  <a:lnTo>
                    <a:pt x="5" y="1840"/>
                  </a:lnTo>
                  <a:lnTo>
                    <a:pt x="1069" y="1225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7519;p55">
              <a:extLst>
                <a:ext uri="{FF2B5EF4-FFF2-40B4-BE49-F238E27FC236}">
                  <a16:creationId xmlns:a16="http://schemas.microsoft.com/office/drawing/2014/main" id="{1305F63E-32F3-4B7F-8699-8E1B11AEEFB3}"/>
                </a:ext>
              </a:extLst>
            </p:cNvPr>
            <p:cNvSpPr/>
            <p:nvPr/>
          </p:nvSpPr>
          <p:spPr>
            <a:xfrm>
              <a:off x="6634850" y="1301175"/>
              <a:ext cx="4925" cy="36200"/>
            </a:xfrm>
            <a:custGeom>
              <a:avLst/>
              <a:gdLst/>
              <a:ahLst/>
              <a:cxnLst/>
              <a:rect l="l" t="t" r="r" b="b"/>
              <a:pathLst>
                <a:path w="197" h="1448" extrusionOk="0">
                  <a:moveTo>
                    <a:pt x="194" y="0"/>
                  </a:moveTo>
                  <a:lnTo>
                    <a:pt x="1" y="112"/>
                  </a:lnTo>
                  <a:lnTo>
                    <a:pt x="5" y="1336"/>
                  </a:lnTo>
                  <a:lnTo>
                    <a:pt x="197" y="144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7520;p55">
              <a:extLst>
                <a:ext uri="{FF2B5EF4-FFF2-40B4-BE49-F238E27FC236}">
                  <a16:creationId xmlns:a16="http://schemas.microsoft.com/office/drawing/2014/main" id="{B517CD18-5A2C-49FC-88D6-FE3BC8B8F805}"/>
                </a:ext>
              </a:extLst>
            </p:cNvPr>
            <p:cNvSpPr/>
            <p:nvPr/>
          </p:nvSpPr>
          <p:spPr>
            <a:xfrm>
              <a:off x="6608325" y="133455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066" y="1"/>
                  </a:moveTo>
                  <a:lnTo>
                    <a:pt x="0" y="616"/>
                  </a:lnTo>
                  <a:lnTo>
                    <a:pt x="0" y="837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7521;p55">
              <a:extLst>
                <a:ext uri="{FF2B5EF4-FFF2-40B4-BE49-F238E27FC236}">
                  <a16:creationId xmlns:a16="http://schemas.microsoft.com/office/drawing/2014/main" id="{CED15F17-4115-4601-ADFC-99EC1A537FCC}"/>
                </a:ext>
              </a:extLst>
            </p:cNvPr>
            <p:cNvSpPr/>
            <p:nvPr/>
          </p:nvSpPr>
          <p:spPr>
            <a:xfrm>
              <a:off x="6690100" y="1314575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5" y="1"/>
                  </a:moveTo>
                  <a:lnTo>
                    <a:pt x="772" y="169"/>
                  </a:lnTo>
                  <a:lnTo>
                    <a:pt x="1" y="616"/>
                  </a:lnTo>
                  <a:lnTo>
                    <a:pt x="4" y="1506"/>
                  </a:lnTo>
                  <a:lnTo>
                    <a:pt x="4" y="1840"/>
                  </a:lnTo>
                  <a:lnTo>
                    <a:pt x="1069" y="1225"/>
                  </a:lnTo>
                  <a:lnTo>
                    <a:pt x="106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7522;p55">
              <a:extLst>
                <a:ext uri="{FF2B5EF4-FFF2-40B4-BE49-F238E27FC236}">
                  <a16:creationId xmlns:a16="http://schemas.microsoft.com/office/drawing/2014/main" id="{D7CAEF21-4D8A-40E3-B9BB-0E2E5461ED86}"/>
                </a:ext>
              </a:extLst>
            </p:cNvPr>
            <p:cNvSpPr/>
            <p:nvPr/>
          </p:nvSpPr>
          <p:spPr>
            <a:xfrm>
              <a:off x="6716725" y="1311825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192" y="1"/>
                  </a:moveTo>
                  <a:lnTo>
                    <a:pt x="0" y="111"/>
                  </a:lnTo>
                  <a:lnTo>
                    <a:pt x="3" y="1335"/>
                  </a:lnTo>
                  <a:lnTo>
                    <a:pt x="196" y="144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7523;p55">
              <a:extLst>
                <a:ext uri="{FF2B5EF4-FFF2-40B4-BE49-F238E27FC236}">
                  <a16:creationId xmlns:a16="http://schemas.microsoft.com/office/drawing/2014/main" id="{4571AE88-2292-40D2-B045-B6D246601C0E}"/>
                </a:ext>
              </a:extLst>
            </p:cNvPr>
            <p:cNvSpPr/>
            <p:nvPr/>
          </p:nvSpPr>
          <p:spPr>
            <a:xfrm>
              <a:off x="6690175" y="1345175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066" y="1"/>
                  </a:moveTo>
                  <a:lnTo>
                    <a:pt x="1" y="616"/>
                  </a:lnTo>
                  <a:lnTo>
                    <a:pt x="1" y="837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7524;p55">
              <a:extLst>
                <a:ext uri="{FF2B5EF4-FFF2-40B4-BE49-F238E27FC236}">
                  <a16:creationId xmlns:a16="http://schemas.microsoft.com/office/drawing/2014/main" id="{A8510115-4294-46F7-8859-B1F0A2099C8B}"/>
                </a:ext>
              </a:extLst>
            </p:cNvPr>
            <p:cNvSpPr/>
            <p:nvPr/>
          </p:nvSpPr>
          <p:spPr>
            <a:xfrm>
              <a:off x="6649175" y="1338050"/>
              <a:ext cx="26750" cy="45975"/>
            </a:xfrm>
            <a:custGeom>
              <a:avLst/>
              <a:gdLst/>
              <a:ahLst/>
              <a:cxnLst/>
              <a:rect l="l" t="t" r="r" b="b"/>
              <a:pathLst>
                <a:path w="1070" h="1839" extrusionOk="0">
                  <a:moveTo>
                    <a:pt x="1065" y="0"/>
                  </a:moveTo>
                  <a:lnTo>
                    <a:pt x="774" y="170"/>
                  </a:lnTo>
                  <a:lnTo>
                    <a:pt x="1" y="615"/>
                  </a:lnTo>
                  <a:lnTo>
                    <a:pt x="4" y="1505"/>
                  </a:lnTo>
                  <a:lnTo>
                    <a:pt x="4" y="1839"/>
                  </a:lnTo>
                  <a:lnTo>
                    <a:pt x="1069" y="1224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7525;p55">
              <a:extLst>
                <a:ext uri="{FF2B5EF4-FFF2-40B4-BE49-F238E27FC236}">
                  <a16:creationId xmlns:a16="http://schemas.microsoft.com/office/drawing/2014/main" id="{8DD4B8A1-0511-4F4C-86DB-3F34A0473BB4}"/>
                </a:ext>
              </a:extLst>
            </p:cNvPr>
            <p:cNvSpPr/>
            <p:nvPr/>
          </p:nvSpPr>
          <p:spPr>
            <a:xfrm>
              <a:off x="6675775" y="1335275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192" y="1"/>
                  </a:moveTo>
                  <a:lnTo>
                    <a:pt x="1" y="111"/>
                  </a:lnTo>
                  <a:lnTo>
                    <a:pt x="4" y="1335"/>
                  </a:lnTo>
                  <a:lnTo>
                    <a:pt x="197" y="144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7526;p55">
              <a:extLst>
                <a:ext uri="{FF2B5EF4-FFF2-40B4-BE49-F238E27FC236}">
                  <a16:creationId xmlns:a16="http://schemas.microsoft.com/office/drawing/2014/main" id="{3687586D-6796-45FA-A5D6-8A3DD5DA4CE9}"/>
                </a:ext>
              </a:extLst>
            </p:cNvPr>
            <p:cNvSpPr/>
            <p:nvPr/>
          </p:nvSpPr>
          <p:spPr>
            <a:xfrm>
              <a:off x="6649250" y="1368625"/>
              <a:ext cx="31450" cy="21000"/>
            </a:xfrm>
            <a:custGeom>
              <a:avLst/>
              <a:gdLst/>
              <a:ahLst/>
              <a:cxnLst/>
              <a:rect l="l" t="t" r="r" b="b"/>
              <a:pathLst>
                <a:path w="1258" h="840" extrusionOk="0">
                  <a:moveTo>
                    <a:pt x="1066" y="1"/>
                  </a:moveTo>
                  <a:lnTo>
                    <a:pt x="1" y="616"/>
                  </a:lnTo>
                  <a:lnTo>
                    <a:pt x="1" y="839"/>
                  </a:lnTo>
                  <a:lnTo>
                    <a:pt x="1258" y="113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7527;p55">
              <a:extLst>
                <a:ext uri="{FF2B5EF4-FFF2-40B4-BE49-F238E27FC236}">
                  <a16:creationId xmlns:a16="http://schemas.microsoft.com/office/drawing/2014/main" id="{95ED072D-9D1F-4BAC-ACC4-8268917B4C36}"/>
                </a:ext>
              </a:extLst>
            </p:cNvPr>
            <p:cNvSpPr/>
            <p:nvPr/>
          </p:nvSpPr>
          <p:spPr>
            <a:xfrm>
              <a:off x="6608250" y="1361375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6" y="1"/>
                  </a:moveTo>
                  <a:lnTo>
                    <a:pt x="773" y="169"/>
                  </a:lnTo>
                  <a:lnTo>
                    <a:pt x="0" y="616"/>
                  </a:lnTo>
                  <a:lnTo>
                    <a:pt x="3" y="1506"/>
                  </a:lnTo>
                  <a:lnTo>
                    <a:pt x="5" y="1840"/>
                  </a:lnTo>
                  <a:lnTo>
                    <a:pt x="1069" y="1225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7528;p55">
              <a:extLst>
                <a:ext uri="{FF2B5EF4-FFF2-40B4-BE49-F238E27FC236}">
                  <a16:creationId xmlns:a16="http://schemas.microsoft.com/office/drawing/2014/main" id="{D5C3D75B-0265-4846-B341-E69D205A73ED}"/>
                </a:ext>
              </a:extLst>
            </p:cNvPr>
            <p:cNvSpPr/>
            <p:nvPr/>
          </p:nvSpPr>
          <p:spPr>
            <a:xfrm>
              <a:off x="6634850" y="1358625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194" y="1"/>
                  </a:moveTo>
                  <a:lnTo>
                    <a:pt x="1" y="111"/>
                  </a:lnTo>
                  <a:lnTo>
                    <a:pt x="5" y="1335"/>
                  </a:lnTo>
                  <a:lnTo>
                    <a:pt x="197" y="1446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7529;p55">
              <a:extLst>
                <a:ext uri="{FF2B5EF4-FFF2-40B4-BE49-F238E27FC236}">
                  <a16:creationId xmlns:a16="http://schemas.microsoft.com/office/drawing/2014/main" id="{21978782-E3B7-44DE-BB57-D0474209BB0E}"/>
                </a:ext>
              </a:extLst>
            </p:cNvPr>
            <p:cNvSpPr/>
            <p:nvPr/>
          </p:nvSpPr>
          <p:spPr>
            <a:xfrm>
              <a:off x="6608325" y="1391975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066" y="1"/>
                  </a:moveTo>
                  <a:lnTo>
                    <a:pt x="0" y="616"/>
                  </a:lnTo>
                  <a:lnTo>
                    <a:pt x="0" y="837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7530;p55">
              <a:extLst>
                <a:ext uri="{FF2B5EF4-FFF2-40B4-BE49-F238E27FC236}">
                  <a16:creationId xmlns:a16="http://schemas.microsoft.com/office/drawing/2014/main" id="{D377A892-F8ED-4087-AEE2-F88272440BF2}"/>
                </a:ext>
              </a:extLst>
            </p:cNvPr>
            <p:cNvSpPr/>
            <p:nvPr/>
          </p:nvSpPr>
          <p:spPr>
            <a:xfrm>
              <a:off x="6594075" y="895150"/>
              <a:ext cx="91525" cy="144900"/>
            </a:xfrm>
            <a:custGeom>
              <a:avLst/>
              <a:gdLst/>
              <a:ahLst/>
              <a:cxnLst/>
              <a:rect l="l" t="t" r="r" b="b"/>
              <a:pathLst>
                <a:path w="3661" h="5796" extrusionOk="0">
                  <a:moveTo>
                    <a:pt x="3626" y="1"/>
                  </a:moveTo>
                  <a:lnTo>
                    <a:pt x="1" y="2054"/>
                  </a:lnTo>
                  <a:lnTo>
                    <a:pt x="35" y="5795"/>
                  </a:lnTo>
                  <a:lnTo>
                    <a:pt x="3660" y="3740"/>
                  </a:lnTo>
                  <a:lnTo>
                    <a:pt x="3626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7531;p55">
              <a:extLst>
                <a:ext uri="{FF2B5EF4-FFF2-40B4-BE49-F238E27FC236}">
                  <a16:creationId xmlns:a16="http://schemas.microsoft.com/office/drawing/2014/main" id="{05914688-D191-4995-B50C-3D541F223F18}"/>
                </a:ext>
              </a:extLst>
            </p:cNvPr>
            <p:cNvSpPr/>
            <p:nvPr/>
          </p:nvSpPr>
          <p:spPr>
            <a:xfrm>
              <a:off x="6500875" y="893350"/>
              <a:ext cx="94100" cy="146700"/>
            </a:xfrm>
            <a:custGeom>
              <a:avLst/>
              <a:gdLst/>
              <a:ahLst/>
              <a:cxnLst/>
              <a:rect l="l" t="t" r="r" b="b"/>
              <a:pathLst>
                <a:path w="3764" h="5868" extrusionOk="0">
                  <a:moveTo>
                    <a:pt x="0" y="0"/>
                  </a:moveTo>
                  <a:lnTo>
                    <a:pt x="35" y="3741"/>
                  </a:lnTo>
                  <a:lnTo>
                    <a:pt x="3763" y="5867"/>
                  </a:lnTo>
                  <a:lnTo>
                    <a:pt x="3729" y="2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7532;p55">
              <a:extLst>
                <a:ext uri="{FF2B5EF4-FFF2-40B4-BE49-F238E27FC236}">
                  <a16:creationId xmlns:a16="http://schemas.microsoft.com/office/drawing/2014/main" id="{96321134-AEAA-4E9F-88BA-2BFA881F928A}"/>
                </a:ext>
              </a:extLst>
            </p:cNvPr>
            <p:cNvSpPr/>
            <p:nvPr/>
          </p:nvSpPr>
          <p:spPr>
            <a:xfrm>
              <a:off x="6500875" y="842000"/>
              <a:ext cx="183850" cy="104500"/>
            </a:xfrm>
            <a:custGeom>
              <a:avLst/>
              <a:gdLst/>
              <a:ahLst/>
              <a:cxnLst/>
              <a:rect l="l" t="t" r="r" b="b"/>
              <a:pathLst>
                <a:path w="7354" h="4180" extrusionOk="0">
                  <a:moveTo>
                    <a:pt x="3627" y="1"/>
                  </a:moveTo>
                  <a:lnTo>
                    <a:pt x="0" y="2054"/>
                  </a:lnTo>
                  <a:lnTo>
                    <a:pt x="3729" y="4180"/>
                  </a:lnTo>
                  <a:lnTo>
                    <a:pt x="7354" y="2127"/>
                  </a:lnTo>
                  <a:lnTo>
                    <a:pt x="3627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7533;p55">
              <a:extLst>
                <a:ext uri="{FF2B5EF4-FFF2-40B4-BE49-F238E27FC236}">
                  <a16:creationId xmlns:a16="http://schemas.microsoft.com/office/drawing/2014/main" id="{E8FB4C6A-3AF6-4BBD-8FC8-02562907C416}"/>
                </a:ext>
              </a:extLst>
            </p:cNvPr>
            <p:cNvSpPr/>
            <p:nvPr/>
          </p:nvSpPr>
          <p:spPr>
            <a:xfrm>
              <a:off x="6513925" y="957475"/>
              <a:ext cx="17250" cy="29675"/>
            </a:xfrm>
            <a:custGeom>
              <a:avLst/>
              <a:gdLst/>
              <a:ahLst/>
              <a:cxnLst/>
              <a:rect l="l" t="t" r="r" b="b"/>
              <a:pathLst>
                <a:path w="690" h="1187" extrusionOk="0">
                  <a:moveTo>
                    <a:pt x="2" y="0"/>
                  </a:moveTo>
                  <a:lnTo>
                    <a:pt x="0" y="790"/>
                  </a:lnTo>
                  <a:lnTo>
                    <a:pt x="688" y="1186"/>
                  </a:lnTo>
                  <a:lnTo>
                    <a:pt x="688" y="972"/>
                  </a:lnTo>
                  <a:lnTo>
                    <a:pt x="689" y="396"/>
                  </a:lnTo>
                  <a:lnTo>
                    <a:pt x="190" y="10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7534;p55">
              <a:extLst>
                <a:ext uri="{FF2B5EF4-FFF2-40B4-BE49-F238E27FC236}">
                  <a16:creationId xmlns:a16="http://schemas.microsoft.com/office/drawing/2014/main" id="{3E5B14D7-EC4C-4188-82C8-EE3E14628C2B}"/>
                </a:ext>
              </a:extLst>
            </p:cNvPr>
            <p:cNvSpPr/>
            <p:nvPr/>
          </p:nvSpPr>
          <p:spPr>
            <a:xfrm>
              <a:off x="6510800" y="955650"/>
              <a:ext cx="3175" cy="23375"/>
            </a:xfrm>
            <a:custGeom>
              <a:avLst/>
              <a:gdLst/>
              <a:ahLst/>
              <a:cxnLst/>
              <a:rect l="l" t="t" r="r" b="b"/>
              <a:pathLst>
                <a:path w="127" h="935" extrusionOk="0">
                  <a:moveTo>
                    <a:pt x="4" y="1"/>
                  </a:moveTo>
                  <a:lnTo>
                    <a:pt x="1" y="935"/>
                  </a:lnTo>
                  <a:lnTo>
                    <a:pt x="125" y="863"/>
                  </a:lnTo>
                  <a:lnTo>
                    <a:pt x="127" y="73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7535;p55">
              <a:extLst>
                <a:ext uri="{FF2B5EF4-FFF2-40B4-BE49-F238E27FC236}">
                  <a16:creationId xmlns:a16="http://schemas.microsoft.com/office/drawing/2014/main" id="{A8CA185C-27FA-4FD9-927A-02C78B7ADADA}"/>
                </a:ext>
              </a:extLst>
            </p:cNvPr>
            <p:cNvSpPr/>
            <p:nvPr/>
          </p:nvSpPr>
          <p:spPr>
            <a:xfrm>
              <a:off x="6510800" y="977225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125" y="0"/>
                  </a:moveTo>
                  <a:lnTo>
                    <a:pt x="1" y="72"/>
                  </a:lnTo>
                  <a:lnTo>
                    <a:pt x="813" y="541"/>
                  </a:lnTo>
                  <a:lnTo>
                    <a:pt x="813" y="396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7536;p55">
              <a:extLst>
                <a:ext uri="{FF2B5EF4-FFF2-40B4-BE49-F238E27FC236}">
                  <a16:creationId xmlns:a16="http://schemas.microsoft.com/office/drawing/2014/main" id="{79C8495B-A14B-4EB0-967D-D5120B88147E}"/>
                </a:ext>
              </a:extLst>
            </p:cNvPr>
            <p:cNvSpPr/>
            <p:nvPr/>
          </p:nvSpPr>
          <p:spPr>
            <a:xfrm>
              <a:off x="6540350" y="972625"/>
              <a:ext cx="17275" cy="29700"/>
            </a:xfrm>
            <a:custGeom>
              <a:avLst/>
              <a:gdLst/>
              <a:ahLst/>
              <a:cxnLst/>
              <a:rect l="l" t="t" r="r" b="b"/>
              <a:pathLst>
                <a:path w="691" h="1188" extrusionOk="0">
                  <a:moveTo>
                    <a:pt x="2" y="0"/>
                  </a:moveTo>
                  <a:lnTo>
                    <a:pt x="0" y="791"/>
                  </a:lnTo>
                  <a:lnTo>
                    <a:pt x="688" y="1188"/>
                  </a:lnTo>
                  <a:lnTo>
                    <a:pt x="688" y="972"/>
                  </a:lnTo>
                  <a:lnTo>
                    <a:pt x="691" y="398"/>
                  </a:lnTo>
                  <a:lnTo>
                    <a:pt x="192" y="10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7537;p55">
              <a:extLst>
                <a:ext uri="{FF2B5EF4-FFF2-40B4-BE49-F238E27FC236}">
                  <a16:creationId xmlns:a16="http://schemas.microsoft.com/office/drawing/2014/main" id="{252538C0-FEDE-4ECD-A01F-0B31D0489BB0}"/>
                </a:ext>
              </a:extLst>
            </p:cNvPr>
            <p:cNvSpPr/>
            <p:nvPr/>
          </p:nvSpPr>
          <p:spPr>
            <a:xfrm>
              <a:off x="6537225" y="970800"/>
              <a:ext cx="3175" cy="23425"/>
            </a:xfrm>
            <a:custGeom>
              <a:avLst/>
              <a:gdLst/>
              <a:ahLst/>
              <a:cxnLst/>
              <a:rect l="l" t="t" r="r" b="b"/>
              <a:pathLst>
                <a:path w="127" h="937" extrusionOk="0">
                  <a:moveTo>
                    <a:pt x="4" y="1"/>
                  </a:moveTo>
                  <a:lnTo>
                    <a:pt x="1" y="936"/>
                  </a:lnTo>
                  <a:lnTo>
                    <a:pt x="125" y="864"/>
                  </a:lnTo>
                  <a:lnTo>
                    <a:pt x="127" y="73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7538;p55">
              <a:extLst>
                <a:ext uri="{FF2B5EF4-FFF2-40B4-BE49-F238E27FC236}">
                  <a16:creationId xmlns:a16="http://schemas.microsoft.com/office/drawing/2014/main" id="{241306D4-C77D-4BE9-830F-8B369DC265BE}"/>
                </a:ext>
              </a:extLst>
            </p:cNvPr>
            <p:cNvSpPr/>
            <p:nvPr/>
          </p:nvSpPr>
          <p:spPr>
            <a:xfrm>
              <a:off x="6537225" y="992375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125" y="1"/>
                  </a:moveTo>
                  <a:lnTo>
                    <a:pt x="1" y="73"/>
                  </a:lnTo>
                  <a:lnTo>
                    <a:pt x="813" y="541"/>
                  </a:lnTo>
                  <a:lnTo>
                    <a:pt x="813" y="398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7539;p55">
              <a:extLst>
                <a:ext uri="{FF2B5EF4-FFF2-40B4-BE49-F238E27FC236}">
                  <a16:creationId xmlns:a16="http://schemas.microsoft.com/office/drawing/2014/main" id="{1B57F7C8-1F49-4FCC-8517-B706F9BC68F2}"/>
                </a:ext>
              </a:extLst>
            </p:cNvPr>
            <p:cNvSpPr/>
            <p:nvPr/>
          </p:nvSpPr>
          <p:spPr>
            <a:xfrm>
              <a:off x="6566775" y="987675"/>
              <a:ext cx="17250" cy="29700"/>
            </a:xfrm>
            <a:custGeom>
              <a:avLst/>
              <a:gdLst/>
              <a:ahLst/>
              <a:cxnLst/>
              <a:rect l="l" t="t" r="r" b="b"/>
              <a:pathLst>
                <a:path w="690" h="1188" extrusionOk="0">
                  <a:moveTo>
                    <a:pt x="2" y="0"/>
                  </a:moveTo>
                  <a:lnTo>
                    <a:pt x="1" y="790"/>
                  </a:lnTo>
                  <a:lnTo>
                    <a:pt x="688" y="1188"/>
                  </a:lnTo>
                  <a:lnTo>
                    <a:pt x="688" y="973"/>
                  </a:lnTo>
                  <a:lnTo>
                    <a:pt x="689" y="397"/>
                  </a:lnTo>
                  <a:lnTo>
                    <a:pt x="191" y="1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7540;p55">
              <a:extLst>
                <a:ext uri="{FF2B5EF4-FFF2-40B4-BE49-F238E27FC236}">
                  <a16:creationId xmlns:a16="http://schemas.microsoft.com/office/drawing/2014/main" id="{DD37B4C9-FF7E-4416-B8A6-A085EDCD84E2}"/>
                </a:ext>
              </a:extLst>
            </p:cNvPr>
            <p:cNvSpPr/>
            <p:nvPr/>
          </p:nvSpPr>
          <p:spPr>
            <a:xfrm>
              <a:off x="6563650" y="985900"/>
              <a:ext cx="3200" cy="23350"/>
            </a:xfrm>
            <a:custGeom>
              <a:avLst/>
              <a:gdLst/>
              <a:ahLst/>
              <a:cxnLst/>
              <a:rect l="l" t="t" r="r" b="b"/>
              <a:pathLst>
                <a:path w="128" h="934" extrusionOk="0">
                  <a:moveTo>
                    <a:pt x="4" y="0"/>
                  </a:moveTo>
                  <a:lnTo>
                    <a:pt x="1" y="934"/>
                  </a:lnTo>
                  <a:lnTo>
                    <a:pt x="126" y="861"/>
                  </a:lnTo>
                  <a:lnTo>
                    <a:pt x="127" y="7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7541;p55">
              <a:extLst>
                <a:ext uri="{FF2B5EF4-FFF2-40B4-BE49-F238E27FC236}">
                  <a16:creationId xmlns:a16="http://schemas.microsoft.com/office/drawing/2014/main" id="{0CE1E348-48E0-4B4C-8E1D-D0AD29CBF435}"/>
                </a:ext>
              </a:extLst>
            </p:cNvPr>
            <p:cNvSpPr/>
            <p:nvPr/>
          </p:nvSpPr>
          <p:spPr>
            <a:xfrm>
              <a:off x="6563650" y="1007425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126" y="0"/>
                  </a:moveTo>
                  <a:lnTo>
                    <a:pt x="1" y="73"/>
                  </a:lnTo>
                  <a:lnTo>
                    <a:pt x="813" y="541"/>
                  </a:lnTo>
                  <a:lnTo>
                    <a:pt x="813" y="398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7542;p55">
              <a:extLst>
                <a:ext uri="{FF2B5EF4-FFF2-40B4-BE49-F238E27FC236}">
                  <a16:creationId xmlns:a16="http://schemas.microsoft.com/office/drawing/2014/main" id="{1DB12E51-5D4C-46B0-8B27-34F81185E2D3}"/>
                </a:ext>
              </a:extLst>
            </p:cNvPr>
            <p:cNvSpPr/>
            <p:nvPr/>
          </p:nvSpPr>
          <p:spPr>
            <a:xfrm>
              <a:off x="6656650" y="957475"/>
              <a:ext cx="17250" cy="29675"/>
            </a:xfrm>
            <a:custGeom>
              <a:avLst/>
              <a:gdLst/>
              <a:ahLst/>
              <a:cxnLst/>
              <a:rect l="l" t="t" r="r" b="b"/>
              <a:pathLst>
                <a:path w="690" h="1187" extrusionOk="0">
                  <a:moveTo>
                    <a:pt x="688" y="0"/>
                  </a:moveTo>
                  <a:lnTo>
                    <a:pt x="499" y="109"/>
                  </a:lnTo>
                  <a:lnTo>
                    <a:pt x="0" y="396"/>
                  </a:lnTo>
                  <a:lnTo>
                    <a:pt x="2" y="972"/>
                  </a:lnTo>
                  <a:lnTo>
                    <a:pt x="2" y="1186"/>
                  </a:lnTo>
                  <a:lnTo>
                    <a:pt x="689" y="790"/>
                  </a:lnTo>
                  <a:lnTo>
                    <a:pt x="688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7543;p55">
              <a:extLst>
                <a:ext uri="{FF2B5EF4-FFF2-40B4-BE49-F238E27FC236}">
                  <a16:creationId xmlns:a16="http://schemas.microsoft.com/office/drawing/2014/main" id="{4F5537C2-8CD1-4C1B-BA8E-25F0739E1EB3}"/>
                </a:ext>
              </a:extLst>
            </p:cNvPr>
            <p:cNvSpPr/>
            <p:nvPr/>
          </p:nvSpPr>
          <p:spPr>
            <a:xfrm>
              <a:off x="6673825" y="955650"/>
              <a:ext cx="3175" cy="23375"/>
            </a:xfrm>
            <a:custGeom>
              <a:avLst/>
              <a:gdLst/>
              <a:ahLst/>
              <a:cxnLst/>
              <a:rect l="l" t="t" r="r" b="b"/>
              <a:pathLst>
                <a:path w="127" h="935" extrusionOk="0">
                  <a:moveTo>
                    <a:pt x="124" y="1"/>
                  </a:moveTo>
                  <a:lnTo>
                    <a:pt x="1" y="73"/>
                  </a:lnTo>
                  <a:lnTo>
                    <a:pt x="2" y="863"/>
                  </a:lnTo>
                  <a:lnTo>
                    <a:pt x="127" y="935"/>
                  </a:lnTo>
                  <a:lnTo>
                    <a:pt x="124" y="1"/>
                  </a:lnTo>
                  <a:close/>
                  <a:moveTo>
                    <a:pt x="127" y="935"/>
                  </a:moveTo>
                  <a:lnTo>
                    <a:pt x="127" y="935"/>
                  </a:lnTo>
                  <a:lnTo>
                    <a:pt x="127" y="935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7544;p55">
              <a:extLst>
                <a:ext uri="{FF2B5EF4-FFF2-40B4-BE49-F238E27FC236}">
                  <a16:creationId xmlns:a16="http://schemas.microsoft.com/office/drawing/2014/main" id="{C8499D0D-B9C1-45CA-BB01-2E26E5365C71}"/>
                </a:ext>
              </a:extLst>
            </p:cNvPr>
            <p:cNvSpPr/>
            <p:nvPr/>
          </p:nvSpPr>
          <p:spPr>
            <a:xfrm>
              <a:off x="6656675" y="977225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688" y="0"/>
                  </a:moveTo>
                  <a:lnTo>
                    <a:pt x="1" y="396"/>
                  </a:lnTo>
                  <a:lnTo>
                    <a:pt x="1" y="541"/>
                  </a:lnTo>
                  <a:lnTo>
                    <a:pt x="813" y="72"/>
                  </a:lnTo>
                  <a:lnTo>
                    <a:pt x="688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7545;p55">
              <a:extLst>
                <a:ext uri="{FF2B5EF4-FFF2-40B4-BE49-F238E27FC236}">
                  <a16:creationId xmlns:a16="http://schemas.microsoft.com/office/drawing/2014/main" id="{575F8533-97DB-4F63-A454-1E86163FEB75}"/>
                </a:ext>
              </a:extLst>
            </p:cNvPr>
            <p:cNvSpPr/>
            <p:nvPr/>
          </p:nvSpPr>
          <p:spPr>
            <a:xfrm>
              <a:off x="6630225" y="972625"/>
              <a:ext cx="17250" cy="29700"/>
            </a:xfrm>
            <a:custGeom>
              <a:avLst/>
              <a:gdLst/>
              <a:ahLst/>
              <a:cxnLst/>
              <a:rect l="l" t="t" r="r" b="b"/>
              <a:pathLst>
                <a:path w="690" h="1188" extrusionOk="0">
                  <a:moveTo>
                    <a:pt x="688" y="0"/>
                  </a:moveTo>
                  <a:lnTo>
                    <a:pt x="499" y="109"/>
                  </a:lnTo>
                  <a:lnTo>
                    <a:pt x="0" y="398"/>
                  </a:lnTo>
                  <a:lnTo>
                    <a:pt x="2" y="972"/>
                  </a:lnTo>
                  <a:lnTo>
                    <a:pt x="2" y="1188"/>
                  </a:lnTo>
                  <a:lnTo>
                    <a:pt x="689" y="791"/>
                  </a:lnTo>
                  <a:lnTo>
                    <a:pt x="688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7546;p55">
              <a:extLst>
                <a:ext uri="{FF2B5EF4-FFF2-40B4-BE49-F238E27FC236}">
                  <a16:creationId xmlns:a16="http://schemas.microsoft.com/office/drawing/2014/main" id="{5CA9A40B-E007-4E13-8CD5-125B45F63C18}"/>
                </a:ext>
              </a:extLst>
            </p:cNvPr>
            <p:cNvSpPr/>
            <p:nvPr/>
          </p:nvSpPr>
          <p:spPr>
            <a:xfrm>
              <a:off x="6647400" y="970800"/>
              <a:ext cx="3175" cy="23425"/>
            </a:xfrm>
            <a:custGeom>
              <a:avLst/>
              <a:gdLst/>
              <a:ahLst/>
              <a:cxnLst/>
              <a:rect l="l" t="t" r="r" b="b"/>
              <a:pathLst>
                <a:path w="127" h="937" extrusionOk="0">
                  <a:moveTo>
                    <a:pt x="124" y="1"/>
                  </a:moveTo>
                  <a:lnTo>
                    <a:pt x="1" y="73"/>
                  </a:lnTo>
                  <a:lnTo>
                    <a:pt x="2" y="864"/>
                  </a:lnTo>
                  <a:lnTo>
                    <a:pt x="127" y="936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7547;p55">
              <a:extLst>
                <a:ext uri="{FF2B5EF4-FFF2-40B4-BE49-F238E27FC236}">
                  <a16:creationId xmlns:a16="http://schemas.microsoft.com/office/drawing/2014/main" id="{C6E3FC22-F5D1-4B69-93E8-19C80EA5B73F}"/>
                </a:ext>
              </a:extLst>
            </p:cNvPr>
            <p:cNvSpPr/>
            <p:nvPr/>
          </p:nvSpPr>
          <p:spPr>
            <a:xfrm>
              <a:off x="6630250" y="992375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688" y="1"/>
                  </a:moveTo>
                  <a:lnTo>
                    <a:pt x="1" y="398"/>
                  </a:lnTo>
                  <a:lnTo>
                    <a:pt x="1" y="541"/>
                  </a:lnTo>
                  <a:lnTo>
                    <a:pt x="813" y="73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7548;p55">
              <a:extLst>
                <a:ext uri="{FF2B5EF4-FFF2-40B4-BE49-F238E27FC236}">
                  <a16:creationId xmlns:a16="http://schemas.microsoft.com/office/drawing/2014/main" id="{A65F4E1F-A227-4A36-BEFB-5D423609272C}"/>
                </a:ext>
              </a:extLst>
            </p:cNvPr>
            <p:cNvSpPr/>
            <p:nvPr/>
          </p:nvSpPr>
          <p:spPr>
            <a:xfrm>
              <a:off x="6603800" y="987675"/>
              <a:ext cx="17225" cy="29700"/>
            </a:xfrm>
            <a:custGeom>
              <a:avLst/>
              <a:gdLst/>
              <a:ahLst/>
              <a:cxnLst/>
              <a:rect l="l" t="t" r="r" b="b"/>
              <a:pathLst>
                <a:path w="689" h="1188" extrusionOk="0">
                  <a:moveTo>
                    <a:pt x="687" y="0"/>
                  </a:moveTo>
                  <a:lnTo>
                    <a:pt x="499" y="110"/>
                  </a:lnTo>
                  <a:lnTo>
                    <a:pt x="0" y="397"/>
                  </a:lnTo>
                  <a:lnTo>
                    <a:pt x="2" y="973"/>
                  </a:lnTo>
                  <a:lnTo>
                    <a:pt x="2" y="1188"/>
                  </a:lnTo>
                  <a:lnTo>
                    <a:pt x="689" y="790"/>
                  </a:lnTo>
                  <a:lnTo>
                    <a:pt x="687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7549;p55">
              <a:extLst>
                <a:ext uri="{FF2B5EF4-FFF2-40B4-BE49-F238E27FC236}">
                  <a16:creationId xmlns:a16="http://schemas.microsoft.com/office/drawing/2014/main" id="{1606F6DC-4B33-4ED4-AE04-9A353B40B720}"/>
                </a:ext>
              </a:extLst>
            </p:cNvPr>
            <p:cNvSpPr/>
            <p:nvPr/>
          </p:nvSpPr>
          <p:spPr>
            <a:xfrm>
              <a:off x="6620975" y="985900"/>
              <a:ext cx="3175" cy="23350"/>
            </a:xfrm>
            <a:custGeom>
              <a:avLst/>
              <a:gdLst/>
              <a:ahLst/>
              <a:cxnLst/>
              <a:rect l="l" t="t" r="r" b="b"/>
              <a:pathLst>
                <a:path w="127" h="934" extrusionOk="0">
                  <a:moveTo>
                    <a:pt x="124" y="0"/>
                  </a:moveTo>
                  <a:lnTo>
                    <a:pt x="0" y="71"/>
                  </a:lnTo>
                  <a:lnTo>
                    <a:pt x="2" y="861"/>
                  </a:lnTo>
                  <a:lnTo>
                    <a:pt x="127" y="93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7550;p55">
              <a:extLst>
                <a:ext uri="{FF2B5EF4-FFF2-40B4-BE49-F238E27FC236}">
                  <a16:creationId xmlns:a16="http://schemas.microsoft.com/office/drawing/2014/main" id="{DA781B3F-C70D-424F-AD5D-4E4E3629F36F}"/>
                </a:ext>
              </a:extLst>
            </p:cNvPr>
            <p:cNvSpPr/>
            <p:nvPr/>
          </p:nvSpPr>
          <p:spPr>
            <a:xfrm>
              <a:off x="6603825" y="1007425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688" y="0"/>
                  </a:moveTo>
                  <a:lnTo>
                    <a:pt x="1" y="398"/>
                  </a:lnTo>
                  <a:lnTo>
                    <a:pt x="1" y="541"/>
                  </a:lnTo>
                  <a:lnTo>
                    <a:pt x="813" y="73"/>
                  </a:lnTo>
                  <a:lnTo>
                    <a:pt x="688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7551;p55">
              <a:extLst>
                <a:ext uri="{FF2B5EF4-FFF2-40B4-BE49-F238E27FC236}">
                  <a16:creationId xmlns:a16="http://schemas.microsoft.com/office/drawing/2014/main" id="{F2000550-2117-46FB-B197-612F2B9EBD59}"/>
                </a:ext>
              </a:extLst>
            </p:cNvPr>
            <p:cNvSpPr/>
            <p:nvPr/>
          </p:nvSpPr>
          <p:spPr>
            <a:xfrm>
              <a:off x="6513925" y="921675"/>
              <a:ext cx="17250" cy="29725"/>
            </a:xfrm>
            <a:custGeom>
              <a:avLst/>
              <a:gdLst/>
              <a:ahLst/>
              <a:cxnLst/>
              <a:rect l="l" t="t" r="r" b="b"/>
              <a:pathLst>
                <a:path w="690" h="1189" extrusionOk="0">
                  <a:moveTo>
                    <a:pt x="2" y="1"/>
                  </a:moveTo>
                  <a:lnTo>
                    <a:pt x="0" y="791"/>
                  </a:lnTo>
                  <a:lnTo>
                    <a:pt x="688" y="1189"/>
                  </a:lnTo>
                  <a:lnTo>
                    <a:pt x="688" y="974"/>
                  </a:lnTo>
                  <a:lnTo>
                    <a:pt x="689" y="398"/>
                  </a:lnTo>
                  <a:lnTo>
                    <a:pt x="190" y="111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7552;p55">
              <a:extLst>
                <a:ext uri="{FF2B5EF4-FFF2-40B4-BE49-F238E27FC236}">
                  <a16:creationId xmlns:a16="http://schemas.microsoft.com/office/drawing/2014/main" id="{D2295614-2D19-42D7-9B9B-09917F51D146}"/>
                </a:ext>
              </a:extLst>
            </p:cNvPr>
            <p:cNvSpPr/>
            <p:nvPr/>
          </p:nvSpPr>
          <p:spPr>
            <a:xfrm>
              <a:off x="6510800" y="919900"/>
              <a:ext cx="3175" cy="23375"/>
            </a:xfrm>
            <a:custGeom>
              <a:avLst/>
              <a:gdLst/>
              <a:ahLst/>
              <a:cxnLst/>
              <a:rect l="l" t="t" r="r" b="b"/>
              <a:pathLst>
                <a:path w="127" h="935" extrusionOk="0">
                  <a:moveTo>
                    <a:pt x="4" y="1"/>
                  </a:moveTo>
                  <a:lnTo>
                    <a:pt x="1" y="935"/>
                  </a:lnTo>
                  <a:lnTo>
                    <a:pt x="125" y="862"/>
                  </a:lnTo>
                  <a:lnTo>
                    <a:pt x="127" y="72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7553;p55">
              <a:extLst>
                <a:ext uri="{FF2B5EF4-FFF2-40B4-BE49-F238E27FC236}">
                  <a16:creationId xmlns:a16="http://schemas.microsoft.com/office/drawing/2014/main" id="{F602C279-C7D2-4C9C-BA7B-E9270CA6F745}"/>
                </a:ext>
              </a:extLst>
            </p:cNvPr>
            <p:cNvSpPr/>
            <p:nvPr/>
          </p:nvSpPr>
          <p:spPr>
            <a:xfrm>
              <a:off x="6510800" y="941450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125" y="0"/>
                  </a:moveTo>
                  <a:lnTo>
                    <a:pt x="1" y="73"/>
                  </a:lnTo>
                  <a:lnTo>
                    <a:pt x="813" y="541"/>
                  </a:lnTo>
                  <a:lnTo>
                    <a:pt x="813" y="398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7554;p55">
              <a:extLst>
                <a:ext uri="{FF2B5EF4-FFF2-40B4-BE49-F238E27FC236}">
                  <a16:creationId xmlns:a16="http://schemas.microsoft.com/office/drawing/2014/main" id="{154A3482-CFEE-42BC-BA71-941095F5F6DB}"/>
                </a:ext>
              </a:extLst>
            </p:cNvPr>
            <p:cNvSpPr/>
            <p:nvPr/>
          </p:nvSpPr>
          <p:spPr>
            <a:xfrm>
              <a:off x="6540350" y="936875"/>
              <a:ext cx="17275" cy="29675"/>
            </a:xfrm>
            <a:custGeom>
              <a:avLst/>
              <a:gdLst/>
              <a:ahLst/>
              <a:cxnLst/>
              <a:rect l="l" t="t" r="r" b="b"/>
              <a:pathLst>
                <a:path w="691" h="1187" extrusionOk="0">
                  <a:moveTo>
                    <a:pt x="2" y="1"/>
                  </a:moveTo>
                  <a:lnTo>
                    <a:pt x="0" y="791"/>
                  </a:lnTo>
                  <a:lnTo>
                    <a:pt x="688" y="1187"/>
                  </a:lnTo>
                  <a:lnTo>
                    <a:pt x="688" y="972"/>
                  </a:lnTo>
                  <a:lnTo>
                    <a:pt x="691" y="396"/>
                  </a:lnTo>
                  <a:lnTo>
                    <a:pt x="192" y="109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7555;p55">
              <a:extLst>
                <a:ext uri="{FF2B5EF4-FFF2-40B4-BE49-F238E27FC236}">
                  <a16:creationId xmlns:a16="http://schemas.microsoft.com/office/drawing/2014/main" id="{4FADE36A-4B73-40B5-9965-ABB31C7A171A}"/>
                </a:ext>
              </a:extLst>
            </p:cNvPr>
            <p:cNvSpPr/>
            <p:nvPr/>
          </p:nvSpPr>
          <p:spPr>
            <a:xfrm>
              <a:off x="6537225" y="935075"/>
              <a:ext cx="3175" cy="23350"/>
            </a:xfrm>
            <a:custGeom>
              <a:avLst/>
              <a:gdLst/>
              <a:ahLst/>
              <a:cxnLst/>
              <a:rect l="l" t="t" r="r" b="b"/>
              <a:pathLst>
                <a:path w="127" h="934" extrusionOk="0">
                  <a:moveTo>
                    <a:pt x="4" y="0"/>
                  </a:moveTo>
                  <a:lnTo>
                    <a:pt x="1" y="934"/>
                  </a:lnTo>
                  <a:lnTo>
                    <a:pt x="125" y="861"/>
                  </a:lnTo>
                  <a:lnTo>
                    <a:pt x="127" y="7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7556;p55">
              <a:extLst>
                <a:ext uri="{FF2B5EF4-FFF2-40B4-BE49-F238E27FC236}">
                  <a16:creationId xmlns:a16="http://schemas.microsoft.com/office/drawing/2014/main" id="{F402A2CE-E02F-4DB4-86C6-DC3D70859D0C}"/>
                </a:ext>
              </a:extLst>
            </p:cNvPr>
            <p:cNvSpPr/>
            <p:nvPr/>
          </p:nvSpPr>
          <p:spPr>
            <a:xfrm>
              <a:off x="6537225" y="956600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125" y="0"/>
                  </a:moveTo>
                  <a:lnTo>
                    <a:pt x="1" y="73"/>
                  </a:lnTo>
                  <a:lnTo>
                    <a:pt x="813" y="541"/>
                  </a:lnTo>
                  <a:lnTo>
                    <a:pt x="813" y="398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7557;p55">
              <a:extLst>
                <a:ext uri="{FF2B5EF4-FFF2-40B4-BE49-F238E27FC236}">
                  <a16:creationId xmlns:a16="http://schemas.microsoft.com/office/drawing/2014/main" id="{1092872D-EFD7-48E7-8983-EC69CC025C73}"/>
                </a:ext>
              </a:extLst>
            </p:cNvPr>
            <p:cNvSpPr/>
            <p:nvPr/>
          </p:nvSpPr>
          <p:spPr>
            <a:xfrm>
              <a:off x="6566775" y="951925"/>
              <a:ext cx="17250" cy="29700"/>
            </a:xfrm>
            <a:custGeom>
              <a:avLst/>
              <a:gdLst/>
              <a:ahLst/>
              <a:cxnLst/>
              <a:rect l="l" t="t" r="r" b="b"/>
              <a:pathLst>
                <a:path w="690" h="1188" extrusionOk="0">
                  <a:moveTo>
                    <a:pt x="2" y="0"/>
                  </a:moveTo>
                  <a:lnTo>
                    <a:pt x="1" y="791"/>
                  </a:lnTo>
                  <a:lnTo>
                    <a:pt x="688" y="1188"/>
                  </a:lnTo>
                  <a:lnTo>
                    <a:pt x="688" y="973"/>
                  </a:lnTo>
                  <a:lnTo>
                    <a:pt x="689" y="398"/>
                  </a:lnTo>
                  <a:lnTo>
                    <a:pt x="191" y="10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7558;p55">
              <a:extLst>
                <a:ext uri="{FF2B5EF4-FFF2-40B4-BE49-F238E27FC236}">
                  <a16:creationId xmlns:a16="http://schemas.microsoft.com/office/drawing/2014/main" id="{C3AB5801-3C9B-4D85-9B99-801CCD2990E2}"/>
                </a:ext>
              </a:extLst>
            </p:cNvPr>
            <p:cNvSpPr/>
            <p:nvPr/>
          </p:nvSpPr>
          <p:spPr>
            <a:xfrm>
              <a:off x="6563650" y="950150"/>
              <a:ext cx="3200" cy="23375"/>
            </a:xfrm>
            <a:custGeom>
              <a:avLst/>
              <a:gdLst/>
              <a:ahLst/>
              <a:cxnLst/>
              <a:rect l="l" t="t" r="r" b="b"/>
              <a:pathLst>
                <a:path w="128" h="935" extrusionOk="0">
                  <a:moveTo>
                    <a:pt x="4" y="0"/>
                  </a:moveTo>
                  <a:lnTo>
                    <a:pt x="1" y="934"/>
                  </a:lnTo>
                  <a:lnTo>
                    <a:pt x="126" y="862"/>
                  </a:lnTo>
                  <a:lnTo>
                    <a:pt x="127" y="7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7559;p55">
              <a:extLst>
                <a:ext uri="{FF2B5EF4-FFF2-40B4-BE49-F238E27FC236}">
                  <a16:creationId xmlns:a16="http://schemas.microsoft.com/office/drawing/2014/main" id="{3E1596A1-A6AB-49E6-8F83-68606F4BCB6E}"/>
                </a:ext>
              </a:extLst>
            </p:cNvPr>
            <p:cNvSpPr/>
            <p:nvPr/>
          </p:nvSpPr>
          <p:spPr>
            <a:xfrm>
              <a:off x="6563650" y="971675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126" y="1"/>
                  </a:moveTo>
                  <a:lnTo>
                    <a:pt x="1" y="73"/>
                  </a:lnTo>
                  <a:lnTo>
                    <a:pt x="813" y="542"/>
                  </a:lnTo>
                  <a:lnTo>
                    <a:pt x="813" y="398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7560;p55">
              <a:extLst>
                <a:ext uri="{FF2B5EF4-FFF2-40B4-BE49-F238E27FC236}">
                  <a16:creationId xmlns:a16="http://schemas.microsoft.com/office/drawing/2014/main" id="{B300105A-998B-4178-9545-180A1C134CE2}"/>
                </a:ext>
              </a:extLst>
            </p:cNvPr>
            <p:cNvSpPr/>
            <p:nvPr/>
          </p:nvSpPr>
          <p:spPr>
            <a:xfrm>
              <a:off x="6656650" y="921675"/>
              <a:ext cx="17250" cy="29725"/>
            </a:xfrm>
            <a:custGeom>
              <a:avLst/>
              <a:gdLst/>
              <a:ahLst/>
              <a:cxnLst/>
              <a:rect l="l" t="t" r="r" b="b"/>
              <a:pathLst>
                <a:path w="690" h="1189" extrusionOk="0">
                  <a:moveTo>
                    <a:pt x="688" y="1"/>
                  </a:moveTo>
                  <a:lnTo>
                    <a:pt x="499" y="111"/>
                  </a:lnTo>
                  <a:lnTo>
                    <a:pt x="0" y="398"/>
                  </a:lnTo>
                  <a:lnTo>
                    <a:pt x="2" y="974"/>
                  </a:lnTo>
                  <a:lnTo>
                    <a:pt x="2" y="1189"/>
                  </a:lnTo>
                  <a:lnTo>
                    <a:pt x="689" y="791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7561;p55">
              <a:extLst>
                <a:ext uri="{FF2B5EF4-FFF2-40B4-BE49-F238E27FC236}">
                  <a16:creationId xmlns:a16="http://schemas.microsoft.com/office/drawing/2014/main" id="{68933774-6D63-44FC-A7A4-D3BE3ABAF181}"/>
                </a:ext>
              </a:extLst>
            </p:cNvPr>
            <p:cNvSpPr/>
            <p:nvPr/>
          </p:nvSpPr>
          <p:spPr>
            <a:xfrm>
              <a:off x="6673825" y="919900"/>
              <a:ext cx="3175" cy="23375"/>
            </a:xfrm>
            <a:custGeom>
              <a:avLst/>
              <a:gdLst/>
              <a:ahLst/>
              <a:cxnLst/>
              <a:rect l="l" t="t" r="r" b="b"/>
              <a:pathLst>
                <a:path w="127" h="935" extrusionOk="0">
                  <a:moveTo>
                    <a:pt x="124" y="1"/>
                  </a:moveTo>
                  <a:lnTo>
                    <a:pt x="1" y="72"/>
                  </a:lnTo>
                  <a:lnTo>
                    <a:pt x="2" y="862"/>
                  </a:lnTo>
                  <a:lnTo>
                    <a:pt x="127" y="935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7562;p55">
              <a:extLst>
                <a:ext uri="{FF2B5EF4-FFF2-40B4-BE49-F238E27FC236}">
                  <a16:creationId xmlns:a16="http://schemas.microsoft.com/office/drawing/2014/main" id="{9B860A7E-D9ED-41D3-99DE-A2937501759F}"/>
                </a:ext>
              </a:extLst>
            </p:cNvPr>
            <p:cNvSpPr/>
            <p:nvPr/>
          </p:nvSpPr>
          <p:spPr>
            <a:xfrm>
              <a:off x="6656675" y="941450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688" y="0"/>
                  </a:moveTo>
                  <a:lnTo>
                    <a:pt x="1" y="398"/>
                  </a:lnTo>
                  <a:lnTo>
                    <a:pt x="1" y="541"/>
                  </a:lnTo>
                  <a:lnTo>
                    <a:pt x="813" y="73"/>
                  </a:lnTo>
                  <a:lnTo>
                    <a:pt x="688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7563;p55">
              <a:extLst>
                <a:ext uri="{FF2B5EF4-FFF2-40B4-BE49-F238E27FC236}">
                  <a16:creationId xmlns:a16="http://schemas.microsoft.com/office/drawing/2014/main" id="{C88AA35D-9309-4F58-A24E-3A5A17CB6B95}"/>
                </a:ext>
              </a:extLst>
            </p:cNvPr>
            <p:cNvSpPr/>
            <p:nvPr/>
          </p:nvSpPr>
          <p:spPr>
            <a:xfrm>
              <a:off x="6630225" y="936875"/>
              <a:ext cx="17250" cy="29675"/>
            </a:xfrm>
            <a:custGeom>
              <a:avLst/>
              <a:gdLst/>
              <a:ahLst/>
              <a:cxnLst/>
              <a:rect l="l" t="t" r="r" b="b"/>
              <a:pathLst>
                <a:path w="690" h="1187" extrusionOk="0">
                  <a:moveTo>
                    <a:pt x="688" y="1"/>
                  </a:moveTo>
                  <a:lnTo>
                    <a:pt x="499" y="109"/>
                  </a:lnTo>
                  <a:lnTo>
                    <a:pt x="0" y="396"/>
                  </a:lnTo>
                  <a:lnTo>
                    <a:pt x="2" y="972"/>
                  </a:lnTo>
                  <a:lnTo>
                    <a:pt x="2" y="1187"/>
                  </a:lnTo>
                  <a:lnTo>
                    <a:pt x="689" y="791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7564;p55">
              <a:extLst>
                <a:ext uri="{FF2B5EF4-FFF2-40B4-BE49-F238E27FC236}">
                  <a16:creationId xmlns:a16="http://schemas.microsoft.com/office/drawing/2014/main" id="{C97A9F6E-7FC1-4EB2-83BC-8118B96A10B8}"/>
                </a:ext>
              </a:extLst>
            </p:cNvPr>
            <p:cNvSpPr/>
            <p:nvPr/>
          </p:nvSpPr>
          <p:spPr>
            <a:xfrm>
              <a:off x="6647400" y="935075"/>
              <a:ext cx="3175" cy="23350"/>
            </a:xfrm>
            <a:custGeom>
              <a:avLst/>
              <a:gdLst/>
              <a:ahLst/>
              <a:cxnLst/>
              <a:rect l="l" t="t" r="r" b="b"/>
              <a:pathLst>
                <a:path w="127" h="934" extrusionOk="0">
                  <a:moveTo>
                    <a:pt x="124" y="0"/>
                  </a:moveTo>
                  <a:lnTo>
                    <a:pt x="1" y="71"/>
                  </a:lnTo>
                  <a:lnTo>
                    <a:pt x="2" y="861"/>
                  </a:lnTo>
                  <a:lnTo>
                    <a:pt x="127" y="93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7565;p55">
              <a:extLst>
                <a:ext uri="{FF2B5EF4-FFF2-40B4-BE49-F238E27FC236}">
                  <a16:creationId xmlns:a16="http://schemas.microsoft.com/office/drawing/2014/main" id="{64E61678-1DFC-4F87-B458-87C58CD06509}"/>
                </a:ext>
              </a:extLst>
            </p:cNvPr>
            <p:cNvSpPr/>
            <p:nvPr/>
          </p:nvSpPr>
          <p:spPr>
            <a:xfrm>
              <a:off x="6630250" y="956600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688" y="0"/>
                  </a:moveTo>
                  <a:lnTo>
                    <a:pt x="1" y="398"/>
                  </a:lnTo>
                  <a:lnTo>
                    <a:pt x="1" y="541"/>
                  </a:lnTo>
                  <a:lnTo>
                    <a:pt x="813" y="73"/>
                  </a:lnTo>
                  <a:lnTo>
                    <a:pt x="688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7566;p55">
              <a:extLst>
                <a:ext uri="{FF2B5EF4-FFF2-40B4-BE49-F238E27FC236}">
                  <a16:creationId xmlns:a16="http://schemas.microsoft.com/office/drawing/2014/main" id="{DABE07DB-C6CC-41FA-964D-2C344857B250}"/>
                </a:ext>
              </a:extLst>
            </p:cNvPr>
            <p:cNvSpPr/>
            <p:nvPr/>
          </p:nvSpPr>
          <p:spPr>
            <a:xfrm>
              <a:off x="6603800" y="951925"/>
              <a:ext cx="17225" cy="29700"/>
            </a:xfrm>
            <a:custGeom>
              <a:avLst/>
              <a:gdLst/>
              <a:ahLst/>
              <a:cxnLst/>
              <a:rect l="l" t="t" r="r" b="b"/>
              <a:pathLst>
                <a:path w="689" h="1188" extrusionOk="0">
                  <a:moveTo>
                    <a:pt x="687" y="0"/>
                  </a:moveTo>
                  <a:lnTo>
                    <a:pt x="499" y="109"/>
                  </a:lnTo>
                  <a:lnTo>
                    <a:pt x="0" y="398"/>
                  </a:lnTo>
                  <a:lnTo>
                    <a:pt x="2" y="973"/>
                  </a:lnTo>
                  <a:lnTo>
                    <a:pt x="2" y="1188"/>
                  </a:lnTo>
                  <a:lnTo>
                    <a:pt x="689" y="791"/>
                  </a:lnTo>
                  <a:lnTo>
                    <a:pt x="687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7567;p55">
              <a:extLst>
                <a:ext uri="{FF2B5EF4-FFF2-40B4-BE49-F238E27FC236}">
                  <a16:creationId xmlns:a16="http://schemas.microsoft.com/office/drawing/2014/main" id="{B5B0411A-2093-41FC-89EF-C481F15032F8}"/>
                </a:ext>
              </a:extLst>
            </p:cNvPr>
            <p:cNvSpPr/>
            <p:nvPr/>
          </p:nvSpPr>
          <p:spPr>
            <a:xfrm>
              <a:off x="6620975" y="950150"/>
              <a:ext cx="3175" cy="23375"/>
            </a:xfrm>
            <a:custGeom>
              <a:avLst/>
              <a:gdLst/>
              <a:ahLst/>
              <a:cxnLst/>
              <a:rect l="l" t="t" r="r" b="b"/>
              <a:pathLst>
                <a:path w="127" h="935" extrusionOk="0">
                  <a:moveTo>
                    <a:pt x="124" y="0"/>
                  </a:moveTo>
                  <a:lnTo>
                    <a:pt x="0" y="71"/>
                  </a:lnTo>
                  <a:lnTo>
                    <a:pt x="2" y="862"/>
                  </a:lnTo>
                  <a:lnTo>
                    <a:pt x="127" y="93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7568;p55">
              <a:extLst>
                <a:ext uri="{FF2B5EF4-FFF2-40B4-BE49-F238E27FC236}">
                  <a16:creationId xmlns:a16="http://schemas.microsoft.com/office/drawing/2014/main" id="{686501DA-126A-40D9-A043-7F20CBE449F2}"/>
                </a:ext>
              </a:extLst>
            </p:cNvPr>
            <p:cNvSpPr/>
            <p:nvPr/>
          </p:nvSpPr>
          <p:spPr>
            <a:xfrm>
              <a:off x="6603825" y="971675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688" y="1"/>
                  </a:moveTo>
                  <a:lnTo>
                    <a:pt x="1" y="398"/>
                  </a:lnTo>
                  <a:lnTo>
                    <a:pt x="1" y="542"/>
                  </a:lnTo>
                  <a:lnTo>
                    <a:pt x="813" y="73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7569;p55">
              <a:extLst>
                <a:ext uri="{FF2B5EF4-FFF2-40B4-BE49-F238E27FC236}">
                  <a16:creationId xmlns:a16="http://schemas.microsoft.com/office/drawing/2014/main" id="{E0AE9616-6A11-460C-9F2B-8F6E9409028F}"/>
                </a:ext>
              </a:extLst>
            </p:cNvPr>
            <p:cNvSpPr/>
            <p:nvPr/>
          </p:nvSpPr>
          <p:spPr>
            <a:xfrm>
              <a:off x="7161750" y="1066600"/>
              <a:ext cx="399150" cy="229825"/>
            </a:xfrm>
            <a:custGeom>
              <a:avLst/>
              <a:gdLst/>
              <a:ahLst/>
              <a:cxnLst/>
              <a:rect l="l" t="t" r="r" b="b"/>
              <a:pathLst>
                <a:path w="15966" h="9193" extrusionOk="0">
                  <a:moveTo>
                    <a:pt x="5343" y="1"/>
                  </a:moveTo>
                  <a:cubicBezTo>
                    <a:pt x="5285" y="1"/>
                    <a:pt x="5227" y="14"/>
                    <a:pt x="5183" y="39"/>
                  </a:cubicBezTo>
                  <a:lnTo>
                    <a:pt x="90" y="3022"/>
                  </a:lnTo>
                  <a:cubicBezTo>
                    <a:pt x="2" y="3073"/>
                    <a:pt x="0" y="3155"/>
                    <a:pt x="89" y="3207"/>
                  </a:cubicBezTo>
                  <a:lnTo>
                    <a:pt x="10464" y="9154"/>
                  </a:lnTo>
                  <a:cubicBezTo>
                    <a:pt x="10507" y="9180"/>
                    <a:pt x="10565" y="9192"/>
                    <a:pt x="10623" y="9192"/>
                  </a:cubicBezTo>
                  <a:cubicBezTo>
                    <a:pt x="10681" y="9192"/>
                    <a:pt x="10739" y="9180"/>
                    <a:pt x="10783" y="9154"/>
                  </a:cubicBezTo>
                  <a:lnTo>
                    <a:pt x="15877" y="6173"/>
                  </a:lnTo>
                  <a:cubicBezTo>
                    <a:pt x="15966" y="6121"/>
                    <a:pt x="15966" y="6038"/>
                    <a:pt x="15879" y="5987"/>
                  </a:cubicBezTo>
                  <a:lnTo>
                    <a:pt x="5503" y="39"/>
                  </a:lnTo>
                  <a:cubicBezTo>
                    <a:pt x="5459" y="14"/>
                    <a:pt x="5401" y="1"/>
                    <a:pt x="534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7570;p55">
              <a:extLst>
                <a:ext uri="{FF2B5EF4-FFF2-40B4-BE49-F238E27FC236}">
                  <a16:creationId xmlns:a16="http://schemas.microsoft.com/office/drawing/2014/main" id="{A975D628-E129-427A-AB35-6BEA757B553F}"/>
                </a:ext>
              </a:extLst>
            </p:cNvPr>
            <p:cNvSpPr/>
            <p:nvPr/>
          </p:nvSpPr>
          <p:spPr>
            <a:xfrm>
              <a:off x="7264600" y="1092650"/>
              <a:ext cx="10500" cy="32725"/>
            </a:xfrm>
            <a:custGeom>
              <a:avLst/>
              <a:gdLst/>
              <a:ahLst/>
              <a:cxnLst/>
              <a:rect l="l" t="t" r="r" b="b"/>
              <a:pathLst>
                <a:path w="420" h="1309" extrusionOk="0">
                  <a:moveTo>
                    <a:pt x="419" y="1"/>
                  </a:moveTo>
                  <a:cubicBezTo>
                    <a:pt x="419" y="32"/>
                    <a:pt x="399" y="63"/>
                    <a:pt x="357" y="88"/>
                  </a:cubicBezTo>
                  <a:cubicBezTo>
                    <a:pt x="316" y="111"/>
                    <a:pt x="263" y="123"/>
                    <a:pt x="210" y="123"/>
                  </a:cubicBezTo>
                  <a:cubicBezTo>
                    <a:pt x="156" y="123"/>
                    <a:pt x="102" y="111"/>
                    <a:pt x="61" y="88"/>
                  </a:cubicBezTo>
                  <a:cubicBezTo>
                    <a:pt x="20" y="64"/>
                    <a:pt x="0" y="32"/>
                    <a:pt x="0" y="2"/>
                  </a:cubicBezTo>
                  <a:lnTo>
                    <a:pt x="0" y="1187"/>
                  </a:lnTo>
                  <a:cubicBezTo>
                    <a:pt x="0" y="1217"/>
                    <a:pt x="20" y="1249"/>
                    <a:pt x="61" y="1272"/>
                  </a:cubicBezTo>
                  <a:cubicBezTo>
                    <a:pt x="102" y="1296"/>
                    <a:pt x="155" y="1308"/>
                    <a:pt x="208" y="1308"/>
                  </a:cubicBezTo>
                  <a:cubicBezTo>
                    <a:pt x="262" y="1308"/>
                    <a:pt x="315" y="1296"/>
                    <a:pt x="357" y="1272"/>
                  </a:cubicBezTo>
                  <a:cubicBezTo>
                    <a:pt x="399" y="1249"/>
                    <a:pt x="419" y="1217"/>
                    <a:pt x="419" y="1187"/>
                  </a:cubicBezTo>
                  <a:lnTo>
                    <a:pt x="419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7571;p55">
              <a:extLst>
                <a:ext uri="{FF2B5EF4-FFF2-40B4-BE49-F238E27FC236}">
                  <a16:creationId xmlns:a16="http://schemas.microsoft.com/office/drawing/2014/main" id="{C9351663-3FD9-4C7B-B0FD-CC5DD02877E0}"/>
                </a:ext>
              </a:extLst>
            </p:cNvPr>
            <p:cNvSpPr/>
            <p:nvPr/>
          </p:nvSpPr>
          <p:spPr>
            <a:xfrm>
              <a:off x="7264075" y="1089650"/>
              <a:ext cx="11525" cy="6075"/>
            </a:xfrm>
            <a:custGeom>
              <a:avLst/>
              <a:gdLst/>
              <a:ahLst/>
              <a:cxnLst/>
              <a:rect l="l" t="t" r="r" b="b"/>
              <a:pathLst>
                <a:path w="461" h="243" extrusionOk="0">
                  <a:moveTo>
                    <a:pt x="232" y="0"/>
                  </a:moveTo>
                  <a:cubicBezTo>
                    <a:pt x="178" y="0"/>
                    <a:pt x="125" y="12"/>
                    <a:pt x="83" y="35"/>
                  </a:cubicBezTo>
                  <a:cubicBezTo>
                    <a:pt x="1" y="83"/>
                    <a:pt x="1" y="160"/>
                    <a:pt x="82" y="208"/>
                  </a:cubicBezTo>
                  <a:cubicBezTo>
                    <a:pt x="123" y="231"/>
                    <a:pt x="177" y="243"/>
                    <a:pt x="231" y="243"/>
                  </a:cubicBezTo>
                  <a:cubicBezTo>
                    <a:pt x="284" y="243"/>
                    <a:pt x="337" y="231"/>
                    <a:pt x="378" y="208"/>
                  </a:cubicBezTo>
                  <a:cubicBezTo>
                    <a:pt x="460" y="160"/>
                    <a:pt x="460" y="83"/>
                    <a:pt x="379" y="35"/>
                  </a:cubicBezTo>
                  <a:cubicBezTo>
                    <a:pt x="339" y="12"/>
                    <a:pt x="285" y="0"/>
                    <a:pt x="232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7572;p55">
              <a:extLst>
                <a:ext uri="{FF2B5EF4-FFF2-40B4-BE49-F238E27FC236}">
                  <a16:creationId xmlns:a16="http://schemas.microsoft.com/office/drawing/2014/main" id="{B82021DE-CB5E-4DBC-847B-F59568154984}"/>
                </a:ext>
              </a:extLst>
            </p:cNvPr>
            <p:cNvSpPr/>
            <p:nvPr/>
          </p:nvSpPr>
          <p:spPr>
            <a:xfrm>
              <a:off x="7228375" y="1019275"/>
              <a:ext cx="81525" cy="77875"/>
            </a:xfrm>
            <a:custGeom>
              <a:avLst/>
              <a:gdLst/>
              <a:ahLst/>
              <a:cxnLst/>
              <a:rect l="l" t="t" r="r" b="b"/>
              <a:pathLst>
                <a:path w="3261" h="3115" extrusionOk="0">
                  <a:moveTo>
                    <a:pt x="1955" y="1"/>
                  </a:moveTo>
                  <a:cubicBezTo>
                    <a:pt x="1739" y="1"/>
                    <a:pt x="1533" y="114"/>
                    <a:pt x="1422" y="308"/>
                  </a:cubicBezTo>
                  <a:cubicBezTo>
                    <a:pt x="1328" y="198"/>
                    <a:pt x="1193" y="139"/>
                    <a:pt x="1056" y="139"/>
                  </a:cubicBezTo>
                  <a:cubicBezTo>
                    <a:pt x="973" y="139"/>
                    <a:pt x="889" y="161"/>
                    <a:pt x="814" y="205"/>
                  </a:cubicBezTo>
                  <a:cubicBezTo>
                    <a:pt x="614" y="324"/>
                    <a:pt x="527" y="569"/>
                    <a:pt x="611" y="787"/>
                  </a:cubicBezTo>
                  <a:cubicBezTo>
                    <a:pt x="331" y="842"/>
                    <a:pt x="114" y="1059"/>
                    <a:pt x="57" y="1338"/>
                  </a:cubicBezTo>
                  <a:cubicBezTo>
                    <a:pt x="0" y="1616"/>
                    <a:pt x="118" y="1902"/>
                    <a:pt x="353" y="2061"/>
                  </a:cubicBezTo>
                  <a:cubicBezTo>
                    <a:pt x="341" y="2100"/>
                    <a:pt x="335" y="2141"/>
                    <a:pt x="335" y="2181"/>
                  </a:cubicBezTo>
                  <a:cubicBezTo>
                    <a:pt x="335" y="2403"/>
                    <a:pt x="488" y="2596"/>
                    <a:pt x="704" y="2647"/>
                  </a:cubicBezTo>
                  <a:cubicBezTo>
                    <a:pt x="916" y="2955"/>
                    <a:pt x="1254" y="3115"/>
                    <a:pt x="1594" y="3115"/>
                  </a:cubicBezTo>
                  <a:cubicBezTo>
                    <a:pt x="1860" y="3115"/>
                    <a:pt x="2128" y="3017"/>
                    <a:pt x="2338" y="2817"/>
                  </a:cubicBezTo>
                  <a:cubicBezTo>
                    <a:pt x="2347" y="2811"/>
                    <a:pt x="2355" y="2806"/>
                    <a:pt x="2363" y="2802"/>
                  </a:cubicBezTo>
                  <a:cubicBezTo>
                    <a:pt x="2400" y="2811"/>
                    <a:pt x="2438" y="2816"/>
                    <a:pt x="2475" y="2816"/>
                  </a:cubicBezTo>
                  <a:cubicBezTo>
                    <a:pt x="2711" y="2816"/>
                    <a:pt x="2920" y="2637"/>
                    <a:pt x="2946" y="2392"/>
                  </a:cubicBezTo>
                  <a:cubicBezTo>
                    <a:pt x="3140" y="2282"/>
                    <a:pt x="3259" y="2077"/>
                    <a:pt x="3260" y="1855"/>
                  </a:cubicBezTo>
                  <a:cubicBezTo>
                    <a:pt x="3260" y="1628"/>
                    <a:pt x="3136" y="1419"/>
                    <a:pt x="2935" y="1311"/>
                  </a:cubicBezTo>
                  <a:cubicBezTo>
                    <a:pt x="3082" y="1019"/>
                    <a:pt x="2896" y="668"/>
                    <a:pt x="2571" y="627"/>
                  </a:cubicBezTo>
                  <a:lnTo>
                    <a:pt x="2571" y="620"/>
                  </a:lnTo>
                  <a:cubicBezTo>
                    <a:pt x="2571" y="341"/>
                    <a:pt x="2386" y="96"/>
                    <a:pt x="2116" y="22"/>
                  </a:cubicBezTo>
                  <a:cubicBezTo>
                    <a:pt x="2062" y="8"/>
                    <a:pt x="2008" y="1"/>
                    <a:pt x="1955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7573;p55">
              <a:extLst>
                <a:ext uri="{FF2B5EF4-FFF2-40B4-BE49-F238E27FC236}">
                  <a16:creationId xmlns:a16="http://schemas.microsoft.com/office/drawing/2014/main" id="{02A0FE59-BFD0-4D2F-9E4B-495F37ED1F96}"/>
                </a:ext>
              </a:extLst>
            </p:cNvPr>
            <p:cNvSpPr/>
            <p:nvPr/>
          </p:nvSpPr>
          <p:spPr>
            <a:xfrm>
              <a:off x="7212325" y="1112600"/>
              <a:ext cx="10500" cy="32700"/>
            </a:xfrm>
            <a:custGeom>
              <a:avLst/>
              <a:gdLst/>
              <a:ahLst/>
              <a:cxnLst/>
              <a:rect l="l" t="t" r="r" b="b"/>
              <a:pathLst>
                <a:path w="420" h="1308" extrusionOk="0">
                  <a:moveTo>
                    <a:pt x="419" y="0"/>
                  </a:moveTo>
                  <a:cubicBezTo>
                    <a:pt x="419" y="32"/>
                    <a:pt x="399" y="62"/>
                    <a:pt x="357" y="87"/>
                  </a:cubicBezTo>
                  <a:cubicBezTo>
                    <a:pt x="315" y="110"/>
                    <a:pt x="262" y="122"/>
                    <a:pt x="208" y="122"/>
                  </a:cubicBezTo>
                  <a:cubicBezTo>
                    <a:pt x="155" y="122"/>
                    <a:pt x="102" y="110"/>
                    <a:pt x="61" y="87"/>
                  </a:cubicBezTo>
                  <a:cubicBezTo>
                    <a:pt x="20" y="62"/>
                    <a:pt x="0" y="32"/>
                    <a:pt x="0" y="1"/>
                  </a:cubicBezTo>
                  <a:lnTo>
                    <a:pt x="0" y="1186"/>
                  </a:lnTo>
                  <a:cubicBezTo>
                    <a:pt x="0" y="1217"/>
                    <a:pt x="20" y="1247"/>
                    <a:pt x="61" y="1272"/>
                  </a:cubicBezTo>
                  <a:cubicBezTo>
                    <a:pt x="102" y="1296"/>
                    <a:pt x="155" y="1308"/>
                    <a:pt x="208" y="1308"/>
                  </a:cubicBezTo>
                  <a:cubicBezTo>
                    <a:pt x="262" y="1308"/>
                    <a:pt x="315" y="1296"/>
                    <a:pt x="357" y="1272"/>
                  </a:cubicBezTo>
                  <a:cubicBezTo>
                    <a:pt x="399" y="1247"/>
                    <a:pt x="419" y="1217"/>
                    <a:pt x="419" y="1185"/>
                  </a:cubicBezTo>
                  <a:lnTo>
                    <a:pt x="419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7574;p55">
              <a:extLst>
                <a:ext uri="{FF2B5EF4-FFF2-40B4-BE49-F238E27FC236}">
                  <a16:creationId xmlns:a16="http://schemas.microsoft.com/office/drawing/2014/main" id="{C7B4B801-BBFD-4C6A-8089-BBC03BE31EBE}"/>
                </a:ext>
              </a:extLst>
            </p:cNvPr>
            <p:cNvSpPr/>
            <p:nvPr/>
          </p:nvSpPr>
          <p:spPr>
            <a:xfrm>
              <a:off x="7211800" y="1109575"/>
              <a:ext cx="11525" cy="6075"/>
            </a:xfrm>
            <a:custGeom>
              <a:avLst/>
              <a:gdLst/>
              <a:ahLst/>
              <a:cxnLst/>
              <a:rect l="l" t="t" r="r" b="b"/>
              <a:pathLst>
                <a:path w="461" h="243" extrusionOk="0">
                  <a:moveTo>
                    <a:pt x="231" y="0"/>
                  </a:moveTo>
                  <a:cubicBezTo>
                    <a:pt x="178" y="0"/>
                    <a:pt x="124" y="12"/>
                    <a:pt x="83" y="35"/>
                  </a:cubicBezTo>
                  <a:cubicBezTo>
                    <a:pt x="1" y="83"/>
                    <a:pt x="1" y="160"/>
                    <a:pt x="82" y="208"/>
                  </a:cubicBezTo>
                  <a:cubicBezTo>
                    <a:pt x="123" y="231"/>
                    <a:pt x="176" y="243"/>
                    <a:pt x="229" y="243"/>
                  </a:cubicBezTo>
                  <a:cubicBezTo>
                    <a:pt x="283" y="243"/>
                    <a:pt x="336" y="231"/>
                    <a:pt x="378" y="208"/>
                  </a:cubicBezTo>
                  <a:cubicBezTo>
                    <a:pt x="460" y="160"/>
                    <a:pt x="460" y="82"/>
                    <a:pt x="379" y="35"/>
                  </a:cubicBezTo>
                  <a:cubicBezTo>
                    <a:pt x="338" y="12"/>
                    <a:pt x="285" y="0"/>
                    <a:pt x="231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7575;p55">
              <a:extLst>
                <a:ext uri="{FF2B5EF4-FFF2-40B4-BE49-F238E27FC236}">
                  <a16:creationId xmlns:a16="http://schemas.microsoft.com/office/drawing/2014/main" id="{818EB255-D4D2-4BF2-9622-53D8800E70EE}"/>
                </a:ext>
              </a:extLst>
            </p:cNvPr>
            <p:cNvSpPr/>
            <p:nvPr/>
          </p:nvSpPr>
          <p:spPr>
            <a:xfrm>
              <a:off x="7176100" y="1039225"/>
              <a:ext cx="81525" cy="77850"/>
            </a:xfrm>
            <a:custGeom>
              <a:avLst/>
              <a:gdLst/>
              <a:ahLst/>
              <a:cxnLst/>
              <a:rect l="l" t="t" r="r" b="b"/>
              <a:pathLst>
                <a:path w="3261" h="3114" extrusionOk="0">
                  <a:moveTo>
                    <a:pt x="1955" y="0"/>
                  </a:moveTo>
                  <a:cubicBezTo>
                    <a:pt x="1739" y="0"/>
                    <a:pt x="1534" y="114"/>
                    <a:pt x="1422" y="308"/>
                  </a:cubicBezTo>
                  <a:cubicBezTo>
                    <a:pt x="1328" y="197"/>
                    <a:pt x="1193" y="138"/>
                    <a:pt x="1056" y="138"/>
                  </a:cubicBezTo>
                  <a:cubicBezTo>
                    <a:pt x="973" y="138"/>
                    <a:pt x="890" y="160"/>
                    <a:pt x="814" y="205"/>
                  </a:cubicBezTo>
                  <a:cubicBezTo>
                    <a:pt x="614" y="322"/>
                    <a:pt x="527" y="569"/>
                    <a:pt x="611" y="786"/>
                  </a:cubicBezTo>
                  <a:cubicBezTo>
                    <a:pt x="331" y="841"/>
                    <a:pt x="114" y="1059"/>
                    <a:pt x="57" y="1337"/>
                  </a:cubicBezTo>
                  <a:cubicBezTo>
                    <a:pt x="0" y="1615"/>
                    <a:pt x="118" y="1901"/>
                    <a:pt x="353" y="2059"/>
                  </a:cubicBezTo>
                  <a:cubicBezTo>
                    <a:pt x="280" y="2320"/>
                    <a:pt x="440" y="2588"/>
                    <a:pt x="704" y="2646"/>
                  </a:cubicBezTo>
                  <a:cubicBezTo>
                    <a:pt x="916" y="2954"/>
                    <a:pt x="1254" y="3114"/>
                    <a:pt x="1595" y="3114"/>
                  </a:cubicBezTo>
                  <a:cubicBezTo>
                    <a:pt x="1861" y="3114"/>
                    <a:pt x="2129" y="3017"/>
                    <a:pt x="2339" y="2816"/>
                  </a:cubicBezTo>
                  <a:lnTo>
                    <a:pt x="2364" y="2800"/>
                  </a:lnTo>
                  <a:cubicBezTo>
                    <a:pt x="2402" y="2809"/>
                    <a:pt x="2440" y="2814"/>
                    <a:pt x="2477" y="2814"/>
                  </a:cubicBezTo>
                  <a:cubicBezTo>
                    <a:pt x="2713" y="2814"/>
                    <a:pt x="2921" y="2636"/>
                    <a:pt x="2947" y="2390"/>
                  </a:cubicBezTo>
                  <a:cubicBezTo>
                    <a:pt x="3140" y="2281"/>
                    <a:pt x="3260" y="2075"/>
                    <a:pt x="3260" y="1853"/>
                  </a:cubicBezTo>
                  <a:cubicBezTo>
                    <a:pt x="3260" y="1627"/>
                    <a:pt x="3136" y="1417"/>
                    <a:pt x="2935" y="1310"/>
                  </a:cubicBezTo>
                  <a:cubicBezTo>
                    <a:pt x="3082" y="1017"/>
                    <a:pt x="2896" y="667"/>
                    <a:pt x="2571" y="627"/>
                  </a:cubicBezTo>
                  <a:lnTo>
                    <a:pt x="2571" y="619"/>
                  </a:lnTo>
                  <a:cubicBezTo>
                    <a:pt x="2571" y="339"/>
                    <a:pt x="2386" y="94"/>
                    <a:pt x="2116" y="22"/>
                  </a:cubicBezTo>
                  <a:cubicBezTo>
                    <a:pt x="2062" y="7"/>
                    <a:pt x="2008" y="0"/>
                    <a:pt x="1955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7576;p55">
              <a:extLst>
                <a:ext uri="{FF2B5EF4-FFF2-40B4-BE49-F238E27FC236}">
                  <a16:creationId xmlns:a16="http://schemas.microsoft.com/office/drawing/2014/main" id="{31323D9B-0E2B-4F56-8532-507C2245218B}"/>
                </a:ext>
              </a:extLst>
            </p:cNvPr>
            <p:cNvSpPr/>
            <p:nvPr/>
          </p:nvSpPr>
          <p:spPr>
            <a:xfrm>
              <a:off x="7338400" y="1098150"/>
              <a:ext cx="57925" cy="105175"/>
            </a:xfrm>
            <a:custGeom>
              <a:avLst/>
              <a:gdLst/>
              <a:ahLst/>
              <a:cxnLst/>
              <a:rect l="l" t="t" r="r" b="b"/>
              <a:pathLst>
                <a:path w="2317" h="4207" extrusionOk="0">
                  <a:moveTo>
                    <a:pt x="2316" y="1"/>
                  </a:moveTo>
                  <a:lnTo>
                    <a:pt x="5" y="1349"/>
                  </a:lnTo>
                  <a:lnTo>
                    <a:pt x="0" y="4206"/>
                  </a:lnTo>
                  <a:cubicBezTo>
                    <a:pt x="0" y="4206"/>
                    <a:pt x="0" y="4206"/>
                    <a:pt x="0" y="4206"/>
                  </a:cubicBezTo>
                  <a:cubicBezTo>
                    <a:pt x="10" y="4206"/>
                    <a:pt x="2310" y="2879"/>
                    <a:pt x="2310" y="2879"/>
                  </a:cubicBezTo>
                  <a:lnTo>
                    <a:pt x="231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7577;p55">
              <a:extLst>
                <a:ext uri="{FF2B5EF4-FFF2-40B4-BE49-F238E27FC236}">
                  <a16:creationId xmlns:a16="http://schemas.microsoft.com/office/drawing/2014/main" id="{7A5066E0-933B-431A-8788-101F701914D2}"/>
                </a:ext>
              </a:extLst>
            </p:cNvPr>
            <p:cNvSpPr/>
            <p:nvPr/>
          </p:nvSpPr>
          <p:spPr>
            <a:xfrm>
              <a:off x="7246800" y="1052225"/>
              <a:ext cx="149525" cy="151100"/>
            </a:xfrm>
            <a:custGeom>
              <a:avLst/>
              <a:gdLst/>
              <a:ahLst/>
              <a:cxnLst/>
              <a:rect l="l" t="t" r="r" b="b"/>
              <a:pathLst>
                <a:path w="5981" h="6044" extrusionOk="0">
                  <a:moveTo>
                    <a:pt x="2314" y="1"/>
                  </a:moveTo>
                  <a:lnTo>
                    <a:pt x="7" y="1275"/>
                  </a:lnTo>
                  <a:lnTo>
                    <a:pt x="0" y="3897"/>
                  </a:lnTo>
                  <a:lnTo>
                    <a:pt x="3662" y="6043"/>
                  </a:lnTo>
                  <a:lnTo>
                    <a:pt x="3669" y="3189"/>
                  </a:lnTo>
                  <a:lnTo>
                    <a:pt x="3679" y="3194"/>
                  </a:lnTo>
                  <a:lnTo>
                    <a:pt x="5980" y="1838"/>
                  </a:lnTo>
                  <a:lnTo>
                    <a:pt x="2314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7578;p55">
              <a:extLst>
                <a:ext uri="{FF2B5EF4-FFF2-40B4-BE49-F238E27FC236}">
                  <a16:creationId xmlns:a16="http://schemas.microsoft.com/office/drawing/2014/main" id="{2DD13ABF-F6DE-4F81-9787-424986A70F05}"/>
                </a:ext>
              </a:extLst>
            </p:cNvPr>
            <p:cNvSpPr/>
            <p:nvPr/>
          </p:nvSpPr>
          <p:spPr>
            <a:xfrm>
              <a:off x="7255575" y="1111200"/>
              <a:ext cx="21425" cy="51800"/>
            </a:xfrm>
            <a:custGeom>
              <a:avLst/>
              <a:gdLst/>
              <a:ahLst/>
              <a:cxnLst/>
              <a:rect l="l" t="t" r="r" b="b"/>
              <a:pathLst>
                <a:path w="857" h="2072" extrusionOk="0">
                  <a:moveTo>
                    <a:pt x="4" y="1"/>
                  </a:moveTo>
                  <a:lnTo>
                    <a:pt x="0" y="1579"/>
                  </a:lnTo>
                  <a:lnTo>
                    <a:pt x="91" y="1632"/>
                  </a:lnTo>
                  <a:lnTo>
                    <a:pt x="770" y="2024"/>
                  </a:lnTo>
                  <a:lnTo>
                    <a:pt x="853" y="2072"/>
                  </a:lnTo>
                  <a:lnTo>
                    <a:pt x="857" y="49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7579;p55">
              <a:extLst>
                <a:ext uri="{FF2B5EF4-FFF2-40B4-BE49-F238E27FC236}">
                  <a16:creationId xmlns:a16="http://schemas.microsoft.com/office/drawing/2014/main" id="{7CAA9D2D-0DC3-4BAE-9393-2D41FEE6B568}"/>
                </a:ext>
              </a:extLst>
            </p:cNvPr>
            <p:cNvSpPr/>
            <p:nvPr/>
          </p:nvSpPr>
          <p:spPr>
            <a:xfrm>
              <a:off x="7276875" y="1122750"/>
              <a:ext cx="1575" cy="40250"/>
            </a:xfrm>
            <a:custGeom>
              <a:avLst/>
              <a:gdLst/>
              <a:ahLst/>
              <a:cxnLst/>
              <a:rect l="l" t="t" r="r" b="b"/>
              <a:pathLst>
                <a:path w="63" h="1610" extrusionOk="0">
                  <a:moveTo>
                    <a:pt x="63" y="0"/>
                  </a:moveTo>
                  <a:lnTo>
                    <a:pt x="5" y="32"/>
                  </a:lnTo>
                  <a:lnTo>
                    <a:pt x="1" y="1610"/>
                  </a:lnTo>
                  <a:lnTo>
                    <a:pt x="59" y="1578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7580;p55">
              <a:extLst>
                <a:ext uri="{FF2B5EF4-FFF2-40B4-BE49-F238E27FC236}">
                  <a16:creationId xmlns:a16="http://schemas.microsoft.com/office/drawing/2014/main" id="{5CD35EA3-F94C-4178-8E8A-EB496A83306D}"/>
                </a:ext>
              </a:extLst>
            </p:cNvPr>
            <p:cNvSpPr/>
            <p:nvPr/>
          </p:nvSpPr>
          <p:spPr>
            <a:xfrm>
              <a:off x="7257875" y="1115350"/>
              <a:ext cx="1800" cy="36625"/>
            </a:xfrm>
            <a:custGeom>
              <a:avLst/>
              <a:gdLst/>
              <a:ahLst/>
              <a:cxnLst/>
              <a:rect l="l" t="t" r="r" b="b"/>
              <a:pathLst>
                <a:path w="72" h="1465" extrusionOk="0">
                  <a:moveTo>
                    <a:pt x="2" y="0"/>
                  </a:moveTo>
                  <a:lnTo>
                    <a:pt x="1" y="1465"/>
                  </a:lnTo>
                  <a:lnTo>
                    <a:pt x="69" y="1429"/>
                  </a:lnTo>
                  <a:lnTo>
                    <a:pt x="72" y="4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7581;p55">
              <a:extLst>
                <a:ext uri="{FF2B5EF4-FFF2-40B4-BE49-F238E27FC236}">
                  <a16:creationId xmlns:a16="http://schemas.microsoft.com/office/drawing/2014/main" id="{D8463D84-E7A7-4FFD-9C96-6F06A7D28853}"/>
                </a:ext>
              </a:extLst>
            </p:cNvPr>
            <p:cNvSpPr/>
            <p:nvPr/>
          </p:nvSpPr>
          <p:spPr>
            <a:xfrm>
              <a:off x="7259200" y="1116150"/>
              <a:ext cx="15750" cy="44400"/>
            </a:xfrm>
            <a:custGeom>
              <a:avLst/>
              <a:gdLst/>
              <a:ahLst/>
              <a:cxnLst/>
              <a:rect l="l" t="t" r="r" b="b"/>
              <a:pathLst>
                <a:path w="630" h="1776" extrusionOk="0">
                  <a:moveTo>
                    <a:pt x="3" y="0"/>
                  </a:moveTo>
                  <a:lnTo>
                    <a:pt x="0" y="1414"/>
                  </a:lnTo>
                  <a:lnTo>
                    <a:pt x="625" y="1775"/>
                  </a:lnTo>
                  <a:lnTo>
                    <a:pt x="629" y="36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7582;p55">
              <a:extLst>
                <a:ext uri="{FF2B5EF4-FFF2-40B4-BE49-F238E27FC236}">
                  <a16:creationId xmlns:a16="http://schemas.microsoft.com/office/drawing/2014/main" id="{353D782C-112B-407D-8541-2B83FD9F9A95}"/>
                </a:ext>
              </a:extLst>
            </p:cNvPr>
            <p:cNvSpPr/>
            <p:nvPr/>
          </p:nvSpPr>
          <p:spPr>
            <a:xfrm>
              <a:off x="7296350" y="1031900"/>
              <a:ext cx="101025" cy="100800"/>
            </a:xfrm>
            <a:custGeom>
              <a:avLst/>
              <a:gdLst/>
              <a:ahLst/>
              <a:cxnLst/>
              <a:rect l="l" t="t" r="r" b="b"/>
              <a:pathLst>
                <a:path w="4041" h="4032" extrusionOk="0">
                  <a:moveTo>
                    <a:pt x="2381" y="0"/>
                  </a:moveTo>
                  <a:lnTo>
                    <a:pt x="0" y="1339"/>
                  </a:lnTo>
                  <a:lnTo>
                    <a:pt x="1687" y="4031"/>
                  </a:lnTo>
                  <a:lnTo>
                    <a:pt x="4040" y="2657"/>
                  </a:lnTo>
                  <a:lnTo>
                    <a:pt x="2381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7583;p55">
              <a:extLst>
                <a:ext uri="{FF2B5EF4-FFF2-40B4-BE49-F238E27FC236}">
                  <a16:creationId xmlns:a16="http://schemas.microsoft.com/office/drawing/2014/main" id="{EE3BAE45-CC6E-49C1-902E-C8E5EF3C162E}"/>
                </a:ext>
              </a:extLst>
            </p:cNvPr>
            <p:cNvSpPr/>
            <p:nvPr/>
          </p:nvSpPr>
          <p:spPr>
            <a:xfrm>
              <a:off x="7244975" y="1031900"/>
              <a:ext cx="110925" cy="52900"/>
            </a:xfrm>
            <a:custGeom>
              <a:avLst/>
              <a:gdLst/>
              <a:ahLst/>
              <a:cxnLst/>
              <a:rect l="l" t="t" r="r" b="b"/>
              <a:pathLst>
                <a:path w="4437" h="2116" extrusionOk="0">
                  <a:moveTo>
                    <a:pt x="4436" y="0"/>
                  </a:moveTo>
                  <a:lnTo>
                    <a:pt x="2387" y="814"/>
                  </a:lnTo>
                  <a:lnTo>
                    <a:pt x="1" y="2116"/>
                  </a:lnTo>
                  <a:lnTo>
                    <a:pt x="2055" y="1339"/>
                  </a:lnTo>
                  <a:lnTo>
                    <a:pt x="4436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7584;p55">
              <a:extLst>
                <a:ext uri="{FF2B5EF4-FFF2-40B4-BE49-F238E27FC236}">
                  <a16:creationId xmlns:a16="http://schemas.microsoft.com/office/drawing/2014/main" id="{64DFB17A-2BF3-4DB1-BF72-FD216C1F6787}"/>
                </a:ext>
              </a:extLst>
            </p:cNvPr>
            <p:cNvSpPr/>
            <p:nvPr/>
          </p:nvSpPr>
          <p:spPr>
            <a:xfrm>
              <a:off x="7270750" y="1137525"/>
              <a:ext cx="4200" cy="3600"/>
            </a:xfrm>
            <a:custGeom>
              <a:avLst/>
              <a:gdLst/>
              <a:ahLst/>
              <a:cxnLst/>
              <a:rect l="l" t="t" r="r" b="b"/>
              <a:pathLst>
                <a:path w="168" h="144" extrusionOk="0">
                  <a:moveTo>
                    <a:pt x="1" y="1"/>
                  </a:moveTo>
                  <a:lnTo>
                    <a:pt x="1" y="1"/>
                  </a:lnTo>
                  <a:cubicBezTo>
                    <a:pt x="5" y="56"/>
                    <a:pt x="37" y="105"/>
                    <a:pt x="85" y="134"/>
                  </a:cubicBezTo>
                  <a:cubicBezTo>
                    <a:pt x="98" y="141"/>
                    <a:pt x="110" y="144"/>
                    <a:pt x="121" y="144"/>
                  </a:cubicBezTo>
                  <a:cubicBezTo>
                    <a:pt x="146" y="144"/>
                    <a:pt x="164" y="127"/>
                    <a:pt x="167" y="9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7585;p55">
              <a:extLst>
                <a:ext uri="{FF2B5EF4-FFF2-40B4-BE49-F238E27FC236}">
                  <a16:creationId xmlns:a16="http://schemas.microsoft.com/office/drawing/2014/main" id="{BFEA7424-CF96-4807-B24F-E4CD4F53DE3F}"/>
                </a:ext>
              </a:extLst>
            </p:cNvPr>
            <p:cNvSpPr/>
            <p:nvPr/>
          </p:nvSpPr>
          <p:spPr>
            <a:xfrm>
              <a:off x="7262375" y="1132700"/>
              <a:ext cx="4200" cy="3575"/>
            </a:xfrm>
            <a:custGeom>
              <a:avLst/>
              <a:gdLst/>
              <a:ahLst/>
              <a:cxnLst/>
              <a:rect l="l" t="t" r="r" b="b"/>
              <a:pathLst>
                <a:path w="168" h="143" extrusionOk="0">
                  <a:moveTo>
                    <a:pt x="1" y="1"/>
                  </a:moveTo>
                  <a:cubicBezTo>
                    <a:pt x="5" y="54"/>
                    <a:pt x="37" y="104"/>
                    <a:pt x="85" y="133"/>
                  </a:cubicBezTo>
                  <a:cubicBezTo>
                    <a:pt x="98" y="139"/>
                    <a:pt x="110" y="142"/>
                    <a:pt x="121" y="142"/>
                  </a:cubicBezTo>
                  <a:cubicBezTo>
                    <a:pt x="146" y="142"/>
                    <a:pt x="164" y="126"/>
                    <a:pt x="167" y="9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7586;p55">
              <a:extLst>
                <a:ext uri="{FF2B5EF4-FFF2-40B4-BE49-F238E27FC236}">
                  <a16:creationId xmlns:a16="http://schemas.microsoft.com/office/drawing/2014/main" id="{E1BACABF-2725-4965-847E-0A8FD93B5D1D}"/>
                </a:ext>
              </a:extLst>
            </p:cNvPr>
            <p:cNvSpPr/>
            <p:nvPr/>
          </p:nvSpPr>
          <p:spPr>
            <a:xfrm>
              <a:off x="7254000" y="1127850"/>
              <a:ext cx="4200" cy="3600"/>
            </a:xfrm>
            <a:custGeom>
              <a:avLst/>
              <a:gdLst/>
              <a:ahLst/>
              <a:cxnLst/>
              <a:rect l="l" t="t" r="r" b="b"/>
              <a:pathLst>
                <a:path w="168" h="144" extrusionOk="0">
                  <a:moveTo>
                    <a:pt x="1" y="1"/>
                  </a:moveTo>
                  <a:cubicBezTo>
                    <a:pt x="5" y="56"/>
                    <a:pt x="37" y="105"/>
                    <a:pt x="85" y="132"/>
                  </a:cubicBezTo>
                  <a:cubicBezTo>
                    <a:pt x="98" y="140"/>
                    <a:pt x="111" y="143"/>
                    <a:pt x="122" y="143"/>
                  </a:cubicBezTo>
                  <a:cubicBezTo>
                    <a:pt x="147" y="143"/>
                    <a:pt x="164" y="126"/>
                    <a:pt x="167" y="9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7587;p55">
              <a:extLst>
                <a:ext uri="{FF2B5EF4-FFF2-40B4-BE49-F238E27FC236}">
                  <a16:creationId xmlns:a16="http://schemas.microsoft.com/office/drawing/2014/main" id="{86C60002-672A-4157-AFBB-9018B3877540}"/>
                </a:ext>
              </a:extLst>
            </p:cNvPr>
            <p:cNvSpPr/>
            <p:nvPr/>
          </p:nvSpPr>
          <p:spPr>
            <a:xfrm>
              <a:off x="7245625" y="1123000"/>
              <a:ext cx="4225" cy="3550"/>
            </a:xfrm>
            <a:custGeom>
              <a:avLst/>
              <a:gdLst/>
              <a:ahLst/>
              <a:cxnLst/>
              <a:rect l="l" t="t" r="r" b="b"/>
              <a:pathLst>
                <a:path w="169" h="142" extrusionOk="0">
                  <a:moveTo>
                    <a:pt x="1" y="0"/>
                  </a:moveTo>
                  <a:cubicBezTo>
                    <a:pt x="6" y="55"/>
                    <a:pt x="37" y="103"/>
                    <a:pt x="85" y="132"/>
                  </a:cubicBezTo>
                  <a:cubicBezTo>
                    <a:pt x="98" y="139"/>
                    <a:pt x="110" y="142"/>
                    <a:pt x="121" y="142"/>
                  </a:cubicBezTo>
                  <a:cubicBezTo>
                    <a:pt x="147" y="142"/>
                    <a:pt x="165" y="125"/>
                    <a:pt x="169" y="9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7588;p55">
              <a:extLst>
                <a:ext uri="{FF2B5EF4-FFF2-40B4-BE49-F238E27FC236}">
                  <a16:creationId xmlns:a16="http://schemas.microsoft.com/office/drawing/2014/main" id="{936BE111-DD46-4A90-8861-A8425D9DC0FF}"/>
                </a:ext>
              </a:extLst>
            </p:cNvPr>
            <p:cNvSpPr/>
            <p:nvPr/>
          </p:nvSpPr>
          <p:spPr>
            <a:xfrm>
              <a:off x="7237225" y="1118125"/>
              <a:ext cx="4225" cy="3600"/>
            </a:xfrm>
            <a:custGeom>
              <a:avLst/>
              <a:gdLst/>
              <a:ahLst/>
              <a:cxnLst/>
              <a:rect l="l" t="t" r="r" b="b"/>
              <a:pathLst>
                <a:path w="169" h="144" extrusionOk="0">
                  <a:moveTo>
                    <a:pt x="0" y="1"/>
                  </a:moveTo>
                  <a:lnTo>
                    <a:pt x="0" y="1"/>
                  </a:lnTo>
                  <a:cubicBezTo>
                    <a:pt x="6" y="56"/>
                    <a:pt x="38" y="105"/>
                    <a:pt x="86" y="133"/>
                  </a:cubicBezTo>
                  <a:cubicBezTo>
                    <a:pt x="99" y="140"/>
                    <a:pt x="111" y="143"/>
                    <a:pt x="123" y="143"/>
                  </a:cubicBezTo>
                  <a:cubicBezTo>
                    <a:pt x="147" y="143"/>
                    <a:pt x="165" y="127"/>
                    <a:pt x="168" y="9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7589;p55">
              <a:extLst>
                <a:ext uri="{FF2B5EF4-FFF2-40B4-BE49-F238E27FC236}">
                  <a16:creationId xmlns:a16="http://schemas.microsoft.com/office/drawing/2014/main" id="{1844B2B8-8156-4046-88BC-784D2AE2D01C}"/>
                </a:ext>
              </a:extLst>
            </p:cNvPr>
            <p:cNvSpPr/>
            <p:nvPr/>
          </p:nvSpPr>
          <p:spPr>
            <a:xfrm>
              <a:off x="7266550" y="1135125"/>
              <a:ext cx="4225" cy="3575"/>
            </a:xfrm>
            <a:custGeom>
              <a:avLst/>
              <a:gdLst/>
              <a:ahLst/>
              <a:cxnLst/>
              <a:rect l="l" t="t" r="r" b="b"/>
              <a:pathLst>
                <a:path w="169" h="143" extrusionOk="0">
                  <a:moveTo>
                    <a:pt x="0" y="1"/>
                  </a:moveTo>
                  <a:lnTo>
                    <a:pt x="0" y="1"/>
                  </a:lnTo>
                  <a:cubicBezTo>
                    <a:pt x="6" y="56"/>
                    <a:pt x="38" y="105"/>
                    <a:pt x="84" y="133"/>
                  </a:cubicBezTo>
                  <a:cubicBezTo>
                    <a:pt x="98" y="140"/>
                    <a:pt x="110" y="143"/>
                    <a:pt x="121" y="143"/>
                  </a:cubicBezTo>
                  <a:cubicBezTo>
                    <a:pt x="147" y="143"/>
                    <a:pt x="166" y="126"/>
                    <a:pt x="169" y="9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7590;p55">
              <a:extLst>
                <a:ext uri="{FF2B5EF4-FFF2-40B4-BE49-F238E27FC236}">
                  <a16:creationId xmlns:a16="http://schemas.microsoft.com/office/drawing/2014/main" id="{C67E145A-45B4-46A2-8D6F-D7CE07B1DFA7}"/>
                </a:ext>
              </a:extLst>
            </p:cNvPr>
            <p:cNvSpPr/>
            <p:nvPr/>
          </p:nvSpPr>
          <p:spPr>
            <a:xfrm>
              <a:off x="7258175" y="1130250"/>
              <a:ext cx="4225" cy="3600"/>
            </a:xfrm>
            <a:custGeom>
              <a:avLst/>
              <a:gdLst/>
              <a:ahLst/>
              <a:cxnLst/>
              <a:rect l="l" t="t" r="r" b="b"/>
              <a:pathLst>
                <a:path w="169" h="144" extrusionOk="0">
                  <a:moveTo>
                    <a:pt x="0" y="0"/>
                  </a:moveTo>
                  <a:lnTo>
                    <a:pt x="0" y="0"/>
                  </a:lnTo>
                  <a:cubicBezTo>
                    <a:pt x="6" y="55"/>
                    <a:pt x="37" y="105"/>
                    <a:pt x="85" y="134"/>
                  </a:cubicBezTo>
                  <a:cubicBezTo>
                    <a:pt x="98" y="140"/>
                    <a:pt x="110" y="143"/>
                    <a:pt x="121" y="143"/>
                  </a:cubicBezTo>
                  <a:cubicBezTo>
                    <a:pt x="146" y="143"/>
                    <a:pt x="165" y="127"/>
                    <a:pt x="169" y="9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7591;p55">
              <a:extLst>
                <a:ext uri="{FF2B5EF4-FFF2-40B4-BE49-F238E27FC236}">
                  <a16:creationId xmlns:a16="http://schemas.microsoft.com/office/drawing/2014/main" id="{4901D082-F0CF-4855-A11C-D4F31AE1B786}"/>
                </a:ext>
              </a:extLst>
            </p:cNvPr>
            <p:cNvSpPr/>
            <p:nvPr/>
          </p:nvSpPr>
          <p:spPr>
            <a:xfrm>
              <a:off x="7249800" y="1125425"/>
              <a:ext cx="4225" cy="3575"/>
            </a:xfrm>
            <a:custGeom>
              <a:avLst/>
              <a:gdLst/>
              <a:ahLst/>
              <a:cxnLst/>
              <a:rect l="l" t="t" r="r" b="b"/>
              <a:pathLst>
                <a:path w="169" h="143" extrusionOk="0">
                  <a:moveTo>
                    <a:pt x="0" y="0"/>
                  </a:moveTo>
                  <a:cubicBezTo>
                    <a:pt x="6" y="55"/>
                    <a:pt x="37" y="105"/>
                    <a:pt x="85" y="132"/>
                  </a:cubicBezTo>
                  <a:cubicBezTo>
                    <a:pt x="98" y="140"/>
                    <a:pt x="111" y="143"/>
                    <a:pt x="122" y="143"/>
                  </a:cubicBezTo>
                  <a:cubicBezTo>
                    <a:pt x="147" y="143"/>
                    <a:pt x="165" y="126"/>
                    <a:pt x="169" y="9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7592;p55">
              <a:extLst>
                <a:ext uri="{FF2B5EF4-FFF2-40B4-BE49-F238E27FC236}">
                  <a16:creationId xmlns:a16="http://schemas.microsoft.com/office/drawing/2014/main" id="{5D216770-20A6-49BC-8A62-EA01BFEACA32}"/>
                </a:ext>
              </a:extLst>
            </p:cNvPr>
            <p:cNvSpPr/>
            <p:nvPr/>
          </p:nvSpPr>
          <p:spPr>
            <a:xfrm>
              <a:off x="7241425" y="1120575"/>
              <a:ext cx="4225" cy="3600"/>
            </a:xfrm>
            <a:custGeom>
              <a:avLst/>
              <a:gdLst/>
              <a:ahLst/>
              <a:cxnLst/>
              <a:rect l="l" t="t" r="r" b="b"/>
              <a:pathLst>
                <a:path w="169" h="144" extrusionOk="0">
                  <a:moveTo>
                    <a:pt x="0" y="0"/>
                  </a:moveTo>
                  <a:lnTo>
                    <a:pt x="0" y="0"/>
                  </a:lnTo>
                  <a:cubicBezTo>
                    <a:pt x="6" y="55"/>
                    <a:pt x="37" y="104"/>
                    <a:pt x="85" y="133"/>
                  </a:cubicBezTo>
                  <a:cubicBezTo>
                    <a:pt x="98" y="140"/>
                    <a:pt x="110" y="143"/>
                    <a:pt x="121" y="143"/>
                  </a:cubicBezTo>
                  <a:cubicBezTo>
                    <a:pt x="146" y="143"/>
                    <a:pt x="165" y="127"/>
                    <a:pt x="169" y="9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7593;p55">
              <a:extLst>
                <a:ext uri="{FF2B5EF4-FFF2-40B4-BE49-F238E27FC236}">
                  <a16:creationId xmlns:a16="http://schemas.microsoft.com/office/drawing/2014/main" id="{4816F7BB-985D-41B0-B947-D5F4F8F48250}"/>
                </a:ext>
              </a:extLst>
            </p:cNvPr>
            <p:cNvSpPr/>
            <p:nvPr/>
          </p:nvSpPr>
          <p:spPr>
            <a:xfrm>
              <a:off x="7344825" y="1124975"/>
              <a:ext cx="42525" cy="53500"/>
            </a:xfrm>
            <a:custGeom>
              <a:avLst/>
              <a:gdLst/>
              <a:ahLst/>
              <a:cxnLst/>
              <a:rect l="l" t="t" r="r" b="b"/>
              <a:pathLst>
                <a:path w="1701" h="2140" extrusionOk="0">
                  <a:moveTo>
                    <a:pt x="1698" y="1"/>
                  </a:moveTo>
                  <a:lnTo>
                    <a:pt x="1423" y="160"/>
                  </a:lnTo>
                  <a:lnTo>
                    <a:pt x="0" y="984"/>
                  </a:lnTo>
                  <a:lnTo>
                    <a:pt x="3" y="1824"/>
                  </a:lnTo>
                  <a:lnTo>
                    <a:pt x="4" y="2140"/>
                  </a:lnTo>
                  <a:lnTo>
                    <a:pt x="1701" y="1155"/>
                  </a:lnTo>
                  <a:lnTo>
                    <a:pt x="1698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7594;p55">
              <a:extLst>
                <a:ext uri="{FF2B5EF4-FFF2-40B4-BE49-F238E27FC236}">
                  <a16:creationId xmlns:a16="http://schemas.microsoft.com/office/drawing/2014/main" id="{18FD3EC5-9383-45AC-881B-7673DDD2312B}"/>
                </a:ext>
              </a:extLst>
            </p:cNvPr>
            <p:cNvSpPr/>
            <p:nvPr/>
          </p:nvSpPr>
          <p:spPr>
            <a:xfrm>
              <a:off x="7387275" y="1122375"/>
              <a:ext cx="4625" cy="34150"/>
            </a:xfrm>
            <a:custGeom>
              <a:avLst/>
              <a:gdLst/>
              <a:ahLst/>
              <a:cxnLst/>
              <a:rect l="l" t="t" r="r" b="b"/>
              <a:pathLst>
                <a:path w="185" h="1366" extrusionOk="0">
                  <a:moveTo>
                    <a:pt x="181" y="1"/>
                  </a:moveTo>
                  <a:lnTo>
                    <a:pt x="0" y="105"/>
                  </a:lnTo>
                  <a:lnTo>
                    <a:pt x="3" y="1259"/>
                  </a:lnTo>
                  <a:lnTo>
                    <a:pt x="184" y="1365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7595;p55">
              <a:extLst>
                <a:ext uri="{FF2B5EF4-FFF2-40B4-BE49-F238E27FC236}">
                  <a16:creationId xmlns:a16="http://schemas.microsoft.com/office/drawing/2014/main" id="{2ECB928D-9DD0-4379-8BA5-72AE89EF8FC6}"/>
                </a:ext>
              </a:extLst>
            </p:cNvPr>
            <p:cNvSpPr/>
            <p:nvPr/>
          </p:nvSpPr>
          <p:spPr>
            <a:xfrm>
              <a:off x="7344925" y="1153850"/>
              <a:ext cx="46975" cy="29900"/>
            </a:xfrm>
            <a:custGeom>
              <a:avLst/>
              <a:gdLst/>
              <a:ahLst/>
              <a:cxnLst/>
              <a:rect l="l" t="t" r="r" b="b"/>
              <a:pathLst>
                <a:path w="1879" h="1196" extrusionOk="0">
                  <a:moveTo>
                    <a:pt x="1697" y="0"/>
                  </a:moveTo>
                  <a:lnTo>
                    <a:pt x="0" y="985"/>
                  </a:lnTo>
                  <a:lnTo>
                    <a:pt x="0" y="1195"/>
                  </a:lnTo>
                  <a:lnTo>
                    <a:pt x="1878" y="106"/>
                  </a:lnTo>
                  <a:lnTo>
                    <a:pt x="1697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7596;p55">
              <a:extLst>
                <a:ext uri="{FF2B5EF4-FFF2-40B4-BE49-F238E27FC236}">
                  <a16:creationId xmlns:a16="http://schemas.microsoft.com/office/drawing/2014/main" id="{32BF52F2-664A-4165-929F-D74DB14D4145}"/>
                </a:ext>
              </a:extLst>
            </p:cNvPr>
            <p:cNvSpPr/>
            <p:nvPr/>
          </p:nvSpPr>
          <p:spPr>
            <a:xfrm>
              <a:off x="7289025" y="1127150"/>
              <a:ext cx="42500" cy="53475"/>
            </a:xfrm>
            <a:custGeom>
              <a:avLst/>
              <a:gdLst/>
              <a:ahLst/>
              <a:cxnLst/>
              <a:rect l="l" t="t" r="r" b="b"/>
              <a:pathLst>
                <a:path w="1700" h="2139" extrusionOk="0">
                  <a:moveTo>
                    <a:pt x="3" y="1"/>
                  </a:moveTo>
                  <a:lnTo>
                    <a:pt x="0" y="1155"/>
                  </a:lnTo>
                  <a:lnTo>
                    <a:pt x="1697" y="2138"/>
                  </a:lnTo>
                  <a:lnTo>
                    <a:pt x="1698" y="1824"/>
                  </a:lnTo>
                  <a:lnTo>
                    <a:pt x="1700" y="984"/>
                  </a:lnTo>
                  <a:lnTo>
                    <a:pt x="279" y="160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7597;p55">
              <a:extLst>
                <a:ext uri="{FF2B5EF4-FFF2-40B4-BE49-F238E27FC236}">
                  <a16:creationId xmlns:a16="http://schemas.microsoft.com/office/drawing/2014/main" id="{62D4C32B-D036-414B-A932-A462F4870E2C}"/>
                </a:ext>
              </a:extLst>
            </p:cNvPr>
            <p:cNvSpPr/>
            <p:nvPr/>
          </p:nvSpPr>
          <p:spPr>
            <a:xfrm>
              <a:off x="7284500" y="1124550"/>
              <a:ext cx="4625" cy="34150"/>
            </a:xfrm>
            <a:custGeom>
              <a:avLst/>
              <a:gdLst/>
              <a:ahLst/>
              <a:cxnLst/>
              <a:rect l="l" t="t" r="r" b="b"/>
              <a:pathLst>
                <a:path w="185" h="1366" extrusionOk="0">
                  <a:moveTo>
                    <a:pt x="3" y="1"/>
                  </a:moveTo>
                  <a:lnTo>
                    <a:pt x="0" y="1365"/>
                  </a:lnTo>
                  <a:lnTo>
                    <a:pt x="181" y="1259"/>
                  </a:lnTo>
                  <a:lnTo>
                    <a:pt x="184" y="104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7598;p55">
              <a:extLst>
                <a:ext uri="{FF2B5EF4-FFF2-40B4-BE49-F238E27FC236}">
                  <a16:creationId xmlns:a16="http://schemas.microsoft.com/office/drawing/2014/main" id="{BEB29127-1D32-45A1-BEFD-51268FEEED74}"/>
                </a:ext>
              </a:extLst>
            </p:cNvPr>
            <p:cNvSpPr/>
            <p:nvPr/>
          </p:nvSpPr>
          <p:spPr>
            <a:xfrm>
              <a:off x="7284500" y="1156025"/>
              <a:ext cx="46950" cy="29850"/>
            </a:xfrm>
            <a:custGeom>
              <a:avLst/>
              <a:gdLst/>
              <a:ahLst/>
              <a:cxnLst/>
              <a:rect l="l" t="t" r="r" b="b"/>
              <a:pathLst>
                <a:path w="1878" h="1194" extrusionOk="0">
                  <a:moveTo>
                    <a:pt x="181" y="0"/>
                  </a:moveTo>
                  <a:lnTo>
                    <a:pt x="0" y="106"/>
                  </a:lnTo>
                  <a:lnTo>
                    <a:pt x="1878" y="1194"/>
                  </a:lnTo>
                  <a:lnTo>
                    <a:pt x="1878" y="983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7599;p55">
              <a:extLst>
                <a:ext uri="{FF2B5EF4-FFF2-40B4-BE49-F238E27FC236}">
                  <a16:creationId xmlns:a16="http://schemas.microsoft.com/office/drawing/2014/main" id="{F06E3992-2DEA-4AEC-97AD-D0B36566B21C}"/>
                </a:ext>
              </a:extLst>
            </p:cNvPr>
            <p:cNvSpPr/>
            <p:nvPr/>
          </p:nvSpPr>
          <p:spPr>
            <a:xfrm>
              <a:off x="7282575" y="1085800"/>
              <a:ext cx="19300" cy="30325"/>
            </a:xfrm>
            <a:custGeom>
              <a:avLst/>
              <a:gdLst/>
              <a:ahLst/>
              <a:cxnLst/>
              <a:rect l="l" t="t" r="r" b="b"/>
              <a:pathLst>
                <a:path w="772" h="1213" extrusionOk="0">
                  <a:moveTo>
                    <a:pt x="3" y="0"/>
                  </a:moveTo>
                  <a:lnTo>
                    <a:pt x="0" y="766"/>
                  </a:lnTo>
                  <a:lnTo>
                    <a:pt x="770" y="1213"/>
                  </a:lnTo>
                  <a:lnTo>
                    <a:pt x="770" y="1004"/>
                  </a:lnTo>
                  <a:lnTo>
                    <a:pt x="772" y="447"/>
                  </a:lnTo>
                  <a:lnTo>
                    <a:pt x="186" y="105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7600;p55">
              <a:extLst>
                <a:ext uri="{FF2B5EF4-FFF2-40B4-BE49-F238E27FC236}">
                  <a16:creationId xmlns:a16="http://schemas.microsoft.com/office/drawing/2014/main" id="{6CF52A52-8FE9-4391-9F2B-51EBEABB7E2A}"/>
                </a:ext>
              </a:extLst>
            </p:cNvPr>
            <p:cNvSpPr/>
            <p:nvPr/>
          </p:nvSpPr>
          <p:spPr>
            <a:xfrm>
              <a:off x="7279600" y="1084050"/>
              <a:ext cx="3075" cy="22650"/>
            </a:xfrm>
            <a:custGeom>
              <a:avLst/>
              <a:gdLst/>
              <a:ahLst/>
              <a:cxnLst/>
              <a:rect l="l" t="t" r="r" b="b"/>
              <a:pathLst>
                <a:path w="123" h="906" extrusionOk="0">
                  <a:moveTo>
                    <a:pt x="2" y="1"/>
                  </a:moveTo>
                  <a:lnTo>
                    <a:pt x="0" y="906"/>
                  </a:lnTo>
                  <a:lnTo>
                    <a:pt x="121" y="836"/>
                  </a:lnTo>
                  <a:lnTo>
                    <a:pt x="122" y="69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7601;p55">
              <a:extLst>
                <a:ext uri="{FF2B5EF4-FFF2-40B4-BE49-F238E27FC236}">
                  <a16:creationId xmlns:a16="http://schemas.microsoft.com/office/drawing/2014/main" id="{C11F2515-8DDE-4302-84A2-71E1F8476560}"/>
                </a:ext>
              </a:extLst>
            </p:cNvPr>
            <p:cNvSpPr/>
            <p:nvPr/>
          </p:nvSpPr>
          <p:spPr>
            <a:xfrm>
              <a:off x="7279600" y="1104950"/>
              <a:ext cx="22250" cy="14650"/>
            </a:xfrm>
            <a:custGeom>
              <a:avLst/>
              <a:gdLst/>
              <a:ahLst/>
              <a:cxnLst/>
              <a:rect l="l" t="t" r="r" b="b"/>
              <a:pathLst>
                <a:path w="890" h="586" extrusionOk="0">
                  <a:moveTo>
                    <a:pt x="119" y="0"/>
                  </a:moveTo>
                  <a:lnTo>
                    <a:pt x="0" y="70"/>
                  </a:lnTo>
                  <a:lnTo>
                    <a:pt x="889" y="586"/>
                  </a:lnTo>
                  <a:lnTo>
                    <a:pt x="889" y="44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7602;p55">
              <a:extLst>
                <a:ext uri="{FF2B5EF4-FFF2-40B4-BE49-F238E27FC236}">
                  <a16:creationId xmlns:a16="http://schemas.microsoft.com/office/drawing/2014/main" id="{52CC322A-661D-4CDD-A4DE-EE17CA5D39F4}"/>
                </a:ext>
              </a:extLst>
            </p:cNvPr>
            <p:cNvSpPr/>
            <p:nvPr/>
          </p:nvSpPr>
          <p:spPr>
            <a:xfrm>
              <a:off x="7237225" y="1102875"/>
              <a:ext cx="53525" cy="37100"/>
            </a:xfrm>
            <a:custGeom>
              <a:avLst/>
              <a:gdLst/>
              <a:ahLst/>
              <a:cxnLst/>
              <a:rect l="l" t="t" r="r" b="b"/>
              <a:pathLst>
                <a:path w="2141" h="1484" extrusionOk="0">
                  <a:moveTo>
                    <a:pt x="637" y="0"/>
                  </a:moveTo>
                  <a:lnTo>
                    <a:pt x="0" y="609"/>
                  </a:lnTo>
                  <a:lnTo>
                    <a:pt x="1508" y="1484"/>
                  </a:lnTo>
                  <a:lnTo>
                    <a:pt x="2141" y="870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7603;p55">
              <a:extLst>
                <a:ext uri="{FF2B5EF4-FFF2-40B4-BE49-F238E27FC236}">
                  <a16:creationId xmlns:a16="http://schemas.microsoft.com/office/drawing/2014/main" id="{4916DF25-94A7-433A-9920-3B06003EB07B}"/>
                </a:ext>
              </a:extLst>
            </p:cNvPr>
            <p:cNvSpPr/>
            <p:nvPr/>
          </p:nvSpPr>
          <p:spPr>
            <a:xfrm>
              <a:off x="7266775" y="1119950"/>
              <a:ext cx="19775" cy="17600"/>
            </a:xfrm>
            <a:custGeom>
              <a:avLst/>
              <a:gdLst/>
              <a:ahLst/>
              <a:cxnLst/>
              <a:rect l="l" t="t" r="r" b="b"/>
              <a:pathLst>
                <a:path w="791" h="704" extrusionOk="0">
                  <a:moveTo>
                    <a:pt x="634" y="0"/>
                  </a:moveTo>
                  <a:lnTo>
                    <a:pt x="0" y="615"/>
                  </a:lnTo>
                  <a:lnTo>
                    <a:pt x="158" y="704"/>
                  </a:lnTo>
                  <a:lnTo>
                    <a:pt x="790" y="90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7604;p55">
              <a:extLst>
                <a:ext uri="{FF2B5EF4-FFF2-40B4-BE49-F238E27FC236}">
                  <a16:creationId xmlns:a16="http://schemas.microsoft.com/office/drawing/2014/main" id="{D858E41F-A005-43D2-8DD7-DAB03381CE74}"/>
                </a:ext>
              </a:extLst>
            </p:cNvPr>
            <p:cNvSpPr/>
            <p:nvPr/>
          </p:nvSpPr>
          <p:spPr>
            <a:xfrm>
              <a:off x="7266550" y="1119725"/>
              <a:ext cx="20000" cy="17825"/>
            </a:xfrm>
            <a:custGeom>
              <a:avLst/>
              <a:gdLst/>
              <a:ahLst/>
              <a:cxnLst/>
              <a:rect l="l" t="t" r="r" b="b"/>
              <a:pathLst>
                <a:path w="800" h="713" extrusionOk="0">
                  <a:moveTo>
                    <a:pt x="634" y="1"/>
                  </a:moveTo>
                  <a:lnTo>
                    <a:pt x="0" y="616"/>
                  </a:lnTo>
                  <a:lnTo>
                    <a:pt x="167" y="713"/>
                  </a:lnTo>
                  <a:lnTo>
                    <a:pt x="799" y="99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7605;p55">
              <a:extLst>
                <a:ext uri="{FF2B5EF4-FFF2-40B4-BE49-F238E27FC236}">
                  <a16:creationId xmlns:a16="http://schemas.microsoft.com/office/drawing/2014/main" id="{D9DE08EB-24D7-4981-84D4-F99BA63458FF}"/>
                </a:ext>
              </a:extLst>
            </p:cNvPr>
            <p:cNvSpPr/>
            <p:nvPr/>
          </p:nvSpPr>
          <p:spPr>
            <a:xfrm>
              <a:off x="7258175" y="1114950"/>
              <a:ext cx="20025" cy="17750"/>
            </a:xfrm>
            <a:custGeom>
              <a:avLst/>
              <a:gdLst/>
              <a:ahLst/>
              <a:cxnLst/>
              <a:rect l="l" t="t" r="r" b="b"/>
              <a:pathLst>
                <a:path w="801" h="710" extrusionOk="0">
                  <a:moveTo>
                    <a:pt x="633" y="0"/>
                  </a:moveTo>
                  <a:lnTo>
                    <a:pt x="0" y="612"/>
                  </a:lnTo>
                  <a:lnTo>
                    <a:pt x="169" y="709"/>
                  </a:lnTo>
                  <a:lnTo>
                    <a:pt x="801" y="96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7606;p55">
              <a:extLst>
                <a:ext uri="{FF2B5EF4-FFF2-40B4-BE49-F238E27FC236}">
                  <a16:creationId xmlns:a16="http://schemas.microsoft.com/office/drawing/2014/main" id="{9DFEA682-6B91-4F72-8C6C-0902227CCC06}"/>
                </a:ext>
              </a:extLst>
            </p:cNvPr>
            <p:cNvSpPr/>
            <p:nvPr/>
          </p:nvSpPr>
          <p:spPr>
            <a:xfrm>
              <a:off x="7249800" y="1110025"/>
              <a:ext cx="20025" cy="17825"/>
            </a:xfrm>
            <a:custGeom>
              <a:avLst/>
              <a:gdLst/>
              <a:ahLst/>
              <a:cxnLst/>
              <a:rect l="l" t="t" r="r" b="b"/>
              <a:pathLst>
                <a:path w="801" h="713" extrusionOk="0">
                  <a:moveTo>
                    <a:pt x="636" y="0"/>
                  </a:moveTo>
                  <a:lnTo>
                    <a:pt x="0" y="616"/>
                  </a:lnTo>
                  <a:lnTo>
                    <a:pt x="169" y="712"/>
                  </a:lnTo>
                  <a:lnTo>
                    <a:pt x="801" y="99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7607;p55">
              <a:extLst>
                <a:ext uri="{FF2B5EF4-FFF2-40B4-BE49-F238E27FC236}">
                  <a16:creationId xmlns:a16="http://schemas.microsoft.com/office/drawing/2014/main" id="{E7BA61F2-860C-4DE2-9DDD-CEBC76A91CE4}"/>
                </a:ext>
              </a:extLst>
            </p:cNvPr>
            <p:cNvSpPr/>
            <p:nvPr/>
          </p:nvSpPr>
          <p:spPr>
            <a:xfrm>
              <a:off x="7241425" y="1105225"/>
              <a:ext cx="20025" cy="17750"/>
            </a:xfrm>
            <a:custGeom>
              <a:avLst/>
              <a:gdLst/>
              <a:ahLst/>
              <a:cxnLst/>
              <a:rect l="l" t="t" r="r" b="b"/>
              <a:pathLst>
                <a:path w="801" h="710" extrusionOk="0">
                  <a:moveTo>
                    <a:pt x="633" y="1"/>
                  </a:moveTo>
                  <a:lnTo>
                    <a:pt x="0" y="614"/>
                  </a:lnTo>
                  <a:lnTo>
                    <a:pt x="169" y="710"/>
                  </a:lnTo>
                  <a:lnTo>
                    <a:pt x="801" y="96"/>
                  </a:lnTo>
                  <a:lnTo>
                    <a:pt x="633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7608;p55">
              <a:extLst>
                <a:ext uri="{FF2B5EF4-FFF2-40B4-BE49-F238E27FC236}">
                  <a16:creationId xmlns:a16="http://schemas.microsoft.com/office/drawing/2014/main" id="{D532E3D9-6047-432C-BB75-5002FB0841DB}"/>
                </a:ext>
              </a:extLst>
            </p:cNvPr>
            <p:cNvSpPr/>
            <p:nvPr/>
          </p:nvSpPr>
          <p:spPr>
            <a:xfrm>
              <a:off x="7443125" y="1120775"/>
              <a:ext cx="78575" cy="142875"/>
            </a:xfrm>
            <a:custGeom>
              <a:avLst/>
              <a:gdLst/>
              <a:ahLst/>
              <a:cxnLst/>
              <a:rect l="l" t="t" r="r" b="b"/>
              <a:pathLst>
                <a:path w="3143" h="5715" extrusionOk="0">
                  <a:moveTo>
                    <a:pt x="3143" y="1"/>
                  </a:moveTo>
                  <a:lnTo>
                    <a:pt x="12" y="1828"/>
                  </a:lnTo>
                  <a:lnTo>
                    <a:pt x="1" y="5714"/>
                  </a:lnTo>
                  <a:lnTo>
                    <a:pt x="3134" y="3901"/>
                  </a:lnTo>
                  <a:lnTo>
                    <a:pt x="3143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7609;p55">
              <a:extLst>
                <a:ext uri="{FF2B5EF4-FFF2-40B4-BE49-F238E27FC236}">
                  <a16:creationId xmlns:a16="http://schemas.microsoft.com/office/drawing/2014/main" id="{3F586A85-53AE-4979-BDE6-3C9B157C2740}"/>
                </a:ext>
              </a:extLst>
            </p:cNvPr>
            <p:cNvSpPr/>
            <p:nvPr/>
          </p:nvSpPr>
          <p:spPr>
            <a:xfrm>
              <a:off x="7319175" y="1058325"/>
              <a:ext cx="202575" cy="205325"/>
            </a:xfrm>
            <a:custGeom>
              <a:avLst/>
              <a:gdLst/>
              <a:ahLst/>
              <a:cxnLst/>
              <a:rect l="l" t="t" r="r" b="b"/>
              <a:pathLst>
                <a:path w="8103" h="8213" extrusionOk="0">
                  <a:moveTo>
                    <a:pt x="3683" y="0"/>
                  </a:moveTo>
                  <a:lnTo>
                    <a:pt x="11" y="1737"/>
                  </a:lnTo>
                  <a:lnTo>
                    <a:pt x="1" y="5306"/>
                  </a:lnTo>
                  <a:lnTo>
                    <a:pt x="4960" y="8212"/>
                  </a:lnTo>
                  <a:lnTo>
                    <a:pt x="4970" y="4329"/>
                  </a:lnTo>
                  <a:lnTo>
                    <a:pt x="4983" y="4337"/>
                  </a:lnTo>
                  <a:lnTo>
                    <a:pt x="8102" y="2499"/>
                  </a:lnTo>
                  <a:lnTo>
                    <a:pt x="3683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7610;p55">
              <a:extLst>
                <a:ext uri="{FF2B5EF4-FFF2-40B4-BE49-F238E27FC236}">
                  <a16:creationId xmlns:a16="http://schemas.microsoft.com/office/drawing/2014/main" id="{A44F2649-659A-4B65-8759-2990A3686408}"/>
                </a:ext>
              </a:extLst>
            </p:cNvPr>
            <p:cNvSpPr/>
            <p:nvPr/>
          </p:nvSpPr>
          <p:spPr>
            <a:xfrm>
              <a:off x="7386325" y="1051350"/>
              <a:ext cx="136800" cy="116225"/>
            </a:xfrm>
            <a:custGeom>
              <a:avLst/>
              <a:gdLst/>
              <a:ahLst/>
              <a:cxnLst/>
              <a:rect l="l" t="t" r="r" b="b"/>
              <a:pathLst>
                <a:path w="5472" h="4649" extrusionOk="0">
                  <a:moveTo>
                    <a:pt x="3224" y="1"/>
                  </a:moveTo>
                  <a:lnTo>
                    <a:pt x="0" y="1813"/>
                  </a:lnTo>
                  <a:lnTo>
                    <a:pt x="2284" y="4648"/>
                  </a:lnTo>
                  <a:lnTo>
                    <a:pt x="5472" y="2786"/>
                  </a:lnTo>
                  <a:lnTo>
                    <a:pt x="322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7611;p55">
              <a:extLst>
                <a:ext uri="{FF2B5EF4-FFF2-40B4-BE49-F238E27FC236}">
                  <a16:creationId xmlns:a16="http://schemas.microsoft.com/office/drawing/2014/main" id="{15269442-5570-4A92-873B-B9697DE17B3B}"/>
                </a:ext>
              </a:extLst>
            </p:cNvPr>
            <p:cNvSpPr/>
            <p:nvPr/>
          </p:nvSpPr>
          <p:spPr>
            <a:xfrm>
              <a:off x="7316725" y="1051350"/>
              <a:ext cx="150200" cy="51375"/>
            </a:xfrm>
            <a:custGeom>
              <a:avLst/>
              <a:gdLst/>
              <a:ahLst/>
              <a:cxnLst/>
              <a:rect l="l" t="t" r="r" b="b"/>
              <a:pathLst>
                <a:path w="6008" h="2055" extrusionOk="0">
                  <a:moveTo>
                    <a:pt x="6008" y="1"/>
                  </a:moveTo>
                  <a:lnTo>
                    <a:pt x="3234" y="291"/>
                  </a:lnTo>
                  <a:lnTo>
                    <a:pt x="0" y="2054"/>
                  </a:lnTo>
                  <a:lnTo>
                    <a:pt x="0" y="2054"/>
                  </a:lnTo>
                  <a:lnTo>
                    <a:pt x="2784" y="1813"/>
                  </a:lnTo>
                  <a:lnTo>
                    <a:pt x="6008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7612;p55">
              <a:extLst>
                <a:ext uri="{FF2B5EF4-FFF2-40B4-BE49-F238E27FC236}">
                  <a16:creationId xmlns:a16="http://schemas.microsoft.com/office/drawing/2014/main" id="{4DDC0222-00AB-4B98-A138-82D7C69EB1C1}"/>
                </a:ext>
              </a:extLst>
            </p:cNvPr>
            <p:cNvSpPr/>
            <p:nvPr/>
          </p:nvSpPr>
          <p:spPr>
            <a:xfrm>
              <a:off x="7367400" y="1138725"/>
              <a:ext cx="17175" cy="11150"/>
            </a:xfrm>
            <a:custGeom>
              <a:avLst/>
              <a:gdLst/>
              <a:ahLst/>
              <a:cxnLst/>
              <a:rect l="l" t="t" r="r" b="b"/>
              <a:pathLst>
                <a:path w="687" h="446" extrusionOk="0">
                  <a:moveTo>
                    <a:pt x="95" y="1"/>
                  </a:moveTo>
                  <a:lnTo>
                    <a:pt x="0" y="44"/>
                  </a:lnTo>
                  <a:lnTo>
                    <a:pt x="685" y="446"/>
                  </a:lnTo>
                  <a:lnTo>
                    <a:pt x="686" y="346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7613;p55">
              <a:extLst>
                <a:ext uri="{FF2B5EF4-FFF2-40B4-BE49-F238E27FC236}">
                  <a16:creationId xmlns:a16="http://schemas.microsoft.com/office/drawing/2014/main" id="{D5AF5FB7-00DF-4635-80DE-023CC93E86B3}"/>
                </a:ext>
              </a:extLst>
            </p:cNvPr>
            <p:cNvSpPr/>
            <p:nvPr/>
          </p:nvSpPr>
          <p:spPr>
            <a:xfrm>
              <a:off x="7369750" y="1121550"/>
              <a:ext cx="14925" cy="25825"/>
            </a:xfrm>
            <a:custGeom>
              <a:avLst/>
              <a:gdLst/>
              <a:ahLst/>
              <a:cxnLst/>
              <a:rect l="l" t="t" r="r" b="b"/>
              <a:pathLst>
                <a:path w="597" h="1033" extrusionOk="0">
                  <a:moveTo>
                    <a:pt x="5" y="0"/>
                  </a:moveTo>
                  <a:lnTo>
                    <a:pt x="1" y="688"/>
                  </a:lnTo>
                  <a:lnTo>
                    <a:pt x="589" y="1033"/>
                  </a:lnTo>
                  <a:lnTo>
                    <a:pt x="597" y="34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7614;p55">
              <a:extLst>
                <a:ext uri="{FF2B5EF4-FFF2-40B4-BE49-F238E27FC236}">
                  <a16:creationId xmlns:a16="http://schemas.microsoft.com/office/drawing/2014/main" id="{B895D61C-8BFD-4248-8745-39C4BA9AAC8A}"/>
                </a:ext>
              </a:extLst>
            </p:cNvPr>
            <p:cNvSpPr/>
            <p:nvPr/>
          </p:nvSpPr>
          <p:spPr>
            <a:xfrm>
              <a:off x="7367400" y="1120125"/>
              <a:ext cx="2500" cy="19725"/>
            </a:xfrm>
            <a:custGeom>
              <a:avLst/>
              <a:gdLst/>
              <a:ahLst/>
              <a:cxnLst/>
              <a:rect l="l" t="t" r="r" b="b"/>
              <a:pathLst>
                <a:path w="100" h="789" extrusionOk="0">
                  <a:moveTo>
                    <a:pt x="9" y="1"/>
                  </a:moveTo>
                  <a:lnTo>
                    <a:pt x="0" y="788"/>
                  </a:lnTo>
                  <a:lnTo>
                    <a:pt x="95" y="745"/>
                  </a:lnTo>
                  <a:lnTo>
                    <a:pt x="99" y="57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7615;p55">
              <a:extLst>
                <a:ext uri="{FF2B5EF4-FFF2-40B4-BE49-F238E27FC236}">
                  <a16:creationId xmlns:a16="http://schemas.microsoft.com/office/drawing/2014/main" id="{DB726D03-D119-46C0-A3F4-62ACFDC75B03}"/>
                </a:ext>
              </a:extLst>
            </p:cNvPr>
            <p:cNvSpPr/>
            <p:nvPr/>
          </p:nvSpPr>
          <p:spPr>
            <a:xfrm>
              <a:off x="7334050" y="1153775"/>
              <a:ext cx="26200" cy="63200"/>
            </a:xfrm>
            <a:custGeom>
              <a:avLst/>
              <a:gdLst/>
              <a:ahLst/>
              <a:cxnLst/>
              <a:rect l="l" t="t" r="r" b="b"/>
              <a:pathLst>
                <a:path w="1048" h="2528" extrusionOk="0">
                  <a:moveTo>
                    <a:pt x="6" y="0"/>
                  </a:moveTo>
                  <a:lnTo>
                    <a:pt x="0" y="1927"/>
                  </a:lnTo>
                  <a:lnTo>
                    <a:pt x="114" y="1993"/>
                  </a:lnTo>
                  <a:lnTo>
                    <a:pt x="942" y="2470"/>
                  </a:lnTo>
                  <a:lnTo>
                    <a:pt x="1042" y="2528"/>
                  </a:lnTo>
                  <a:lnTo>
                    <a:pt x="1047" y="601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7616;p55">
              <a:extLst>
                <a:ext uri="{FF2B5EF4-FFF2-40B4-BE49-F238E27FC236}">
                  <a16:creationId xmlns:a16="http://schemas.microsoft.com/office/drawing/2014/main" id="{DEF65DCB-5DC0-4566-BA9D-B2C435BD3E3D}"/>
                </a:ext>
              </a:extLst>
            </p:cNvPr>
            <p:cNvSpPr/>
            <p:nvPr/>
          </p:nvSpPr>
          <p:spPr>
            <a:xfrm>
              <a:off x="7360075" y="1167825"/>
              <a:ext cx="1950" cy="49150"/>
            </a:xfrm>
            <a:custGeom>
              <a:avLst/>
              <a:gdLst/>
              <a:ahLst/>
              <a:cxnLst/>
              <a:rect l="l" t="t" r="r" b="b"/>
              <a:pathLst>
                <a:path w="78" h="1966" extrusionOk="0">
                  <a:moveTo>
                    <a:pt x="77" y="1"/>
                  </a:moveTo>
                  <a:lnTo>
                    <a:pt x="6" y="39"/>
                  </a:lnTo>
                  <a:lnTo>
                    <a:pt x="1" y="1966"/>
                  </a:lnTo>
                  <a:lnTo>
                    <a:pt x="72" y="1928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7617;p55">
              <a:extLst>
                <a:ext uri="{FF2B5EF4-FFF2-40B4-BE49-F238E27FC236}">
                  <a16:creationId xmlns:a16="http://schemas.microsoft.com/office/drawing/2014/main" id="{59E2226C-F9D0-4A75-AA1D-8BABB189FCD5}"/>
                </a:ext>
              </a:extLst>
            </p:cNvPr>
            <p:cNvSpPr/>
            <p:nvPr/>
          </p:nvSpPr>
          <p:spPr>
            <a:xfrm>
              <a:off x="7336875" y="1158800"/>
              <a:ext cx="2200" cy="44775"/>
            </a:xfrm>
            <a:custGeom>
              <a:avLst/>
              <a:gdLst/>
              <a:ahLst/>
              <a:cxnLst/>
              <a:rect l="l" t="t" r="r" b="b"/>
              <a:pathLst>
                <a:path w="88" h="1791" extrusionOk="0">
                  <a:moveTo>
                    <a:pt x="3" y="1"/>
                  </a:moveTo>
                  <a:lnTo>
                    <a:pt x="1" y="1790"/>
                  </a:lnTo>
                  <a:lnTo>
                    <a:pt x="85" y="1745"/>
                  </a:lnTo>
                  <a:lnTo>
                    <a:pt x="88" y="52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7618;p55">
              <a:extLst>
                <a:ext uri="{FF2B5EF4-FFF2-40B4-BE49-F238E27FC236}">
                  <a16:creationId xmlns:a16="http://schemas.microsoft.com/office/drawing/2014/main" id="{6842DE4D-86DE-4FBB-B865-7D4B7C207B6A}"/>
                </a:ext>
              </a:extLst>
            </p:cNvPr>
            <p:cNvSpPr/>
            <p:nvPr/>
          </p:nvSpPr>
          <p:spPr>
            <a:xfrm>
              <a:off x="7338500" y="1159750"/>
              <a:ext cx="19250" cy="54250"/>
            </a:xfrm>
            <a:custGeom>
              <a:avLst/>
              <a:gdLst/>
              <a:ahLst/>
              <a:cxnLst/>
              <a:rect l="l" t="t" r="r" b="b"/>
              <a:pathLst>
                <a:path w="770" h="2170" extrusionOk="0">
                  <a:moveTo>
                    <a:pt x="2" y="1"/>
                  </a:moveTo>
                  <a:lnTo>
                    <a:pt x="1" y="1729"/>
                  </a:lnTo>
                  <a:lnTo>
                    <a:pt x="764" y="2170"/>
                  </a:lnTo>
                  <a:lnTo>
                    <a:pt x="769" y="446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7619;p55">
              <a:extLst>
                <a:ext uri="{FF2B5EF4-FFF2-40B4-BE49-F238E27FC236}">
                  <a16:creationId xmlns:a16="http://schemas.microsoft.com/office/drawing/2014/main" id="{EE5A3B41-0045-4C0F-A656-79FB24E767F0}"/>
                </a:ext>
              </a:extLst>
            </p:cNvPr>
            <p:cNvSpPr/>
            <p:nvPr/>
          </p:nvSpPr>
          <p:spPr>
            <a:xfrm>
              <a:off x="7311675" y="1143550"/>
              <a:ext cx="65350" cy="45325"/>
            </a:xfrm>
            <a:custGeom>
              <a:avLst/>
              <a:gdLst/>
              <a:ahLst/>
              <a:cxnLst/>
              <a:rect l="l" t="t" r="r" b="b"/>
              <a:pathLst>
                <a:path w="2614" h="1813" extrusionOk="0">
                  <a:moveTo>
                    <a:pt x="777" y="0"/>
                  </a:moveTo>
                  <a:lnTo>
                    <a:pt x="1" y="746"/>
                  </a:lnTo>
                  <a:lnTo>
                    <a:pt x="1842" y="1813"/>
                  </a:lnTo>
                  <a:lnTo>
                    <a:pt x="2614" y="1063"/>
                  </a:lnTo>
                  <a:lnTo>
                    <a:pt x="777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7620;p55">
              <a:extLst>
                <a:ext uri="{FF2B5EF4-FFF2-40B4-BE49-F238E27FC236}">
                  <a16:creationId xmlns:a16="http://schemas.microsoft.com/office/drawing/2014/main" id="{62242B55-F4F8-46FF-B83B-3C588EB70090}"/>
                </a:ext>
              </a:extLst>
            </p:cNvPr>
            <p:cNvSpPr/>
            <p:nvPr/>
          </p:nvSpPr>
          <p:spPr>
            <a:xfrm>
              <a:off x="7347750" y="1164425"/>
              <a:ext cx="24175" cy="21525"/>
            </a:xfrm>
            <a:custGeom>
              <a:avLst/>
              <a:gdLst/>
              <a:ahLst/>
              <a:cxnLst/>
              <a:rect l="l" t="t" r="r" b="b"/>
              <a:pathLst>
                <a:path w="967" h="861" extrusionOk="0">
                  <a:moveTo>
                    <a:pt x="775" y="1"/>
                  </a:moveTo>
                  <a:lnTo>
                    <a:pt x="1" y="752"/>
                  </a:lnTo>
                  <a:lnTo>
                    <a:pt x="193" y="861"/>
                  </a:lnTo>
                  <a:lnTo>
                    <a:pt x="966" y="111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7621;p55">
              <a:extLst>
                <a:ext uri="{FF2B5EF4-FFF2-40B4-BE49-F238E27FC236}">
                  <a16:creationId xmlns:a16="http://schemas.microsoft.com/office/drawing/2014/main" id="{18D9F8C3-18DD-47E4-B0C5-A3BF528FC58F}"/>
                </a:ext>
              </a:extLst>
            </p:cNvPr>
            <p:cNvSpPr/>
            <p:nvPr/>
          </p:nvSpPr>
          <p:spPr>
            <a:xfrm>
              <a:off x="7347500" y="1164150"/>
              <a:ext cx="24425" cy="21800"/>
            </a:xfrm>
            <a:custGeom>
              <a:avLst/>
              <a:gdLst/>
              <a:ahLst/>
              <a:cxnLst/>
              <a:rect l="l" t="t" r="r" b="b"/>
              <a:pathLst>
                <a:path w="977" h="872" extrusionOk="0">
                  <a:moveTo>
                    <a:pt x="775" y="0"/>
                  </a:moveTo>
                  <a:lnTo>
                    <a:pt x="0" y="753"/>
                  </a:lnTo>
                  <a:lnTo>
                    <a:pt x="203" y="872"/>
                  </a:lnTo>
                  <a:lnTo>
                    <a:pt x="976" y="122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7622;p55">
              <a:extLst>
                <a:ext uri="{FF2B5EF4-FFF2-40B4-BE49-F238E27FC236}">
                  <a16:creationId xmlns:a16="http://schemas.microsoft.com/office/drawing/2014/main" id="{6E97FAFB-72CC-4756-846E-56CE465AC8B8}"/>
                </a:ext>
              </a:extLst>
            </p:cNvPr>
            <p:cNvSpPr/>
            <p:nvPr/>
          </p:nvSpPr>
          <p:spPr>
            <a:xfrm>
              <a:off x="7337250" y="1158300"/>
              <a:ext cx="24450" cy="21700"/>
            </a:xfrm>
            <a:custGeom>
              <a:avLst/>
              <a:gdLst/>
              <a:ahLst/>
              <a:cxnLst/>
              <a:rect l="l" t="t" r="r" b="b"/>
              <a:pathLst>
                <a:path w="978" h="868" extrusionOk="0">
                  <a:moveTo>
                    <a:pt x="773" y="1"/>
                  </a:moveTo>
                  <a:lnTo>
                    <a:pt x="0" y="749"/>
                  </a:lnTo>
                  <a:lnTo>
                    <a:pt x="206" y="868"/>
                  </a:lnTo>
                  <a:lnTo>
                    <a:pt x="977" y="118"/>
                  </a:lnTo>
                  <a:lnTo>
                    <a:pt x="773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7623;p55">
              <a:extLst>
                <a:ext uri="{FF2B5EF4-FFF2-40B4-BE49-F238E27FC236}">
                  <a16:creationId xmlns:a16="http://schemas.microsoft.com/office/drawing/2014/main" id="{04C1F97E-AB75-4586-8094-6A512DE05963}"/>
                </a:ext>
              </a:extLst>
            </p:cNvPr>
            <p:cNvSpPr/>
            <p:nvPr/>
          </p:nvSpPr>
          <p:spPr>
            <a:xfrm>
              <a:off x="7327025" y="1152275"/>
              <a:ext cx="24450" cy="21775"/>
            </a:xfrm>
            <a:custGeom>
              <a:avLst/>
              <a:gdLst/>
              <a:ahLst/>
              <a:cxnLst/>
              <a:rect l="l" t="t" r="r" b="b"/>
              <a:pathLst>
                <a:path w="978" h="871" extrusionOk="0">
                  <a:moveTo>
                    <a:pt x="776" y="1"/>
                  </a:moveTo>
                  <a:lnTo>
                    <a:pt x="0" y="753"/>
                  </a:lnTo>
                  <a:lnTo>
                    <a:pt x="205" y="871"/>
                  </a:lnTo>
                  <a:lnTo>
                    <a:pt x="977" y="121"/>
                  </a:lnTo>
                  <a:lnTo>
                    <a:pt x="77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7624;p55">
              <a:extLst>
                <a:ext uri="{FF2B5EF4-FFF2-40B4-BE49-F238E27FC236}">
                  <a16:creationId xmlns:a16="http://schemas.microsoft.com/office/drawing/2014/main" id="{D805F26D-FCA6-4F96-B29B-D2AEBC5D9308}"/>
                </a:ext>
              </a:extLst>
            </p:cNvPr>
            <p:cNvSpPr/>
            <p:nvPr/>
          </p:nvSpPr>
          <p:spPr>
            <a:xfrm>
              <a:off x="7316800" y="1146450"/>
              <a:ext cx="24450" cy="21700"/>
            </a:xfrm>
            <a:custGeom>
              <a:avLst/>
              <a:gdLst/>
              <a:ahLst/>
              <a:cxnLst/>
              <a:rect l="l" t="t" r="r" b="b"/>
              <a:pathLst>
                <a:path w="978" h="868" extrusionOk="0">
                  <a:moveTo>
                    <a:pt x="773" y="0"/>
                  </a:moveTo>
                  <a:lnTo>
                    <a:pt x="0" y="749"/>
                  </a:lnTo>
                  <a:lnTo>
                    <a:pt x="205" y="868"/>
                  </a:lnTo>
                  <a:lnTo>
                    <a:pt x="978" y="118"/>
                  </a:lnTo>
                  <a:lnTo>
                    <a:pt x="77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7625;p55">
              <a:extLst>
                <a:ext uri="{FF2B5EF4-FFF2-40B4-BE49-F238E27FC236}">
                  <a16:creationId xmlns:a16="http://schemas.microsoft.com/office/drawing/2014/main" id="{AB32773A-F91F-4931-A0EE-574645A66BC4}"/>
                </a:ext>
              </a:extLst>
            </p:cNvPr>
            <p:cNvSpPr/>
            <p:nvPr/>
          </p:nvSpPr>
          <p:spPr>
            <a:xfrm>
              <a:off x="7388500" y="1216750"/>
              <a:ext cx="34400" cy="20825"/>
            </a:xfrm>
            <a:custGeom>
              <a:avLst/>
              <a:gdLst/>
              <a:ahLst/>
              <a:cxnLst/>
              <a:rect l="l" t="t" r="r" b="b"/>
              <a:pathLst>
                <a:path w="1376" h="833" extrusionOk="0">
                  <a:moveTo>
                    <a:pt x="85" y="0"/>
                  </a:moveTo>
                  <a:lnTo>
                    <a:pt x="0" y="39"/>
                  </a:lnTo>
                  <a:lnTo>
                    <a:pt x="1374" y="832"/>
                  </a:lnTo>
                  <a:lnTo>
                    <a:pt x="1375" y="743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7626;p55">
              <a:extLst>
                <a:ext uri="{FF2B5EF4-FFF2-40B4-BE49-F238E27FC236}">
                  <a16:creationId xmlns:a16="http://schemas.microsoft.com/office/drawing/2014/main" id="{C0BE2C65-774A-44AF-8892-9135C17F2F54}"/>
                </a:ext>
              </a:extLst>
            </p:cNvPr>
            <p:cNvSpPr/>
            <p:nvPr/>
          </p:nvSpPr>
          <p:spPr>
            <a:xfrm>
              <a:off x="7390600" y="1177775"/>
              <a:ext cx="32400" cy="57550"/>
            </a:xfrm>
            <a:custGeom>
              <a:avLst/>
              <a:gdLst/>
              <a:ahLst/>
              <a:cxnLst/>
              <a:rect l="l" t="t" r="r" b="b"/>
              <a:pathLst>
                <a:path w="1296" h="2302" extrusionOk="0">
                  <a:moveTo>
                    <a:pt x="5" y="0"/>
                  </a:moveTo>
                  <a:lnTo>
                    <a:pt x="1" y="1559"/>
                  </a:lnTo>
                  <a:lnTo>
                    <a:pt x="1288" y="2302"/>
                  </a:lnTo>
                  <a:lnTo>
                    <a:pt x="1295" y="743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7627;p55">
              <a:extLst>
                <a:ext uri="{FF2B5EF4-FFF2-40B4-BE49-F238E27FC236}">
                  <a16:creationId xmlns:a16="http://schemas.microsoft.com/office/drawing/2014/main" id="{1105D56E-EFBC-478A-A542-C362803EC4D8}"/>
                </a:ext>
              </a:extLst>
            </p:cNvPr>
            <p:cNvSpPr/>
            <p:nvPr/>
          </p:nvSpPr>
          <p:spPr>
            <a:xfrm>
              <a:off x="7388500" y="1176500"/>
              <a:ext cx="2225" cy="41250"/>
            </a:xfrm>
            <a:custGeom>
              <a:avLst/>
              <a:gdLst/>
              <a:ahLst/>
              <a:cxnLst/>
              <a:rect l="l" t="t" r="r" b="b"/>
              <a:pathLst>
                <a:path w="89" h="1650" extrusionOk="0">
                  <a:moveTo>
                    <a:pt x="8" y="1"/>
                  </a:moveTo>
                  <a:lnTo>
                    <a:pt x="0" y="1649"/>
                  </a:lnTo>
                  <a:lnTo>
                    <a:pt x="85" y="1610"/>
                  </a:lnTo>
                  <a:lnTo>
                    <a:pt x="89" y="51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7628;p55">
              <a:extLst>
                <a:ext uri="{FF2B5EF4-FFF2-40B4-BE49-F238E27FC236}">
                  <a16:creationId xmlns:a16="http://schemas.microsoft.com/office/drawing/2014/main" id="{B0492215-ADDF-4CAB-8D7F-0525768349AE}"/>
                </a:ext>
              </a:extLst>
            </p:cNvPr>
            <p:cNvSpPr/>
            <p:nvPr/>
          </p:nvSpPr>
          <p:spPr>
            <a:xfrm>
              <a:off x="7467375" y="1208500"/>
              <a:ext cx="34400" cy="20875"/>
            </a:xfrm>
            <a:custGeom>
              <a:avLst/>
              <a:gdLst/>
              <a:ahLst/>
              <a:cxnLst/>
              <a:rect l="l" t="t" r="r" b="b"/>
              <a:pathLst>
                <a:path w="1376" h="835" extrusionOk="0">
                  <a:moveTo>
                    <a:pt x="1291" y="1"/>
                  </a:moveTo>
                  <a:lnTo>
                    <a:pt x="1" y="745"/>
                  </a:lnTo>
                  <a:lnTo>
                    <a:pt x="2" y="835"/>
                  </a:lnTo>
                  <a:lnTo>
                    <a:pt x="1375" y="40"/>
                  </a:lnTo>
                  <a:lnTo>
                    <a:pt x="129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7629;p55">
              <a:extLst>
                <a:ext uri="{FF2B5EF4-FFF2-40B4-BE49-F238E27FC236}">
                  <a16:creationId xmlns:a16="http://schemas.microsoft.com/office/drawing/2014/main" id="{3B99516D-C33C-4F8C-A88A-CB9987083D51}"/>
                </a:ext>
              </a:extLst>
            </p:cNvPr>
            <p:cNvSpPr/>
            <p:nvPr/>
          </p:nvSpPr>
          <p:spPr>
            <a:xfrm>
              <a:off x="7467275" y="1169575"/>
              <a:ext cx="32400" cy="57550"/>
            </a:xfrm>
            <a:custGeom>
              <a:avLst/>
              <a:gdLst/>
              <a:ahLst/>
              <a:cxnLst/>
              <a:rect l="l" t="t" r="r" b="b"/>
              <a:pathLst>
                <a:path w="1296" h="2302" extrusionOk="0">
                  <a:moveTo>
                    <a:pt x="1291" y="1"/>
                  </a:moveTo>
                  <a:lnTo>
                    <a:pt x="0" y="743"/>
                  </a:lnTo>
                  <a:lnTo>
                    <a:pt x="8" y="2302"/>
                  </a:lnTo>
                  <a:lnTo>
                    <a:pt x="1295" y="1558"/>
                  </a:lnTo>
                  <a:lnTo>
                    <a:pt x="129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7630;p55">
              <a:extLst>
                <a:ext uri="{FF2B5EF4-FFF2-40B4-BE49-F238E27FC236}">
                  <a16:creationId xmlns:a16="http://schemas.microsoft.com/office/drawing/2014/main" id="{CDA9578F-B688-4D06-B8F5-86D5958B2166}"/>
                </a:ext>
              </a:extLst>
            </p:cNvPr>
            <p:cNvSpPr/>
            <p:nvPr/>
          </p:nvSpPr>
          <p:spPr>
            <a:xfrm>
              <a:off x="7499525" y="1168275"/>
              <a:ext cx="2250" cy="41250"/>
            </a:xfrm>
            <a:custGeom>
              <a:avLst/>
              <a:gdLst/>
              <a:ahLst/>
              <a:cxnLst/>
              <a:rect l="l" t="t" r="r" b="b"/>
              <a:pathLst>
                <a:path w="90" h="1650" extrusionOk="0">
                  <a:moveTo>
                    <a:pt x="82" y="0"/>
                  </a:moveTo>
                  <a:lnTo>
                    <a:pt x="1" y="53"/>
                  </a:lnTo>
                  <a:lnTo>
                    <a:pt x="5" y="1610"/>
                  </a:lnTo>
                  <a:lnTo>
                    <a:pt x="89" y="1649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7631;p55">
              <a:extLst>
                <a:ext uri="{FF2B5EF4-FFF2-40B4-BE49-F238E27FC236}">
                  <a16:creationId xmlns:a16="http://schemas.microsoft.com/office/drawing/2014/main" id="{88CBBB18-F956-4C3E-8FE7-9F788AA9257A}"/>
                </a:ext>
              </a:extLst>
            </p:cNvPr>
            <p:cNvSpPr/>
            <p:nvPr/>
          </p:nvSpPr>
          <p:spPr>
            <a:xfrm>
              <a:off x="7133500" y="1237600"/>
              <a:ext cx="200400" cy="108300"/>
            </a:xfrm>
            <a:custGeom>
              <a:avLst/>
              <a:gdLst/>
              <a:ahLst/>
              <a:cxnLst/>
              <a:rect l="l" t="t" r="r" b="b"/>
              <a:pathLst>
                <a:path w="8016" h="4332" extrusionOk="0">
                  <a:moveTo>
                    <a:pt x="5723" y="0"/>
                  </a:moveTo>
                  <a:cubicBezTo>
                    <a:pt x="5531" y="0"/>
                    <a:pt x="5340" y="42"/>
                    <a:pt x="5195" y="126"/>
                  </a:cubicBezTo>
                  <a:lnTo>
                    <a:pt x="178" y="3052"/>
                  </a:lnTo>
                  <a:lnTo>
                    <a:pt x="125" y="3084"/>
                  </a:lnTo>
                  <a:cubicBezTo>
                    <a:pt x="79" y="3112"/>
                    <a:pt x="35" y="3147"/>
                    <a:pt x="1" y="3189"/>
                  </a:cubicBezTo>
                  <a:cubicBezTo>
                    <a:pt x="37" y="3220"/>
                    <a:pt x="77" y="3248"/>
                    <a:pt x="121" y="3273"/>
                  </a:cubicBezTo>
                  <a:lnTo>
                    <a:pt x="1693" y="4183"/>
                  </a:lnTo>
                  <a:cubicBezTo>
                    <a:pt x="1855" y="4278"/>
                    <a:pt x="2080" y="4331"/>
                    <a:pt x="2316" y="4331"/>
                  </a:cubicBezTo>
                  <a:cubicBezTo>
                    <a:pt x="2557" y="4331"/>
                    <a:pt x="2777" y="4278"/>
                    <a:pt x="2946" y="4183"/>
                  </a:cubicBezTo>
                  <a:lnTo>
                    <a:pt x="8009" y="1231"/>
                  </a:lnTo>
                  <a:cubicBezTo>
                    <a:pt x="8012" y="1231"/>
                    <a:pt x="8015" y="1228"/>
                    <a:pt x="8015" y="1225"/>
                  </a:cubicBezTo>
                  <a:cubicBezTo>
                    <a:pt x="7993" y="1173"/>
                    <a:pt x="7947" y="1121"/>
                    <a:pt x="7883" y="1079"/>
                  </a:cubicBezTo>
                  <a:cubicBezTo>
                    <a:pt x="7869" y="1064"/>
                    <a:pt x="7850" y="1051"/>
                    <a:pt x="7831" y="1042"/>
                  </a:cubicBezTo>
                  <a:lnTo>
                    <a:pt x="6263" y="130"/>
                  </a:lnTo>
                  <a:cubicBezTo>
                    <a:pt x="6113" y="44"/>
                    <a:pt x="5918" y="0"/>
                    <a:pt x="5723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7632;p55">
              <a:extLst>
                <a:ext uri="{FF2B5EF4-FFF2-40B4-BE49-F238E27FC236}">
                  <a16:creationId xmlns:a16="http://schemas.microsoft.com/office/drawing/2014/main" id="{CDBC11F5-ADD6-4493-8A07-F7767108EB65}"/>
                </a:ext>
              </a:extLst>
            </p:cNvPr>
            <p:cNvSpPr/>
            <p:nvPr/>
          </p:nvSpPr>
          <p:spPr>
            <a:xfrm>
              <a:off x="7129300" y="1226600"/>
              <a:ext cx="212450" cy="122275"/>
            </a:xfrm>
            <a:custGeom>
              <a:avLst/>
              <a:gdLst/>
              <a:ahLst/>
              <a:cxnLst/>
              <a:rect l="l" t="t" r="r" b="b"/>
              <a:pathLst>
                <a:path w="8498" h="4891" extrusionOk="0">
                  <a:moveTo>
                    <a:pt x="6099" y="1"/>
                  </a:moveTo>
                  <a:cubicBezTo>
                    <a:pt x="5921" y="1"/>
                    <a:pt x="5759" y="40"/>
                    <a:pt x="5631" y="118"/>
                  </a:cubicBezTo>
                  <a:lnTo>
                    <a:pt x="241" y="3262"/>
                  </a:lnTo>
                  <a:cubicBezTo>
                    <a:pt x="45" y="3373"/>
                    <a:pt x="0" y="3546"/>
                    <a:pt x="106" y="3685"/>
                  </a:cubicBezTo>
                  <a:cubicBezTo>
                    <a:pt x="140" y="3736"/>
                    <a:pt x="186" y="3775"/>
                    <a:pt x="240" y="3803"/>
                  </a:cubicBezTo>
                  <a:lnTo>
                    <a:pt x="1907" y="4773"/>
                  </a:lnTo>
                  <a:cubicBezTo>
                    <a:pt x="2051" y="4850"/>
                    <a:pt x="2211" y="4890"/>
                    <a:pt x="2373" y="4890"/>
                  </a:cubicBezTo>
                  <a:cubicBezTo>
                    <a:pt x="2376" y="4890"/>
                    <a:pt x="2379" y="4890"/>
                    <a:pt x="2381" y="4890"/>
                  </a:cubicBezTo>
                  <a:cubicBezTo>
                    <a:pt x="2555" y="4890"/>
                    <a:pt x="2728" y="4845"/>
                    <a:pt x="2851" y="4773"/>
                  </a:cubicBezTo>
                  <a:lnTo>
                    <a:pt x="8241" y="1630"/>
                  </a:lnTo>
                  <a:cubicBezTo>
                    <a:pt x="8264" y="1617"/>
                    <a:pt x="8288" y="1603"/>
                    <a:pt x="8308" y="1585"/>
                  </a:cubicBezTo>
                  <a:cubicBezTo>
                    <a:pt x="8498" y="1435"/>
                    <a:pt x="8469" y="1223"/>
                    <a:pt x="8241" y="1090"/>
                  </a:cubicBezTo>
                  <a:lnTo>
                    <a:pt x="6574" y="118"/>
                  </a:lnTo>
                  <a:cubicBezTo>
                    <a:pt x="6450" y="45"/>
                    <a:pt x="6278" y="1"/>
                    <a:pt x="6099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7633;p55">
              <a:extLst>
                <a:ext uri="{FF2B5EF4-FFF2-40B4-BE49-F238E27FC236}">
                  <a16:creationId xmlns:a16="http://schemas.microsoft.com/office/drawing/2014/main" id="{E38990BF-7F28-4F34-B1AC-0C234F3D1780}"/>
                </a:ext>
              </a:extLst>
            </p:cNvPr>
            <p:cNvSpPr/>
            <p:nvPr/>
          </p:nvSpPr>
          <p:spPr>
            <a:xfrm>
              <a:off x="7114400" y="1259325"/>
              <a:ext cx="225750" cy="156575"/>
            </a:xfrm>
            <a:custGeom>
              <a:avLst/>
              <a:gdLst/>
              <a:ahLst/>
              <a:cxnLst/>
              <a:rect l="l" t="t" r="r" b="b"/>
              <a:pathLst>
                <a:path w="9030" h="6263" extrusionOk="0">
                  <a:moveTo>
                    <a:pt x="9030" y="1"/>
                  </a:moveTo>
                  <a:lnTo>
                    <a:pt x="9030" y="6"/>
                  </a:lnTo>
                  <a:lnTo>
                    <a:pt x="9030" y="6"/>
                  </a:lnTo>
                  <a:cubicBezTo>
                    <a:pt x="9030" y="4"/>
                    <a:pt x="9030" y="2"/>
                    <a:pt x="9030" y="1"/>
                  </a:cubicBezTo>
                  <a:close/>
                  <a:moveTo>
                    <a:pt x="9030" y="6"/>
                  </a:moveTo>
                  <a:lnTo>
                    <a:pt x="9030" y="6"/>
                  </a:lnTo>
                  <a:cubicBezTo>
                    <a:pt x="9028" y="134"/>
                    <a:pt x="8942" y="262"/>
                    <a:pt x="8773" y="359"/>
                  </a:cubicBezTo>
                  <a:lnTo>
                    <a:pt x="3708" y="3314"/>
                  </a:lnTo>
                  <a:cubicBezTo>
                    <a:pt x="3543" y="3410"/>
                    <a:pt x="3320" y="3464"/>
                    <a:pt x="3079" y="3464"/>
                  </a:cubicBezTo>
                  <a:cubicBezTo>
                    <a:pt x="2845" y="3464"/>
                    <a:pt x="2622" y="3410"/>
                    <a:pt x="2454" y="3314"/>
                  </a:cubicBezTo>
                  <a:lnTo>
                    <a:pt x="885" y="2401"/>
                  </a:lnTo>
                  <a:cubicBezTo>
                    <a:pt x="849" y="2380"/>
                    <a:pt x="820" y="2372"/>
                    <a:pt x="797" y="2372"/>
                  </a:cubicBezTo>
                  <a:cubicBezTo>
                    <a:pt x="737" y="2372"/>
                    <a:pt x="715" y="2422"/>
                    <a:pt x="707" y="2422"/>
                  </a:cubicBezTo>
                  <a:cubicBezTo>
                    <a:pt x="703" y="2422"/>
                    <a:pt x="702" y="2410"/>
                    <a:pt x="702" y="2376"/>
                  </a:cubicBezTo>
                  <a:lnTo>
                    <a:pt x="0" y="4837"/>
                  </a:lnTo>
                  <a:cubicBezTo>
                    <a:pt x="0" y="4969"/>
                    <a:pt x="86" y="5101"/>
                    <a:pt x="259" y="5199"/>
                  </a:cubicBezTo>
                  <a:lnTo>
                    <a:pt x="1829" y="6114"/>
                  </a:lnTo>
                  <a:cubicBezTo>
                    <a:pt x="1996" y="6210"/>
                    <a:pt x="2219" y="6262"/>
                    <a:pt x="2452" y="6262"/>
                  </a:cubicBezTo>
                  <a:cubicBezTo>
                    <a:pt x="2693" y="6262"/>
                    <a:pt x="2917" y="6210"/>
                    <a:pt x="3083" y="6114"/>
                  </a:cubicBezTo>
                  <a:lnTo>
                    <a:pt x="8756" y="2816"/>
                  </a:lnTo>
                  <a:cubicBezTo>
                    <a:pt x="8926" y="2717"/>
                    <a:pt x="9011" y="2586"/>
                    <a:pt x="9011" y="2456"/>
                  </a:cubicBezTo>
                  <a:lnTo>
                    <a:pt x="9030" y="6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7634;p55">
              <a:extLst>
                <a:ext uri="{FF2B5EF4-FFF2-40B4-BE49-F238E27FC236}">
                  <a16:creationId xmlns:a16="http://schemas.microsoft.com/office/drawing/2014/main" id="{9315D654-8883-4995-843F-3C7DB2262429}"/>
                </a:ext>
              </a:extLst>
            </p:cNvPr>
            <p:cNvSpPr/>
            <p:nvPr/>
          </p:nvSpPr>
          <p:spPr>
            <a:xfrm>
              <a:off x="7211200" y="1386000"/>
              <a:ext cx="10600" cy="8825"/>
            </a:xfrm>
            <a:custGeom>
              <a:avLst/>
              <a:gdLst/>
              <a:ahLst/>
              <a:cxnLst/>
              <a:rect l="l" t="t" r="r" b="b"/>
              <a:pathLst>
                <a:path w="424" h="353" extrusionOk="0">
                  <a:moveTo>
                    <a:pt x="244" y="1"/>
                  </a:moveTo>
                  <a:cubicBezTo>
                    <a:pt x="223" y="1"/>
                    <a:pt x="200" y="4"/>
                    <a:pt x="177" y="11"/>
                  </a:cubicBezTo>
                  <a:cubicBezTo>
                    <a:pt x="173" y="11"/>
                    <a:pt x="168" y="14"/>
                    <a:pt x="164" y="14"/>
                  </a:cubicBezTo>
                  <a:cubicBezTo>
                    <a:pt x="138" y="24"/>
                    <a:pt x="112" y="35"/>
                    <a:pt x="89" y="50"/>
                  </a:cubicBezTo>
                  <a:cubicBezTo>
                    <a:pt x="81" y="53"/>
                    <a:pt x="73" y="57"/>
                    <a:pt x="67" y="63"/>
                  </a:cubicBezTo>
                  <a:cubicBezTo>
                    <a:pt x="42" y="77"/>
                    <a:pt x="20" y="95"/>
                    <a:pt x="0" y="115"/>
                  </a:cubicBezTo>
                  <a:lnTo>
                    <a:pt x="54" y="145"/>
                  </a:lnTo>
                  <a:lnTo>
                    <a:pt x="405" y="353"/>
                  </a:lnTo>
                  <a:cubicBezTo>
                    <a:pt x="418" y="314"/>
                    <a:pt x="424" y="275"/>
                    <a:pt x="424" y="234"/>
                  </a:cubicBezTo>
                  <a:cubicBezTo>
                    <a:pt x="424" y="87"/>
                    <a:pt x="352" y="1"/>
                    <a:pt x="244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7635;p55">
              <a:extLst>
                <a:ext uri="{FF2B5EF4-FFF2-40B4-BE49-F238E27FC236}">
                  <a16:creationId xmlns:a16="http://schemas.microsoft.com/office/drawing/2014/main" id="{4E71905F-36B8-48BA-B2D2-1662D9C4365F}"/>
                </a:ext>
              </a:extLst>
            </p:cNvPr>
            <p:cNvSpPr/>
            <p:nvPr/>
          </p:nvSpPr>
          <p:spPr>
            <a:xfrm>
              <a:off x="7205125" y="1386225"/>
              <a:ext cx="13925" cy="19925"/>
            </a:xfrm>
            <a:custGeom>
              <a:avLst/>
              <a:gdLst/>
              <a:ahLst/>
              <a:cxnLst/>
              <a:rect l="l" t="t" r="r" b="b"/>
              <a:pathLst>
                <a:path w="557" h="797" extrusionOk="0">
                  <a:moveTo>
                    <a:pt x="555" y="79"/>
                  </a:moveTo>
                  <a:lnTo>
                    <a:pt x="556" y="80"/>
                  </a:lnTo>
                  <a:cubicBezTo>
                    <a:pt x="556" y="80"/>
                    <a:pt x="555" y="79"/>
                    <a:pt x="555" y="79"/>
                  </a:cubicBezTo>
                  <a:close/>
                  <a:moveTo>
                    <a:pt x="420" y="0"/>
                  </a:moveTo>
                  <a:cubicBezTo>
                    <a:pt x="416" y="0"/>
                    <a:pt x="411" y="5"/>
                    <a:pt x="406" y="5"/>
                  </a:cubicBezTo>
                  <a:cubicBezTo>
                    <a:pt x="379" y="13"/>
                    <a:pt x="355" y="25"/>
                    <a:pt x="332" y="39"/>
                  </a:cubicBezTo>
                  <a:cubicBezTo>
                    <a:pt x="323" y="42"/>
                    <a:pt x="316" y="47"/>
                    <a:pt x="310" y="52"/>
                  </a:cubicBezTo>
                  <a:cubicBezTo>
                    <a:pt x="285" y="68"/>
                    <a:pt x="263" y="86"/>
                    <a:pt x="243" y="106"/>
                  </a:cubicBezTo>
                  <a:cubicBezTo>
                    <a:pt x="232" y="113"/>
                    <a:pt x="221" y="125"/>
                    <a:pt x="213" y="136"/>
                  </a:cubicBezTo>
                  <a:cubicBezTo>
                    <a:pt x="102" y="251"/>
                    <a:pt x="15" y="422"/>
                    <a:pt x="7" y="567"/>
                  </a:cubicBezTo>
                  <a:cubicBezTo>
                    <a:pt x="2" y="580"/>
                    <a:pt x="1" y="593"/>
                    <a:pt x="2" y="608"/>
                  </a:cubicBezTo>
                  <a:cubicBezTo>
                    <a:pt x="1" y="651"/>
                    <a:pt x="10" y="695"/>
                    <a:pt x="29" y="734"/>
                  </a:cubicBezTo>
                  <a:lnTo>
                    <a:pt x="139" y="796"/>
                  </a:lnTo>
                  <a:cubicBezTo>
                    <a:pt x="85" y="766"/>
                    <a:pt x="55" y="699"/>
                    <a:pt x="55" y="606"/>
                  </a:cubicBezTo>
                  <a:cubicBezTo>
                    <a:pt x="50" y="440"/>
                    <a:pt x="156" y="242"/>
                    <a:pt x="297" y="136"/>
                  </a:cubicBezTo>
                  <a:cubicBezTo>
                    <a:pt x="310" y="122"/>
                    <a:pt x="327" y="110"/>
                    <a:pt x="345" y="102"/>
                  </a:cubicBezTo>
                  <a:cubicBezTo>
                    <a:pt x="393" y="73"/>
                    <a:pt x="439" y="60"/>
                    <a:pt x="479" y="60"/>
                  </a:cubicBezTo>
                  <a:cubicBezTo>
                    <a:pt x="507" y="60"/>
                    <a:pt x="533" y="66"/>
                    <a:pt x="555" y="79"/>
                  </a:cubicBezTo>
                  <a:lnTo>
                    <a:pt x="555" y="79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7636;p55">
              <a:extLst>
                <a:ext uri="{FF2B5EF4-FFF2-40B4-BE49-F238E27FC236}">
                  <a16:creationId xmlns:a16="http://schemas.microsoft.com/office/drawing/2014/main" id="{18303DB5-174C-4213-9F23-EA1840ECA1AF}"/>
                </a:ext>
              </a:extLst>
            </p:cNvPr>
            <p:cNvSpPr/>
            <p:nvPr/>
          </p:nvSpPr>
          <p:spPr>
            <a:xfrm>
              <a:off x="7206400" y="1387725"/>
              <a:ext cx="14750" cy="18900"/>
            </a:xfrm>
            <a:custGeom>
              <a:avLst/>
              <a:gdLst/>
              <a:ahLst/>
              <a:cxnLst/>
              <a:rect l="l" t="t" r="r" b="b"/>
              <a:pathLst>
                <a:path w="590" h="756" extrusionOk="0">
                  <a:moveTo>
                    <a:pt x="426" y="0"/>
                  </a:moveTo>
                  <a:cubicBezTo>
                    <a:pt x="386" y="0"/>
                    <a:pt x="341" y="13"/>
                    <a:pt x="294" y="40"/>
                  </a:cubicBezTo>
                  <a:cubicBezTo>
                    <a:pt x="133" y="134"/>
                    <a:pt x="1" y="361"/>
                    <a:pt x="2" y="548"/>
                  </a:cubicBezTo>
                  <a:cubicBezTo>
                    <a:pt x="2" y="679"/>
                    <a:pt x="69" y="756"/>
                    <a:pt x="165" y="756"/>
                  </a:cubicBezTo>
                  <a:cubicBezTo>
                    <a:pt x="205" y="756"/>
                    <a:pt x="249" y="743"/>
                    <a:pt x="297" y="716"/>
                  </a:cubicBezTo>
                  <a:cubicBezTo>
                    <a:pt x="459" y="622"/>
                    <a:pt x="589" y="395"/>
                    <a:pt x="589" y="208"/>
                  </a:cubicBezTo>
                  <a:cubicBezTo>
                    <a:pt x="589" y="76"/>
                    <a:pt x="523" y="0"/>
                    <a:pt x="426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7637;p55">
              <a:extLst>
                <a:ext uri="{FF2B5EF4-FFF2-40B4-BE49-F238E27FC236}">
                  <a16:creationId xmlns:a16="http://schemas.microsoft.com/office/drawing/2014/main" id="{F72FFA1D-F32C-487B-92B4-E955439E84D7}"/>
                </a:ext>
              </a:extLst>
            </p:cNvPr>
            <p:cNvSpPr/>
            <p:nvPr/>
          </p:nvSpPr>
          <p:spPr>
            <a:xfrm>
              <a:off x="7303050" y="1332975"/>
              <a:ext cx="10575" cy="8825"/>
            </a:xfrm>
            <a:custGeom>
              <a:avLst/>
              <a:gdLst/>
              <a:ahLst/>
              <a:cxnLst/>
              <a:rect l="l" t="t" r="r" b="b"/>
              <a:pathLst>
                <a:path w="423" h="353" extrusionOk="0">
                  <a:moveTo>
                    <a:pt x="242" y="1"/>
                  </a:moveTo>
                  <a:cubicBezTo>
                    <a:pt x="221" y="1"/>
                    <a:pt x="199" y="4"/>
                    <a:pt x="176" y="10"/>
                  </a:cubicBezTo>
                  <a:cubicBezTo>
                    <a:pt x="172" y="10"/>
                    <a:pt x="167" y="15"/>
                    <a:pt x="163" y="15"/>
                  </a:cubicBezTo>
                  <a:cubicBezTo>
                    <a:pt x="137" y="23"/>
                    <a:pt x="112" y="35"/>
                    <a:pt x="89" y="49"/>
                  </a:cubicBezTo>
                  <a:cubicBezTo>
                    <a:pt x="80" y="52"/>
                    <a:pt x="73" y="57"/>
                    <a:pt x="67" y="62"/>
                  </a:cubicBezTo>
                  <a:cubicBezTo>
                    <a:pt x="43" y="77"/>
                    <a:pt x="19" y="96"/>
                    <a:pt x="1" y="116"/>
                  </a:cubicBezTo>
                  <a:lnTo>
                    <a:pt x="53" y="146"/>
                  </a:lnTo>
                  <a:lnTo>
                    <a:pt x="405" y="352"/>
                  </a:lnTo>
                  <a:cubicBezTo>
                    <a:pt x="417" y="315"/>
                    <a:pt x="423" y="274"/>
                    <a:pt x="423" y="233"/>
                  </a:cubicBezTo>
                  <a:cubicBezTo>
                    <a:pt x="423" y="86"/>
                    <a:pt x="351" y="1"/>
                    <a:pt x="242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7638;p55">
              <a:extLst>
                <a:ext uri="{FF2B5EF4-FFF2-40B4-BE49-F238E27FC236}">
                  <a16:creationId xmlns:a16="http://schemas.microsoft.com/office/drawing/2014/main" id="{551A1410-939E-4602-AB9F-C5BCA3248EF0}"/>
                </a:ext>
              </a:extLst>
            </p:cNvPr>
            <p:cNvSpPr/>
            <p:nvPr/>
          </p:nvSpPr>
          <p:spPr>
            <a:xfrm>
              <a:off x="7296950" y="1333175"/>
              <a:ext cx="13925" cy="19925"/>
            </a:xfrm>
            <a:custGeom>
              <a:avLst/>
              <a:gdLst/>
              <a:ahLst/>
              <a:cxnLst/>
              <a:rect l="l" t="t" r="r" b="b"/>
              <a:pathLst>
                <a:path w="557" h="797" extrusionOk="0">
                  <a:moveTo>
                    <a:pt x="420" y="1"/>
                  </a:moveTo>
                  <a:cubicBezTo>
                    <a:pt x="416" y="1"/>
                    <a:pt x="411" y="5"/>
                    <a:pt x="407" y="5"/>
                  </a:cubicBezTo>
                  <a:cubicBezTo>
                    <a:pt x="381" y="15"/>
                    <a:pt x="355" y="27"/>
                    <a:pt x="332" y="41"/>
                  </a:cubicBezTo>
                  <a:cubicBezTo>
                    <a:pt x="324" y="44"/>
                    <a:pt x="316" y="49"/>
                    <a:pt x="310" y="54"/>
                  </a:cubicBezTo>
                  <a:cubicBezTo>
                    <a:pt x="285" y="69"/>
                    <a:pt x="263" y="86"/>
                    <a:pt x="245" y="107"/>
                  </a:cubicBezTo>
                  <a:cubicBezTo>
                    <a:pt x="232" y="115"/>
                    <a:pt x="221" y="125"/>
                    <a:pt x="213" y="137"/>
                  </a:cubicBezTo>
                  <a:cubicBezTo>
                    <a:pt x="104" y="252"/>
                    <a:pt x="15" y="423"/>
                    <a:pt x="7" y="568"/>
                  </a:cubicBezTo>
                  <a:cubicBezTo>
                    <a:pt x="4" y="581"/>
                    <a:pt x="1" y="595"/>
                    <a:pt x="2" y="608"/>
                  </a:cubicBezTo>
                  <a:cubicBezTo>
                    <a:pt x="1" y="652"/>
                    <a:pt x="10" y="695"/>
                    <a:pt x="29" y="736"/>
                  </a:cubicBezTo>
                  <a:lnTo>
                    <a:pt x="139" y="797"/>
                  </a:lnTo>
                  <a:cubicBezTo>
                    <a:pt x="87" y="766"/>
                    <a:pt x="55" y="700"/>
                    <a:pt x="55" y="608"/>
                  </a:cubicBezTo>
                  <a:cubicBezTo>
                    <a:pt x="50" y="442"/>
                    <a:pt x="156" y="243"/>
                    <a:pt x="297" y="137"/>
                  </a:cubicBezTo>
                  <a:cubicBezTo>
                    <a:pt x="311" y="124"/>
                    <a:pt x="327" y="111"/>
                    <a:pt x="345" y="102"/>
                  </a:cubicBezTo>
                  <a:cubicBezTo>
                    <a:pt x="394" y="74"/>
                    <a:pt x="439" y="61"/>
                    <a:pt x="480" y="61"/>
                  </a:cubicBezTo>
                  <a:cubicBezTo>
                    <a:pt x="508" y="61"/>
                    <a:pt x="534" y="68"/>
                    <a:pt x="556" y="80"/>
                  </a:cubicBezTo>
                  <a:lnTo>
                    <a:pt x="42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7639;p55">
              <a:extLst>
                <a:ext uri="{FF2B5EF4-FFF2-40B4-BE49-F238E27FC236}">
                  <a16:creationId xmlns:a16="http://schemas.microsoft.com/office/drawing/2014/main" id="{B9B745AE-BCE5-4A9B-AB88-DE7433D67D2B}"/>
                </a:ext>
              </a:extLst>
            </p:cNvPr>
            <p:cNvSpPr/>
            <p:nvPr/>
          </p:nvSpPr>
          <p:spPr>
            <a:xfrm>
              <a:off x="7298275" y="1334725"/>
              <a:ext cx="14725" cy="18900"/>
            </a:xfrm>
            <a:custGeom>
              <a:avLst/>
              <a:gdLst/>
              <a:ahLst/>
              <a:cxnLst/>
              <a:rect l="l" t="t" r="r" b="b"/>
              <a:pathLst>
                <a:path w="589" h="756" extrusionOk="0">
                  <a:moveTo>
                    <a:pt x="425" y="0"/>
                  </a:moveTo>
                  <a:cubicBezTo>
                    <a:pt x="385" y="0"/>
                    <a:pt x="341" y="13"/>
                    <a:pt x="293" y="40"/>
                  </a:cubicBezTo>
                  <a:cubicBezTo>
                    <a:pt x="131" y="133"/>
                    <a:pt x="0" y="361"/>
                    <a:pt x="0" y="548"/>
                  </a:cubicBezTo>
                  <a:cubicBezTo>
                    <a:pt x="0" y="680"/>
                    <a:pt x="66" y="756"/>
                    <a:pt x="163" y="756"/>
                  </a:cubicBezTo>
                  <a:cubicBezTo>
                    <a:pt x="202" y="756"/>
                    <a:pt x="247" y="743"/>
                    <a:pt x="295" y="716"/>
                  </a:cubicBezTo>
                  <a:cubicBezTo>
                    <a:pt x="457" y="623"/>
                    <a:pt x="589" y="395"/>
                    <a:pt x="587" y="208"/>
                  </a:cubicBezTo>
                  <a:cubicBezTo>
                    <a:pt x="587" y="76"/>
                    <a:pt x="521" y="0"/>
                    <a:pt x="425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7640;p55">
              <a:extLst>
                <a:ext uri="{FF2B5EF4-FFF2-40B4-BE49-F238E27FC236}">
                  <a16:creationId xmlns:a16="http://schemas.microsoft.com/office/drawing/2014/main" id="{8AC6649B-1EA1-4509-B37A-727393A9EE0A}"/>
                </a:ext>
              </a:extLst>
            </p:cNvPr>
            <p:cNvSpPr/>
            <p:nvPr/>
          </p:nvSpPr>
          <p:spPr>
            <a:xfrm>
              <a:off x="7113175" y="1311725"/>
              <a:ext cx="77800" cy="104200"/>
            </a:xfrm>
            <a:custGeom>
              <a:avLst/>
              <a:gdLst/>
              <a:ahLst/>
              <a:cxnLst/>
              <a:rect l="l" t="t" r="r" b="b"/>
              <a:pathLst>
                <a:path w="3112" h="4168" extrusionOk="0">
                  <a:moveTo>
                    <a:pt x="731" y="0"/>
                  </a:moveTo>
                  <a:cubicBezTo>
                    <a:pt x="722" y="14"/>
                    <a:pt x="716" y="27"/>
                    <a:pt x="711" y="40"/>
                  </a:cubicBezTo>
                  <a:lnTo>
                    <a:pt x="711" y="40"/>
                  </a:lnTo>
                  <a:lnTo>
                    <a:pt x="731" y="0"/>
                  </a:lnTo>
                  <a:close/>
                  <a:moveTo>
                    <a:pt x="711" y="40"/>
                  </a:moveTo>
                  <a:lnTo>
                    <a:pt x="595" y="267"/>
                  </a:lnTo>
                  <a:lnTo>
                    <a:pt x="33" y="2742"/>
                  </a:lnTo>
                  <a:cubicBezTo>
                    <a:pt x="0" y="2873"/>
                    <a:pt x="119" y="3005"/>
                    <a:pt x="292" y="3105"/>
                  </a:cubicBezTo>
                  <a:lnTo>
                    <a:pt x="1861" y="4018"/>
                  </a:lnTo>
                  <a:cubicBezTo>
                    <a:pt x="2029" y="4116"/>
                    <a:pt x="2252" y="4168"/>
                    <a:pt x="2486" y="4168"/>
                  </a:cubicBezTo>
                  <a:lnTo>
                    <a:pt x="3112" y="1368"/>
                  </a:lnTo>
                  <a:cubicBezTo>
                    <a:pt x="2890" y="1366"/>
                    <a:pt x="2671" y="1310"/>
                    <a:pt x="2477" y="1202"/>
                  </a:cubicBezTo>
                  <a:lnTo>
                    <a:pt x="912" y="292"/>
                  </a:lnTo>
                  <a:cubicBezTo>
                    <a:pt x="730" y="190"/>
                    <a:pt x="680" y="122"/>
                    <a:pt x="711" y="40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7641;p55">
              <a:extLst>
                <a:ext uri="{FF2B5EF4-FFF2-40B4-BE49-F238E27FC236}">
                  <a16:creationId xmlns:a16="http://schemas.microsoft.com/office/drawing/2014/main" id="{A444B6D0-8207-4FE1-A12E-A45DB636F2C2}"/>
                </a:ext>
              </a:extLst>
            </p:cNvPr>
            <p:cNvSpPr/>
            <p:nvPr/>
          </p:nvSpPr>
          <p:spPr>
            <a:xfrm>
              <a:off x="7307850" y="1280800"/>
              <a:ext cx="29750" cy="31125"/>
            </a:xfrm>
            <a:custGeom>
              <a:avLst/>
              <a:gdLst/>
              <a:ahLst/>
              <a:cxnLst/>
              <a:rect l="l" t="t" r="r" b="b"/>
              <a:pathLst>
                <a:path w="1190" h="1245" extrusionOk="0">
                  <a:moveTo>
                    <a:pt x="1131" y="1"/>
                  </a:moveTo>
                  <a:cubicBezTo>
                    <a:pt x="1119" y="1"/>
                    <a:pt x="1107" y="4"/>
                    <a:pt x="1093" y="12"/>
                  </a:cubicBezTo>
                  <a:lnTo>
                    <a:pt x="96" y="588"/>
                  </a:lnTo>
                  <a:cubicBezTo>
                    <a:pt x="44" y="618"/>
                    <a:pt x="0" y="699"/>
                    <a:pt x="0" y="770"/>
                  </a:cubicBezTo>
                  <a:lnTo>
                    <a:pt x="0" y="1162"/>
                  </a:lnTo>
                  <a:cubicBezTo>
                    <a:pt x="0" y="1214"/>
                    <a:pt x="24" y="1244"/>
                    <a:pt x="58" y="1244"/>
                  </a:cubicBezTo>
                  <a:cubicBezTo>
                    <a:pt x="69" y="1244"/>
                    <a:pt x="82" y="1241"/>
                    <a:pt x="96" y="1233"/>
                  </a:cubicBezTo>
                  <a:lnTo>
                    <a:pt x="1093" y="657"/>
                  </a:lnTo>
                  <a:cubicBezTo>
                    <a:pt x="1146" y="627"/>
                    <a:pt x="1189" y="546"/>
                    <a:pt x="1189" y="475"/>
                  </a:cubicBezTo>
                  <a:lnTo>
                    <a:pt x="1189" y="84"/>
                  </a:lnTo>
                  <a:cubicBezTo>
                    <a:pt x="1189" y="32"/>
                    <a:pt x="1165" y="1"/>
                    <a:pt x="1131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7642;p55">
              <a:extLst>
                <a:ext uri="{FF2B5EF4-FFF2-40B4-BE49-F238E27FC236}">
                  <a16:creationId xmlns:a16="http://schemas.microsoft.com/office/drawing/2014/main" id="{9B7EAD46-80DA-44D1-8FE2-B30DB4FA25F8}"/>
                </a:ext>
              </a:extLst>
            </p:cNvPr>
            <p:cNvSpPr/>
            <p:nvPr/>
          </p:nvSpPr>
          <p:spPr>
            <a:xfrm>
              <a:off x="7273950" y="1300325"/>
              <a:ext cx="29700" cy="31200"/>
            </a:xfrm>
            <a:custGeom>
              <a:avLst/>
              <a:gdLst/>
              <a:ahLst/>
              <a:cxnLst/>
              <a:rect l="l" t="t" r="r" b="b"/>
              <a:pathLst>
                <a:path w="1188" h="1248" extrusionOk="0">
                  <a:moveTo>
                    <a:pt x="1135" y="1"/>
                  </a:moveTo>
                  <a:cubicBezTo>
                    <a:pt x="1122" y="1"/>
                    <a:pt x="1108" y="5"/>
                    <a:pt x="1092" y="14"/>
                  </a:cubicBezTo>
                  <a:lnTo>
                    <a:pt x="96" y="590"/>
                  </a:lnTo>
                  <a:cubicBezTo>
                    <a:pt x="39" y="627"/>
                    <a:pt x="3" y="688"/>
                    <a:pt x="0" y="755"/>
                  </a:cubicBezTo>
                  <a:lnTo>
                    <a:pt x="0" y="1180"/>
                  </a:lnTo>
                  <a:cubicBezTo>
                    <a:pt x="0" y="1223"/>
                    <a:pt x="21" y="1248"/>
                    <a:pt x="53" y="1248"/>
                  </a:cubicBezTo>
                  <a:cubicBezTo>
                    <a:pt x="66" y="1248"/>
                    <a:pt x="80" y="1244"/>
                    <a:pt x="96" y="1235"/>
                  </a:cubicBezTo>
                  <a:lnTo>
                    <a:pt x="1092" y="659"/>
                  </a:lnTo>
                  <a:cubicBezTo>
                    <a:pt x="1149" y="623"/>
                    <a:pt x="1183" y="561"/>
                    <a:pt x="1188" y="494"/>
                  </a:cubicBezTo>
                  <a:lnTo>
                    <a:pt x="1188" y="69"/>
                  </a:lnTo>
                  <a:cubicBezTo>
                    <a:pt x="1188" y="26"/>
                    <a:pt x="1167" y="1"/>
                    <a:pt x="1135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7643;p55">
              <a:extLst>
                <a:ext uri="{FF2B5EF4-FFF2-40B4-BE49-F238E27FC236}">
                  <a16:creationId xmlns:a16="http://schemas.microsoft.com/office/drawing/2014/main" id="{9FEAB33B-D033-4600-B8FF-CDB4D6274E84}"/>
                </a:ext>
              </a:extLst>
            </p:cNvPr>
            <p:cNvSpPr/>
            <p:nvPr/>
          </p:nvSpPr>
          <p:spPr>
            <a:xfrm>
              <a:off x="7240000" y="1319950"/>
              <a:ext cx="29750" cy="31175"/>
            </a:xfrm>
            <a:custGeom>
              <a:avLst/>
              <a:gdLst/>
              <a:ahLst/>
              <a:cxnLst/>
              <a:rect l="l" t="t" r="r" b="b"/>
              <a:pathLst>
                <a:path w="1190" h="1247" extrusionOk="0">
                  <a:moveTo>
                    <a:pt x="1137" y="0"/>
                  </a:moveTo>
                  <a:cubicBezTo>
                    <a:pt x="1124" y="0"/>
                    <a:pt x="1109" y="5"/>
                    <a:pt x="1094" y="13"/>
                  </a:cubicBezTo>
                  <a:lnTo>
                    <a:pt x="97" y="589"/>
                  </a:lnTo>
                  <a:cubicBezTo>
                    <a:pt x="40" y="625"/>
                    <a:pt x="5" y="688"/>
                    <a:pt x="1" y="754"/>
                  </a:cubicBezTo>
                  <a:lnTo>
                    <a:pt x="1" y="1179"/>
                  </a:lnTo>
                  <a:cubicBezTo>
                    <a:pt x="1" y="1221"/>
                    <a:pt x="23" y="1246"/>
                    <a:pt x="54" y="1246"/>
                  </a:cubicBezTo>
                  <a:cubicBezTo>
                    <a:pt x="67" y="1246"/>
                    <a:pt x="81" y="1242"/>
                    <a:pt x="97" y="1233"/>
                  </a:cubicBezTo>
                  <a:lnTo>
                    <a:pt x="1094" y="657"/>
                  </a:lnTo>
                  <a:cubicBezTo>
                    <a:pt x="1149" y="621"/>
                    <a:pt x="1186" y="559"/>
                    <a:pt x="1190" y="492"/>
                  </a:cubicBezTo>
                  <a:lnTo>
                    <a:pt x="1190" y="69"/>
                  </a:lnTo>
                  <a:cubicBezTo>
                    <a:pt x="1190" y="25"/>
                    <a:pt x="1168" y="0"/>
                    <a:pt x="1137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7644;p55">
              <a:extLst>
                <a:ext uri="{FF2B5EF4-FFF2-40B4-BE49-F238E27FC236}">
                  <a16:creationId xmlns:a16="http://schemas.microsoft.com/office/drawing/2014/main" id="{F7A68AC5-6087-42E8-A6F8-ACBC604C549E}"/>
                </a:ext>
              </a:extLst>
            </p:cNvPr>
            <p:cNvSpPr/>
            <p:nvPr/>
          </p:nvSpPr>
          <p:spPr>
            <a:xfrm>
              <a:off x="7206125" y="1339525"/>
              <a:ext cx="29700" cy="31175"/>
            </a:xfrm>
            <a:custGeom>
              <a:avLst/>
              <a:gdLst/>
              <a:ahLst/>
              <a:cxnLst/>
              <a:rect l="l" t="t" r="r" b="b"/>
              <a:pathLst>
                <a:path w="1188" h="1247" extrusionOk="0">
                  <a:moveTo>
                    <a:pt x="1135" y="0"/>
                  </a:moveTo>
                  <a:cubicBezTo>
                    <a:pt x="1122" y="0"/>
                    <a:pt x="1108" y="5"/>
                    <a:pt x="1092" y="14"/>
                  </a:cubicBezTo>
                  <a:lnTo>
                    <a:pt x="96" y="589"/>
                  </a:lnTo>
                  <a:cubicBezTo>
                    <a:pt x="39" y="625"/>
                    <a:pt x="3" y="688"/>
                    <a:pt x="0" y="755"/>
                  </a:cubicBezTo>
                  <a:lnTo>
                    <a:pt x="0" y="1179"/>
                  </a:lnTo>
                  <a:cubicBezTo>
                    <a:pt x="0" y="1221"/>
                    <a:pt x="21" y="1246"/>
                    <a:pt x="53" y="1246"/>
                  </a:cubicBezTo>
                  <a:cubicBezTo>
                    <a:pt x="65" y="1246"/>
                    <a:pt x="80" y="1242"/>
                    <a:pt x="96" y="1233"/>
                  </a:cubicBezTo>
                  <a:lnTo>
                    <a:pt x="1092" y="657"/>
                  </a:lnTo>
                  <a:cubicBezTo>
                    <a:pt x="1149" y="621"/>
                    <a:pt x="1183" y="560"/>
                    <a:pt x="1188" y="492"/>
                  </a:cubicBezTo>
                  <a:lnTo>
                    <a:pt x="1188" y="69"/>
                  </a:lnTo>
                  <a:cubicBezTo>
                    <a:pt x="1188" y="25"/>
                    <a:pt x="1167" y="0"/>
                    <a:pt x="1135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7645;p55">
              <a:extLst>
                <a:ext uri="{FF2B5EF4-FFF2-40B4-BE49-F238E27FC236}">
                  <a16:creationId xmlns:a16="http://schemas.microsoft.com/office/drawing/2014/main" id="{1481AAFF-5C54-4346-ABBB-350C8E9E4B42}"/>
                </a:ext>
              </a:extLst>
            </p:cNvPr>
            <p:cNvSpPr/>
            <p:nvPr/>
          </p:nvSpPr>
          <p:spPr>
            <a:xfrm>
              <a:off x="7187225" y="1359100"/>
              <a:ext cx="14700" cy="22425"/>
            </a:xfrm>
            <a:custGeom>
              <a:avLst/>
              <a:gdLst/>
              <a:ahLst/>
              <a:cxnLst/>
              <a:rect l="l" t="t" r="r" b="b"/>
              <a:pathLst>
                <a:path w="588" h="897" extrusionOk="0">
                  <a:moveTo>
                    <a:pt x="530" y="1"/>
                  </a:moveTo>
                  <a:cubicBezTo>
                    <a:pt x="519" y="1"/>
                    <a:pt x="506" y="4"/>
                    <a:pt x="492" y="12"/>
                  </a:cubicBezTo>
                  <a:lnTo>
                    <a:pt x="192" y="193"/>
                  </a:lnTo>
                  <a:cubicBezTo>
                    <a:pt x="138" y="224"/>
                    <a:pt x="114" y="276"/>
                    <a:pt x="96" y="376"/>
                  </a:cubicBezTo>
                  <a:lnTo>
                    <a:pt x="2" y="813"/>
                  </a:lnTo>
                  <a:cubicBezTo>
                    <a:pt x="1" y="865"/>
                    <a:pt x="24" y="897"/>
                    <a:pt x="58" y="897"/>
                  </a:cubicBezTo>
                  <a:cubicBezTo>
                    <a:pt x="70" y="897"/>
                    <a:pt x="83" y="893"/>
                    <a:pt x="96" y="885"/>
                  </a:cubicBezTo>
                  <a:lnTo>
                    <a:pt x="492" y="657"/>
                  </a:lnTo>
                  <a:cubicBezTo>
                    <a:pt x="546" y="627"/>
                    <a:pt x="588" y="546"/>
                    <a:pt x="588" y="475"/>
                  </a:cubicBezTo>
                  <a:lnTo>
                    <a:pt x="588" y="85"/>
                  </a:lnTo>
                  <a:cubicBezTo>
                    <a:pt x="588" y="33"/>
                    <a:pt x="564" y="1"/>
                    <a:pt x="530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7646;p55">
              <a:extLst>
                <a:ext uri="{FF2B5EF4-FFF2-40B4-BE49-F238E27FC236}">
                  <a16:creationId xmlns:a16="http://schemas.microsoft.com/office/drawing/2014/main" id="{588F64FD-7CB5-454F-A222-1E909E36F09B}"/>
                </a:ext>
              </a:extLst>
            </p:cNvPr>
            <p:cNvSpPr/>
            <p:nvPr/>
          </p:nvSpPr>
          <p:spPr>
            <a:xfrm>
              <a:off x="7121750" y="1338650"/>
              <a:ext cx="54800" cy="55025"/>
            </a:xfrm>
            <a:custGeom>
              <a:avLst/>
              <a:gdLst/>
              <a:ahLst/>
              <a:cxnLst/>
              <a:rect l="l" t="t" r="r" b="b"/>
              <a:pathLst>
                <a:path w="2192" h="2201" extrusionOk="0">
                  <a:moveTo>
                    <a:pt x="277" y="0"/>
                  </a:moveTo>
                  <a:cubicBezTo>
                    <a:pt x="244" y="0"/>
                    <a:pt x="215" y="20"/>
                    <a:pt x="198" y="66"/>
                  </a:cubicBezTo>
                  <a:lnTo>
                    <a:pt x="1" y="971"/>
                  </a:lnTo>
                  <a:cubicBezTo>
                    <a:pt x="1" y="1040"/>
                    <a:pt x="43" y="1123"/>
                    <a:pt x="96" y="1153"/>
                  </a:cubicBezTo>
                  <a:lnTo>
                    <a:pt x="1889" y="2189"/>
                  </a:lnTo>
                  <a:cubicBezTo>
                    <a:pt x="1902" y="2197"/>
                    <a:pt x="1914" y="2200"/>
                    <a:pt x="1923" y="2200"/>
                  </a:cubicBezTo>
                  <a:cubicBezTo>
                    <a:pt x="1952" y="2200"/>
                    <a:pt x="1967" y="2168"/>
                    <a:pt x="1984" y="2116"/>
                  </a:cubicBezTo>
                  <a:lnTo>
                    <a:pt x="2182" y="1211"/>
                  </a:lnTo>
                  <a:cubicBezTo>
                    <a:pt x="2192" y="1136"/>
                    <a:pt x="2154" y="1064"/>
                    <a:pt x="2087" y="1029"/>
                  </a:cubicBezTo>
                  <a:lnTo>
                    <a:pt x="333" y="17"/>
                  </a:lnTo>
                  <a:cubicBezTo>
                    <a:pt x="314" y="6"/>
                    <a:pt x="295" y="0"/>
                    <a:pt x="277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7647;p55">
            <a:extLst>
              <a:ext uri="{FF2B5EF4-FFF2-40B4-BE49-F238E27FC236}">
                <a16:creationId xmlns:a16="http://schemas.microsoft.com/office/drawing/2014/main" id="{85B5E120-14BB-4231-A282-5523E916BF33}"/>
              </a:ext>
            </a:extLst>
          </p:cNvPr>
          <p:cNvGrpSpPr/>
          <p:nvPr/>
        </p:nvGrpSpPr>
        <p:grpSpPr>
          <a:xfrm flipH="1">
            <a:off x="720132" y="537900"/>
            <a:ext cx="4010166" cy="2627337"/>
            <a:chOff x="4230215" y="407085"/>
            <a:chExt cx="4537927" cy="4243800"/>
          </a:xfrm>
        </p:grpSpPr>
        <p:sp>
          <p:nvSpPr>
            <p:cNvPr id="423" name="Google Shape;7648;p55">
              <a:extLst>
                <a:ext uri="{FF2B5EF4-FFF2-40B4-BE49-F238E27FC236}">
                  <a16:creationId xmlns:a16="http://schemas.microsoft.com/office/drawing/2014/main" id="{34A0253A-6B3D-42BD-BE4B-BD5721120F29}"/>
                </a:ext>
              </a:extLst>
            </p:cNvPr>
            <p:cNvSpPr/>
            <p:nvPr/>
          </p:nvSpPr>
          <p:spPr>
            <a:xfrm>
              <a:off x="4983043" y="407085"/>
              <a:ext cx="3785100" cy="4243800"/>
            </a:xfrm>
            <a:prstGeom prst="rect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7649;p55">
              <a:extLst>
                <a:ext uri="{FF2B5EF4-FFF2-40B4-BE49-F238E27FC236}">
                  <a16:creationId xmlns:a16="http://schemas.microsoft.com/office/drawing/2014/main" id="{5E23ABFC-9110-425A-B2F0-79D34939F5E5}"/>
                </a:ext>
              </a:extLst>
            </p:cNvPr>
            <p:cNvSpPr/>
            <p:nvPr/>
          </p:nvSpPr>
          <p:spPr>
            <a:xfrm rot="10800000">
              <a:off x="4230215" y="1068373"/>
              <a:ext cx="758400" cy="1297200"/>
            </a:xfrm>
            <a:prstGeom prst="rtTriangle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5" name="Google Shape;7650;p55">
            <a:extLst>
              <a:ext uri="{FF2B5EF4-FFF2-40B4-BE49-F238E27FC236}">
                <a16:creationId xmlns:a16="http://schemas.microsoft.com/office/drawing/2014/main" id="{1ACD638B-97E6-4E4A-A227-5BD49BDB4E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1653" y="1248691"/>
            <a:ext cx="3072300" cy="11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 dirty="0"/>
              <a:t>MERCI !</a:t>
            </a:r>
            <a:endParaRPr sz="5200" dirty="0"/>
          </a:p>
        </p:txBody>
      </p:sp>
    </p:spTree>
    <p:extLst>
      <p:ext uri="{BB962C8B-B14F-4D97-AF65-F5344CB8AC3E}">
        <p14:creationId xmlns:p14="http://schemas.microsoft.com/office/powerpoint/2010/main" val="2133727527"/>
      </p:ext>
    </p:extLst>
  </p:cSld>
  <p:clrMapOvr>
    <a:masterClrMapping/>
  </p:clrMapOvr>
</p:sld>
</file>

<file path=ppt/theme/theme1.xml><?xml version="1.0" encoding="utf-8"?>
<a:theme xmlns:a="http://schemas.openxmlformats.org/drawingml/2006/main" name="Home Rental App Pitch Deck by Slidesgo">
  <a:themeElements>
    <a:clrScheme name="Simple Light">
      <a:dk1>
        <a:srgbClr val="064949"/>
      </a:dk1>
      <a:lt1>
        <a:srgbClr val="FFFFFF"/>
      </a:lt1>
      <a:dk2>
        <a:srgbClr val="595959"/>
      </a:dk2>
      <a:lt2>
        <a:srgbClr val="EEEEEE"/>
      </a:lt2>
      <a:accent1>
        <a:srgbClr val="E42524"/>
      </a:accent1>
      <a:accent2>
        <a:srgbClr val="FD876C"/>
      </a:accent2>
      <a:accent3>
        <a:srgbClr val="F4AA9E"/>
      </a:accent3>
      <a:accent4>
        <a:srgbClr val="E3F9F7"/>
      </a:accent4>
      <a:accent5>
        <a:srgbClr val="008D8A"/>
      </a:accent5>
      <a:accent6>
        <a:srgbClr val="8FDFD6"/>
      </a:accent6>
      <a:hlink>
        <a:srgbClr val="0649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129</Words>
  <Application>Microsoft Office PowerPoint</Application>
  <PresentationFormat>Affichage à l'écran (16:9)</PresentationFormat>
  <Paragraphs>27</Paragraphs>
  <Slides>11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20" baseType="lpstr">
      <vt:lpstr>Söhne</vt:lpstr>
      <vt:lpstr>Maven Pro SemiBold</vt:lpstr>
      <vt:lpstr>Arial</vt:lpstr>
      <vt:lpstr>Muli</vt:lpstr>
      <vt:lpstr>Red Hat Display</vt:lpstr>
      <vt:lpstr>-apple-system</vt:lpstr>
      <vt:lpstr>Fira Sans Extra Condensed Medium</vt:lpstr>
      <vt:lpstr>Fira Sans Condensed Medium</vt:lpstr>
      <vt:lpstr>Home Rental App Pitch Deck by Slidesgo</vt:lpstr>
      <vt:lpstr>GBATTA App </vt:lpstr>
      <vt:lpstr>INTRODUCTION</vt:lpstr>
      <vt:lpstr>SOMMAIRE</vt:lpstr>
      <vt:lpstr>PROBLEME VS SOLUTION</vt:lpstr>
      <vt:lpstr>PROBLEME</vt:lpstr>
      <vt:lpstr>Profit mal communiqué</vt:lpstr>
      <vt:lpstr>Gestion des biens immobiliers</vt:lpstr>
      <vt:lpstr>Fraude et escroquerie</vt:lpstr>
      <vt:lpstr>2 Presentation</vt:lpstr>
      <vt:lpstr>Pour la présentation et la manipulation on vous feras une démo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GBATTA App </dc:title>
  <cp:lastModifiedBy>paul oulai</cp:lastModifiedBy>
  <cp:revision>13</cp:revision>
  <dcterms:modified xsi:type="dcterms:W3CDTF">2023-10-23T10:51:19Z</dcterms:modified>
</cp:coreProperties>
</file>