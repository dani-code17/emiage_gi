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9" r:id="rId1"/>
  </p:sldMasterIdLst>
  <p:notesMasterIdLst>
    <p:notesMasterId r:id="rId19"/>
  </p:notesMasterIdLst>
  <p:sldIdLst>
    <p:sldId id="256" r:id="rId2"/>
    <p:sldId id="262" r:id="rId3"/>
    <p:sldId id="258" r:id="rId4"/>
    <p:sldId id="347" r:id="rId5"/>
    <p:sldId id="276" r:id="rId6"/>
    <p:sldId id="348" r:id="rId7"/>
    <p:sldId id="277" r:id="rId8"/>
    <p:sldId id="259" r:id="rId9"/>
    <p:sldId id="260" r:id="rId10"/>
    <p:sldId id="261" r:id="rId11"/>
    <p:sldId id="265" r:id="rId12"/>
    <p:sldId id="264" r:id="rId13"/>
    <p:sldId id="351" r:id="rId14"/>
    <p:sldId id="352" r:id="rId15"/>
    <p:sldId id="353" r:id="rId16"/>
    <p:sldId id="354" r:id="rId17"/>
    <p:sldId id="308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2075B97-1BC2-485C-BA43-BFFEFDBD1F28}">
  <a:tblStyle styleId="{32075B97-1BC2-485C-BA43-BFFEFDBD1F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8" autoAdjust="0"/>
    <p:restoredTop sz="94660"/>
  </p:normalViewPr>
  <p:slideViewPr>
    <p:cSldViewPr snapToGrid="0">
      <p:cViewPr varScale="1">
        <p:scale>
          <a:sx n="92" d="100"/>
          <a:sy n="92" d="100"/>
        </p:scale>
        <p:origin x="7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633ea8b391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633ea8b391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633ea8b39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633ea8b39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633ea8b39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633ea8b39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8264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c04bf1bbb6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c04bf1bbb6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633ea8b39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633ea8b39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0162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c04bf1bbb6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c04bf1bbb6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c04bf1bbb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c04bf1bbb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633ea8b39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633ea8b39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c04bf1bbb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c04bf1bbb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633ea8b391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633ea8b391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633ea8b391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633ea8b391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c04bf1bbb6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c04bf1bbb6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36461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633ea8b391_0_1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633ea8b391_0_1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46415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c04bf1bbb6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c04bf1bbb6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7131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633ea8b391_0_1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633ea8b391_0_1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05186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c04bf1bbb6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c04bf1bbb6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png"/><Relationship Id="rId4" Type="http://schemas.openxmlformats.org/officeDocument/2006/relationships/image" Target="../media/image12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8.png"/><Relationship Id="rId4" Type="http://schemas.openxmlformats.org/officeDocument/2006/relationships/image" Target="../media/image28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512863" y="820775"/>
            <a:ext cx="41184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512738" y="2757925"/>
            <a:ext cx="41184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572000" y="1686975"/>
            <a:ext cx="3855300" cy="21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4572043" y="3880575"/>
            <a:ext cx="3855300" cy="5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1pPr>
            <a:lvl2pPr lvl="1" algn="r">
              <a:spcBef>
                <a:spcPts val="16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2pPr>
            <a:lvl3pPr lvl="2" algn="r">
              <a:spcBef>
                <a:spcPts val="16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3pPr>
            <a:lvl4pPr lvl="3" algn="r">
              <a:spcBef>
                <a:spcPts val="16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4pPr>
            <a:lvl5pPr lvl="4" algn="r">
              <a:spcBef>
                <a:spcPts val="16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5pPr>
            <a:lvl6pPr lvl="5" algn="r">
              <a:spcBef>
                <a:spcPts val="16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6pPr>
            <a:lvl7pPr lvl="6" algn="r">
              <a:spcBef>
                <a:spcPts val="16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7pPr>
            <a:lvl8pPr lvl="7" algn="r">
              <a:spcBef>
                <a:spcPts val="16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8pPr>
            <a:lvl9pPr lvl="8" algn="r">
              <a:spcBef>
                <a:spcPts val="1600"/>
              </a:spcBef>
              <a:spcAft>
                <a:spcPts val="1600"/>
              </a:spcAft>
              <a:buNone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6579375" y="716925"/>
            <a:ext cx="1848000" cy="109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16575" y="538975"/>
            <a:ext cx="7710900" cy="4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16575" y="1196625"/>
            <a:ext cx="7710900" cy="340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200">
                <a:solidFill>
                  <a:srgbClr val="FFFFFF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 sz="1200">
                <a:solidFill>
                  <a:srgbClr val="FFFFFF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 sz="1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2531100" y="538975"/>
            <a:ext cx="4081800" cy="243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ubTitle" idx="1"/>
          </p:nvPr>
        </p:nvSpPr>
        <p:spPr>
          <a:xfrm>
            <a:off x="2381700" y="2817725"/>
            <a:ext cx="4380600" cy="4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716575" y="1233175"/>
            <a:ext cx="38553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ubTitle" idx="1"/>
          </p:nvPr>
        </p:nvSpPr>
        <p:spPr>
          <a:xfrm>
            <a:off x="716575" y="2803075"/>
            <a:ext cx="38553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4740725" y="724075"/>
            <a:ext cx="34878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>
                <a:solidFill>
                  <a:srgbClr val="FFFFFF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body" idx="1"/>
          </p:nvPr>
        </p:nvSpPr>
        <p:spPr>
          <a:xfrm>
            <a:off x="716575" y="4230575"/>
            <a:ext cx="5593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>
            <a:spLocks noGrp="1"/>
          </p:cNvSpPr>
          <p:nvPr>
            <p:ph type="title"/>
          </p:nvPr>
        </p:nvSpPr>
        <p:spPr>
          <a:xfrm>
            <a:off x="716575" y="2566588"/>
            <a:ext cx="4427100" cy="77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subTitle" idx="1"/>
          </p:nvPr>
        </p:nvSpPr>
        <p:spPr>
          <a:xfrm>
            <a:off x="716575" y="1805913"/>
            <a:ext cx="4427100" cy="9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title" hasCustomPrompt="1"/>
          </p:nvPr>
        </p:nvSpPr>
        <p:spPr>
          <a:xfrm>
            <a:off x="716575" y="538975"/>
            <a:ext cx="1848000" cy="109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5"/>
          <p:cNvSpPr txBox="1">
            <a:spLocks noGrp="1"/>
          </p:cNvSpPr>
          <p:nvPr>
            <p:ph type="title" idx="2"/>
          </p:nvPr>
        </p:nvSpPr>
        <p:spPr>
          <a:xfrm>
            <a:off x="716575" y="1297100"/>
            <a:ext cx="18480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subTitle" idx="1"/>
          </p:nvPr>
        </p:nvSpPr>
        <p:spPr>
          <a:xfrm>
            <a:off x="716575" y="1708075"/>
            <a:ext cx="1848000" cy="1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title" idx="3" hasCustomPrompt="1"/>
          </p:nvPr>
        </p:nvSpPr>
        <p:spPr>
          <a:xfrm>
            <a:off x="6579425" y="538975"/>
            <a:ext cx="1848000" cy="109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5"/>
          <p:cNvSpPr txBox="1">
            <a:spLocks noGrp="1"/>
          </p:cNvSpPr>
          <p:nvPr>
            <p:ph type="title" idx="4"/>
          </p:nvPr>
        </p:nvSpPr>
        <p:spPr>
          <a:xfrm>
            <a:off x="6579425" y="1297100"/>
            <a:ext cx="18480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subTitle" idx="5"/>
          </p:nvPr>
        </p:nvSpPr>
        <p:spPr>
          <a:xfrm>
            <a:off x="6579425" y="1708075"/>
            <a:ext cx="1848000" cy="1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title" idx="6" hasCustomPrompt="1"/>
          </p:nvPr>
        </p:nvSpPr>
        <p:spPr>
          <a:xfrm>
            <a:off x="2670858" y="538975"/>
            <a:ext cx="1848000" cy="109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5"/>
          <p:cNvSpPr txBox="1">
            <a:spLocks noGrp="1"/>
          </p:cNvSpPr>
          <p:nvPr>
            <p:ph type="title" idx="7"/>
          </p:nvPr>
        </p:nvSpPr>
        <p:spPr>
          <a:xfrm>
            <a:off x="2670850" y="1297100"/>
            <a:ext cx="18480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ubTitle" idx="8"/>
          </p:nvPr>
        </p:nvSpPr>
        <p:spPr>
          <a:xfrm>
            <a:off x="2670850" y="1708075"/>
            <a:ext cx="1848000" cy="1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title" idx="9" hasCustomPrompt="1"/>
          </p:nvPr>
        </p:nvSpPr>
        <p:spPr>
          <a:xfrm>
            <a:off x="4625142" y="538975"/>
            <a:ext cx="1848000" cy="109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5"/>
          <p:cNvSpPr txBox="1">
            <a:spLocks noGrp="1"/>
          </p:cNvSpPr>
          <p:nvPr>
            <p:ph type="title" idx="13"/>
          </p:nvPr>
        </p:nvSpPr>
        <p:spPr>
          <a:xfrm>
            <a:off x="4625150" y="1297100"/>
            <a:ext cx="18480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ubTitle" idx="14"/>
          </p:nvPr>
        </p:nvSpPr>
        <p:spPr>
          <a:xfrm>
            <a:off x="4625150" y="1708075"/>
            <a:ext cx="1848000" cy="1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>
            <a:spLocks noGrp="1"/>
          </p:cNvSpPr>
          <p:nvPr>
            <p:ph type="title"/>
          </p:nvPr>
        </p:nvSpPr>
        <p:spPr>
          <a:xfrm>
            <a:off x="716575" y="538975"/>
            <a:ext cx="7710900" cy="4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2">
  <p:cSld name="CUSTOM_19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>
            <a:spLocks noGrp="1"/>
          </p:cNvSpPr>
          <p:nvPr>
            <p:ph type="title"/>
          </p:nvPr>
        </p:nvSpPr>
        <p:spPr>
          <a:xfrm>
            <a:off x="2628151" y="3109050"/>
            <a:ext cx="3887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subTitle" idx="1"/>
          </p:nvPr>
        </p:nvSpPr>
        <p:spPr>
          <a:xfrm>
            <a:off x="2162850" y="1577250"/>
            <a:ext cx="4818300" cy="15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pic>
        <p:nvPicPr>
          <p:cNvPr id="158" name="Google Shape;15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542324">
            <a:off x="7044536" y="2860782"/>
            <a:ext cx="1580704" cy="1086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7"/>
          <p:cNvPicPr preferRelativeResize="0"/>
          <p:nvPr/>
        </p:nvPicPr>
        <p:blipFill rotWithShape="1">
          <a:blip r:embed="rId4">
            <a:alphaModFix/>
          </a:blip>
          <a:srcRect t="1127" b="-10584"/>
          <a:stretch/>
        </p:blipFill>
        <p:spPr>
          <a:xfrm flipH="1">
            <a:off x="1015725" y="2322700"/>
            <a:ext cx="222400" cy="24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76950" y="3877950"/>
            <a:ext cx="408300" cy="40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7"/>
          <p:cNvPicPr preferRelativeResize="0"/>
          <p:nvPr/>
        </p:nvPicPr>
        <p:blipFill rotWithShape="1">
          <a:blip r:embed="rId4">
            <a:alphaModFix/>
          </a:blip>
          <a:srcRect t="1127" b="-10584"/>
          <a:stretch/>
        </p:blipFill>
        <p:spPr>
          <a:xfrm flipH="1">
            <a:off x="3262650" y="619250"/>
            <a:ext cx="253600" cy="28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7"/>
          <p:cNvPicPr preferRelativeResize="0"/>
          <p:nvPr/>
        </p:nvPicPr>
        <p:blipFill rotWithShape="1">
          <a:blip r:embed="rId6">
            <a:alphaModFix/>
          </a:blip>
          <a:srcRect t="-812" b="-802"/>
          <a:stretch/>
        </p:blipFill>
        <p:spPr>
          <a:xfrm rot="1687840">
            <a:off x="214681" y="236936"/>
            <a:ext cx="1701040" cy="1593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24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/>
          <p:nvPr/>
        </p:nvSpPr>
        <p:spPr>
          <a:xfrm>
            <a:off x="0" y="-15950"/>
            <a:ext cx="9144000" cy="5194500"/>
          </a:xfrm>
          <a:prstGeom prst="rect">
            <a:avLst/>
          </a:prstGeom>
          <a:solidFill>
            <a:schemeClr val="accent3">
              <a:alpha val="31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37"/>
          <p:cNvSpPr txBox="1">
            <a:spLocks noGrp="1"/>
          </p:cNvSpPr>
          <p:nvPr>
            <p:ph type="title"/>
          </p:nvPr>
        </p:nvSpPr>
        <p:spPr>
          <a:xfrm>
            <a:off x="1061250" y="1695150"/>
            <a:ext cx="3488400" cy="7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lt1"/>
                </a:solidFill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latin typeface="Abel"/>
                <a:ea typeface="Abel"/>
                <a:cs typeface="Abel"/>
                <a:sym typeface="Abel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latin typeface="Abel"/>
                <a:ea typeface="Abel"/>
                <a:cs typeface="Abel"/>
                <a:sym typeface="Abel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latin typeface="Abel"/>
                <a:ea typeface="Abel"/>
                <a:cs typeface="Abel"/>
                <a:sym typeface="Abel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latin typeface="Abel"/>
                <a:ea typeface="Abel"/>
                <a:cs typeface="Abel"/>
                <a:sym typeface="Abel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latin typeface="Abel"/>
                <a:ea typeface="Abel"/>
                <a:cs typeface="Abel"/>
                <a:sym typeface="Abel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latin typeface="Abel"/>
                <a:ea typeface="Abel"/>
                <a:cs typeface="Abel"/>
                <a:sym typeface="Abel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latin typeface="Abel"/>
                <a:ea typeface="Abel"/>
                <a:cs typeface="Abel"/>
                <a:sym typeface="Abel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299" name="Google Shape;299;p37"/>
          <p:cNvSpPr txBox="1">
            <a:spLocks noGrp="1"/>
          </p:cNvSpPr>
          <p:nvPr>
            <p:ph type="subTitle" idx="1"/>
          </p:nvPr>
        </p:nvSpPr>
        <p:spPr>
          <a:xfrm>
            <a:off x="1061250" y="2473350"/>
            <a:ext cx="3488400" cy="97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7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"/>
          <p:cNvSpPr txBox="1">
            <a:spLocks noGrp="1"/>
          </p:cNvSpPr>
          <p:nvPr>
            <p:ph type="title"/>
          </p:nvPr>
        </p:nvSpPr>
        <p:spPr>
          <a:xfrm>
            <a:off x="2325450" y="2533150"/>
            <a:ext cx="4493100" cy="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subTitle" idx="1"/>
          </p:nvPr>
        </p:nvSpPr>
        <p:spPr>
          <a:xfrm>
            <a:off x="2325450" y="3152350"/>
            <a:ext cx="4493100" cy="4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3" name="Google Shape;313;p39"/>
          <p:cNvSpPr txBox="1">
            <a:spLocks noGrp="1"/>
          </p:cNvSpPr>
          <p:nvPr>
            <p:ph type="title" idx="2" hasCustomPrompt="1"/>
          </p:nvPr>
        </p:nvSpPr>
        <p:spPr>
          <a:xfrm>
            <a:off x="3648000" y="1582850"/>
            <a:ext cx="1848000" cy="764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None/>
              <a:defRPr sz="65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14" name="Google Shape;314;p39"/>
          <p:cNvSpPr/>
          <p:nvPr/>
        </p:nvSpPr>
        <p:spPr>
          <a:xfrm>
            <a:off x="2032175" y="716425"/>
            <a:ext cx="1800300" cy="360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5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9"/>
          <p:cNvSpPr/>
          <p:nvPr/>
        </p:nvSpPr>
        <p:spPr>
          <a:xfrm>
            <a:off x="5417950" y="3958875"/>
            <a:ext cx="1800300" cy="360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9"/>
          <p:cNvSpPr/>
          <p:nvPr/>
        </p:nvSpPr>
        <p:spPr>
          <a:xfrm rot="5400000">
            <a:off x="6512448" y="2106771"/>
            <a:ext cx="4630123" cy="3431378"/>
          </a:xfrm>
          <a:custGeom>
            <a:avLst/>
            <a:gdLst/>
            <a:ahLst/>
            <a:cxnLst/>
            <a:rect l="l" t="t" r="r" b="b"/>
            <a:pathLst>
              <a:path w="99003" h="73371" extrusionOk="0">
                <a:moveTo>
                  <a:pt x="27291" y="0"/>
                </a:moveTo>
                <a:cubicBezTo>
                  <a:pt x="13169" y="0"/>
                  <a:pt x="488" y="3799"/>
                  <a:pt x="333" y="16322"/>
                </a:cubicBezTo>
                <a:cubicBezTo>
                  <a:pt x="0" y="29208"/>
                  <a:pt x="14639" y="28875"/>
                  <a:pt x="23090" y="31943"/>
                </a:cubicBezTo>
                <a:cubicBezTo>
                  <a:pt x="36414" y="37237"/>
                  <a:pt x="33942" y="52315"/>
                  <a:pt x="46249" y="57364"/>
                </a:cubicBezTo>
                <a:cubicBezTo>
                  <a:pt x="48378" y="58300"/>
                  <a:pt x="51003" y="58622"/>
                  <a:pt x="53886" y="58622"/>
                </a:cubicBezTo>
                <a:cubicBezTo>
                  <a:pt x="60283" y="58622"/>
                  <a:pt x="67956" y="57035"/>
                  <a:pt x="74329" y="57035"/>
                </a:cubicBezTo>
                <a:cubicBezTo>
                  <a:pt x="82897" y="57035"/>
                  <a:pt x="89116" y="59904"/>
                  <a:pt x="86730" y="73353"/>
                </a:cubicBezTo>
                <a:lnTo>
                  <a:pt x="86730" y="73370"/>
                </a:lnTo>
                <a:cubicBezTo>
                  <a:pt x="95005" y="72616"/>
                  <a:pt x="96688" y="65463"/>
                  <a:pt x="97109" y="59082"/>
                </a:cubicBezTo>
                <a:cubicBezTo>
                  <a:pt x="99002" y="30382"/>
                  <a:pt x="88869" y="16129"/>
                  <a:pt x="61589" y="5926"/>
                </a:cubicBezTo>
                <a:cubicBezTo>
                  <a:pt x="54911" y="3310"/>
                  <a:pt x="40473" y="0"/>
                  <a:pt x="27291" y="0"/>
                </a:cubicBezTo>
                <a:close/>
              </a:path>
            </a:pathLst>
          </a:custGeom>
          <a:solidFill>
            <a:schemeClr val="accent1">
              <a:alpha val="2411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7" name="Google Shape;31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8773" y="2125582"/>
            <a:ext cx="2203374" cy="203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100" y="1507400"/>
            <a:ext cx="1190000" cy="119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123608">
            <a:off x="7460657" y="801420"/>
            <a:ext cx="2385258" cy="1506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3123635">
            <a:off x="7239383" y="471417"/>
            <a:ext cx="831060" cy="850016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9"/>
          <p:cNvSpPr/>
          <p:nvPr/>
        </p:nvSpPr>
        <p:spPr>
          <a:xfrm>
            <a:off x="7802000" y="441900"/>
            <a:ext cx="2655000" cy="2655000"/>
          </a:xfrm>
          <a:prstGeom prst="ellipse">
            <a:avLst/>
          </a:prstGeom>
          <a:solidFill>
            <a:schemeClr val="accent1">
              <a:alpha val="2411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USTOM_25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2"/>
          <p:cNvSpPr/>
          <p:nvPr/>
        </p:nvSpPr>
        <p:spPr>
          <a:xfrm>
            <a:off x="2957375" y="1004100"/>
            <a:ext cx="3229200" cy="31353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848725" y="1356150"/>
            <a:ext cx="5446500" cy="24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7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45" name="Google Shape;34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866023">
            <a:off x="785271" y="3260136"/>
            <a:ext cx="1255257" cy="710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2"/>
          <p:cNvPicPr preferRelativeResize="0"/>
          <p:nvPr/>
        </p:nvPicPr>
        <p:blipFill rotWithShape="1">
          <a:blip r:embed="rId4">
            <a:alphaModFix/>
          </a:blip>
          <a:srcRect l="-170" r="-180"/>
          <a:stretch/>
        </p:blipFill>
        <p:spPr>
          <a:xfrm rot="7360414">
            <a:off x="116583" y="-407258"/>
            <a:ext cx="2350433" cy="2128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2"/>
          <p:cNvPicPr preferRelativeResize="0"/>
          <p:nvPr/>
        </p:nvPicPr>
        <p:blipFill rotWithShape="1">
          <a:blip r:embed="rId5">
            <a:alphaModFix/>
          </a:blip>
          <a:srcRect t="347" b="347"/>
          <a:stretch/>
        </p:blipFill>
        <p:spPr>
          <a:xfrm rot="4278266">
            <a:off x="6096576" y="3777191"/>
            <a:ext cx="1769548" cy="1948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846417">
            <a:off x="7428678" y="1673057"/>
            <a:ext cx="1145193" cy="647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2"/>
          <p:cNvPicPr preferRelativeResize="0"/>
          <p:nvPr/>
        </p:nvPicPr>
        <p:blipFill rotWithShape="1">
          <a:blip r:embed="rId6">
            <a:alphaModFix/>
          </a:blip>
          <a:srcRect l="2134" r="2134"/>
          <a:stretch/>
        </p:blipFill>
        <p:spPr>
          <a:xfrm rot="4056623">
            <a:off x="4404407" y="-867342"/>
            <a:ext cx="1344537" cy="1363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42"/>
          <p:cNvPicPr preferRelativeResize="0"/>
          <p:nvPr/>
        </p:nvPicPr>
        <p:blipFill rotWithShape="1">
          <a:blip r:embed="rId7">
            <a:alphaModFix/>
          </a:blip>
          <a:srcRect b="-10"/>
          <a:stretch/>
        </p:blipFill>
        <p:spPr>
          <a:xfrm>
            <a:off x="1787050" y="3986175"/>
            <a:ext cx="2613175" cy="37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93375" y="367227"/>
            <a:ext cx="1251800" cy="14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4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591201" y="2725375"/>
            <a:ext cx="651399" cy="117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42"/>
          <p:cNvPicPr preferRelativeResize="0"/>
          <p:nvPr/>
        </p:nvPicPr>
        <p:blipFill rotWithShape="1">
          <a:blip r:embed="rId8">
            <a:alphaModFix/>
          </a:blip>
          <a:srcRect t="119" b="119"/>
          <a:stretch/>
        </p:blipFill>
        <p:spPr>
          <a:xfrm rot="-3876417">
            <a:off x="-574309" y="2167871"/>
            <a:ext cx="908597" cy="1058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7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4"/>
          <p:cNvSpPr/>
          <p:nvPr/>
        </p:nvSpPr>
        <p:spPr>
          <a:xfrm>
            <a:off x="125" y="-36975"/>
            <a:ext cx="9144000" cy="5180400"/>
          </a:xfrm>
          <a:prstGeom prst="rect">
            <a:avLst/>
          </a:prstGeom>
          <a:solidFill>
            <a:schemeClr val="accent1">
              <a:alpha val="2411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44"/>
          <p:cNvSpPr txBox="1">
            <a:spLocks noGrp="1"/>
          </p:cNvSpPr>
          <p:nvPr>
            <p:ph type="title"/>
          </p:nvPr>
        </p:nvSpPr>
        <p:spPr>
          <a:xfrm>
            <a:off x="716575" y="538975"/>
            <a:ext cx="7710900" cy="4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CUSTOM_7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6"/>
          <p:cNvSpPr/>
          <p:nvPr/>
        </p:nvSpPr>
        <p:spPr>
          <a:xfrm>
            <a:off x="125" y="-36975"/>
            <a:ext cx="9144000" cy="5180400"/>
          </a:xfrm>
          <a:prstGeom prst="rect">
            <a:avLst/>
          </a:prstGeom>
          <a:gradFill>
            <a:gsLst>
              <a:gs pos="0">
                <a:srgbClr val="140B84">
                  <a:alpha val="44705"/>
                  <a:alpha val="38220"/>
                </a:srgbClr>
              </a:gs>
              <a:gs pos="100000">
                <a:srgbClr val="FFFFFF">
                  <a:alpha val="0"/>
                  <a:alpha val="3822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46"/>
          <p:cNvSpPr txBox="1">
            <a:spLocks noGrp="1"/>
          </p:cNvSpPr>
          <p:nvPr>
            <p:ph type="title"/>
          </p:nvPr>
        </p:nvSpPr>
        <p:spPr>
          <a:xfrm>
            <a:off x="716550" y="538975"/>
            <a:ext cx="7710900" cy="4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65" name="Google Shape;365;p46"/>
          <p:cNvPicPr preferRelativeResize="0"/>
          <p:nvPr/>
        </p:nvPicPr>
        <p:blipFill rotWithShape="1">
          <a:blip r:embed="rId3">
            <a:alphaModFix/>
          </a:blip>
          <a:srcRect l="485" r="485"/>
          <a:stretch/>
        </p:blipFill>
        <p:spPr>
          <a:xfrm rot="-195984">
            <a:off x="307105" y="1291379"/>
            <a:ext cx="600515" cy="620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6"/>
          <p:cNvPicPr preferRelativeResize="0"/>
          <p:nvPr/>
        </p:nvPicPr>
        <p:blipFill rotWithShape="1">
          <a:blip r:embed="rId4">
            <a:alphaModFix/>
          </a:blip>
          <a:srcRect l="-1176" r="-1166"/>
          <a:stretch/>
        </p:blipFill>
        <p:spPr>
          <a:xfrm rot="-195974">
            <a:off x="8397806" y="2672864"/>
            <a:ext cx="361588" cy="353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46"/>
          <p:cNvPicPr preferRelativeResize="0"/>
          <p:nvPr/>
        </p:nvPicPr>
        <p:blipFill rotWithShape="1">
          <a:blip r:embed="rId5">
            <a:alphaModFix/>
          </a:blip>
          <a:srcRect l="670" r="670"/>
          <a:stretch/>
        </p:blipFill>
        <p:spPr>
          <a:xfrm rot="1859175">
            <a:off x="4041687" y="4285754"/>
            <a:ext cx="302855" cy="314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9"/>
          <p:cNvSpPr/>
          <p:nvPr/>
        </p:nvSpPr>
        <p:spPr>
          <a:xfrm rot="2700000">
            <a:off x="6980626" y="2289778"/>
            <a:ext cx="216799" cy="216799"/>
          </a:xfrm>
          <a:prstGeom prst="mathPlus">
            <a:avLst>
              <a:gd name="adj1" fmla="val 23520"/>
            </a:avLst>
          </a:prstGeom>
          <a:solidFill>
            <a:srgbClr val="FFFFFF">
              <a:alpha val="348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49"/>
          <p:cNvSpPr/>
          <p:nvPr/>
        </p:nvSpPr>
        <p:spPr>
          <a:xfrm>
            <a:off x="7881613" y="1519925"/>
            <a:ext cx="60000" cy="60000"/>
          </a:xfrm>
          <a:prstGeom prst="ellipse">
            <a:avLst/>
          </a:prstGeom>
          <a:solidFill>
            <a:srgbClr val="FFFFFF">
              <a:alpha val="348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49"/>
          <p:cNvSpPr/>
          <p:nvPr/>
        </p:nvSpPr>
        <p:spPr>
          <a:xfrm rot="2700000">
            <a:off x="7136609" y="3998720"/>
            <a:ext cx="96732" cy="96732"/>
          </a:xfrm>
          <a:prstGeom prst="mathPlus">
            <a:avLst>
              <a:gd name="adj1" fmla="val 23520"/>
            </a:avLst>
          </a:prstGeom>
          <a:solidFill>
            <a:srgbClr val="FFFFFF">
              <a:alpha val="348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5" name="Google Shape;375;p49"/>
          <p:cNvPicPr preferRelativeResize="0"/>
          <p:nvPr/>
        </p:nvPicPr>
        <p:blipFill rotWithShape="1">
          <a:blip r:embed="rId3">
            <a:alphaModFix/>
          </a:blip>
          <a:srcRect t="1127" b="-10584"/>
          <a:stretch/>
        </p:blipFill>
        <p:spPr>
          <a:xfrm flipH="1">
            <a:off x="6358025" y="414450"/>
            <a:ext cx="222400" cy="24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7497965" y="374659"/>
            <a:ext cx="460175" cy="94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49"/>
          <p:cNvPicPr preferRelativeResize="0"/>
          <p:nvPr/>
        </p:nvPicPr>
        <p:blipFill rotWithShape="1">
          <a:blip r:embed="rId5">
            <a:alphaModFix/>
          </a:blip>
          <a:srcRect l="-281" r="-291"/>
          <a:stretch/>
        </p:blipFill>
        <p:spPr>
          <a:xfrm rot="-7388266">
            <a:off x="7562478" y="2000136"/>
            <a:ext cx="2032238" cy="1143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7933505">
            <a:off x="7142115" y="3099172"/>
            <a:ext cx="460175" cy="94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49"/>
          <p:cNvPicPr preferRelativeResize="0"/>
          <p:nvPr/>
        </p:nvPicPr>
        <p:blipFill rotWithShape="1">
          <a:blip r:embed="rId3">
            <a:alphaModFix/>
          </a:blip>
          <a:srcRect t="1127" b="-10584"/>
          <a:stretch/>
        </p:blipFill>
        <p:spPr>
          <a:xfrm flipH="1">
            <a:off x="7472775" y="4355475"/>
            <a:ext cx="222400" cy="24905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9"/>
          <p:cNvSpPr/>
          <p:nvPr/>
        </p:nvSpPr>
        <p:spPr>
          <a:xfrm rot="2700000">
            <a:off x="958109" y="4193357"/>
            <a:ext cx="96732" cy="96732"/>
          </a:xfrm>
          <a:prstGeom prst="mathPlus">
            <a:avLst>
              <a:gd name="adj1" fmla="val 23520"/>
            </a:avLst>
          </a:prstGeom>
          <a:solidFill>
            <a:srgbClr val="FFFFFF">
              <a:alpha val="348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1" name="Google Shape;381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700000">
            <a:off x="1082100" y="209925"/>
            <a:ext cx="898625" cy="1853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9"/>
          <p:cNvPicPr preferRelativeResize="0"/>
          <p:nvPr/>
        </p:nvPicPr>
        <p:blipFill rotWithShape="1">
          <a:blip r:embed="rId5">
            <a:alphaModFix/>
          </a:blip>
          <a:srcRect l="-281" r="-291"/>
          <a:stretch/>
        </p:blipFill>
        <p:spPr>
          <a:xfrm rot="-10179704">
            <a:off x="1385801" y="3094481"/>
            <a:ext cx="943200" cy="530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84825" y="4115475"/>
            <a:ext cx="408300" cy="40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49"/>
          <p:cNvPicPr preferRelativeResize="0"/>
          <p:nvPr/>
        </p:nvPicPr>
        <p:blipFill rotWithShape="1">
          <a:blip r:embed="rId3">
            <a:alphaModFix/>
          </a:blip>
          <a:srcRect t="1127" b="-10584"/>
          <a:stretch/>
        </p:blipFill>
        <p:spPr>
          <a:xfrm flipH="1">
            <a:off x="1262175" y="2256200"/>
            <a:ext cx="253600" cy="283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9"/>
          <p:cNvSpPr/>
          <p:nvPr/>
        </p:nvSpPr>
        <p:spPr>
          <a:xfrm>
            <a:off x="2125900" y="538975"/>
            <a:ext cx="120300" cy="120300"/>
          </a:xfrm>
          <a:prstGeom prst="ellipse">
            <a:avLst/>
          </a:prstGeom>
          <a:solidFill>
            <a:srgbClr val="FFFFFF">
              <a:alpha val="348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49"/>
          <p:cNvSpPr/>
          <p:nvPr/>
        </p:nvSpPr>
        <p:spPr>
          <a:xfrm>
            <a:off x="5039900" y="4544375"/>
            <a:ext cx="120300" cy="120300"/>
          </a:xfrm>
          <a:prstGeom prst="ellipse">
            <a:avLst/>
          </a:prstGeom>
          <a:solidFill>
            <a:srgbClr val="FFFFFF">
              <a:alpha val="348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49"/>
          <p:cNvSpPr/>
          <p:nvPr/>
        </p:nvSpPr>
        <p:spPr>
          <a:xfrm>
            <a:off x="4008425" y="287050"/>
            <a:ext cx="60000" cy="60000"/>
          </a:xfrm>
          <a:prstGeom prst="ellipse">
            <a:avLst/>
          </a:prstGeom>
          <a:solidFill>
            <a:srgbClr val="FFFFFF">
              <a:alpha val="348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49"/>
          <p:cNvSpPr/>
          <p:nvPr/>
        </p:nvSpPr>
        <p:spPr>
          <a:xfrm>
            <a:off x="2504575" y="1736325"/>
            <a:ext cx="60000" cy="60000"/>
          </a:xfrm>
          <a:prstGeom prst="ellipse">
            <a:avLst/>
          </a:prstGeom>
          <a:solidFill>
            <a:srgbClr val="FFFFFF">
              <a:alpha val="348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49"/>
          <p:cNvSpPr/>
          <p:nvPr/>
        </p:nvSpPr>
        <p:spPr>
          <a:xfrm rot="2700000">
            <a:off x="2889384" y="4639082"/>
            <a:ext cx="96732" cy="96732"/>
          </a:xfrm>
          <a:prstGeom prst="mathPlus">
            <a:avLst>
              <a:gd name="adj1" fmla="val 23520"/>
            </a:avLst>
          </a:prstGeom>
          <a:solidFill>
            <a:srgbClr val="FFFFFF">
              <a:alpha val="348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49"/>
          <p:cNvSpPr/>
          <p:nvPr/>
        </p:nvSpPr>
        <p:spPr>
          <a:xfrm>
            <a:off x="6298025" y="4755850"/>
            <a:ext cx="60000" cy="60000"/>
          </a:xfrm>
          <a:prstGeom prst="ellipse">
            <a:avLst/>
          </a:prstGeom>
          <a:solidFill>
            <a:srgbClr val="FFFFFF">
              <a:alpha val="348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49"/>
          <p:cNvSpPr/>
          <p:nvPr/>
        </p:nvSpPr>
        <p:spPr>
          <a:xfrm>
            <a:off x="6207326" y="457825"/>
            <a:ext cx="60000" cy="60000"/>
          </a:xfrm>
          <a:prstGeom prst="ellipse">
            <a:avLst/>
          </a:prstGeom>
          <a:solidFill>
            <a:srgbClr val="FFFFFF">
              <a:alpha val="348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49"/>
          <p:cNvSpPr/>
          <p:nvPr/>
        </p:nvSpPr>
        <p:spPr>
          <a:xfrm>
            <a:off x="8397425" y="4574525"/>
            <a:ext cx="60000" cy="60000"/>
          </a:xfrm>
          <a:prstGeom prst="ellipse">
            <a:avLst/>
          </a:prstGeom>
          <a:solidFill>
            <a:srgbClr val="FFFFFF">
              <a:alpha val="348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2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866023">
            <a:off x="785271" y="3260136"/>
            <a:ext cx="1255257" cy="710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50"/>
          <p:cNvPicPr preferRelativeResize="0"/>
          <p:nvPr/>
        </p:nvPicPr>
        <p:blipFill rotWithShape="1">
          <a:blip r:embed="rId4">
            <a:alphaModFix/>
          </a:blip>
          <a:srcRect l="-170" r="-180"/>
          <a:stretch/>
        </p:blipFill>
        <p:spPr>
          <a:xfrm rot="7360414">
            <a:off x="116583" y="-407258"/>
            <a:ext cx="2350433" cy="2128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50"/>
          <p:cNvPicPr preferRelativeResize="0"/>
          <p:nvPr/>
        </p:nvPicPr>
        <p:blipFill rotWithShape="1">
          <a:blip r:embed="rId5">
            <a:alphaModFix/>
          </a:blip>
          <a:srcRect t="347" b="347"/>
          <a:stretch/>
        </p:blipFill>
        <p:spPr>
          <a:xfrm rot="4278266">
            <a:off x="6096576" y="3777191"/>
            <a:ext cx="1769548" cy="1948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846417">
            <a:off x="7428678" y="1673057"/>
            <a:ext cx="1145193" cy="647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50"/>
          <p:cNvPicPr preferRelativeResize="0"/>
          <p:nvPr/>
        </p:nvPicPr>
        <p:blipFill rotWithShape="1">
          <a:blip r:embed="rId6">
            <a:alphaModFix/>
          </a:blip>
          <a:srcRect l="2134" r="2134"/>
          <a:stretch/>
        </p:blipFill>
        <p:spPr>
          <a:xfrm rot="4056623">
            <a:off x="4404407" y="-867342"/>
            <a:ext cx="1344537" cy="1363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50"/>
          <p:cNvPicPr preferRelativeResize="0"/>
          <p:nvPr/>
        </p:nvPicPr>
        <p:blipFill rotWithShape="1">
          <a:blip r:embed="rId7">
            <a:alphaModFix/>
          </a:blip>
          <a:srcRect b="-10"/>
          <a:stretch/>
        </p:blipFill>
        <p:spPr>
          <a:xfrm>
            <a:off x="1787050" y="3986175"/>
            <a:ext cx="2613175" cy="37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5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93375" y="367227"/>
            <a:ext cx="1251800" cy="14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591201" y="2725375"/>
            <a:ext cx="651399" cy="117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50"/>
          <p:cNvPicPr preferRelativeResize="0"/>
          <p:nvPr/>
        </p:nvPicPr>
        <p:blipFill rotWithShape="1">
          <a:blip r:embed="rId8">
            <a:alphaModFix/>
          </a:blip>
          <a:srcRect t="119" b="119"/>
          <a:stretch/>
        </p:blipFill>
        <p:spPr>
          <a:xfrm rot="-3876417">
            <a:off x="-574309" y="2167871"/>
            <a:ext cx="908597" cy="1058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sz="2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bel"/>
              <a:buChar char="●"/>
              <a:defRPr sz="1800">
                <a:solidFill>
                  <a:schemeClr val="accent1"/>
                </a:solidFill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bel"/>
              <a:buChar char="○"/>
              <a:defRPr>
                <a:solidFill>
                  <a:schemeClr val="accent1"/>
                </a:solidFill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bel"/>
              <a:buChar char="■"/>
              <a:defRPr>
                <a:solidFill>
                  <a:schemeClr val="accent1"/>
                </a:solidFill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bel"/>
              <a:buChar char="●"/>
              <a:defRPr>
                <a:solidFill>
                  <a:schemeClr val="accent1"/>
                </a:solidFill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bel"/>
              <a:buChar char="○"/>
              <a:defRPr>
                <a:solidFill>
                  <a:schemeClr val="accent1"/>
                </a:solidFill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bel"/>
              <a:buChar char="■"/>
              <a:defRPr>
                <a:solidFill>
                  <a:schemeClr val="accent1"/>
                </a:solidFill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bel"/>
              <a:buChar char="●"/>
              <a:defRPr>
                <a:solidFill>
                  <a:schemeClr val="accent1"/>
                </a:solidFill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bel"/>
              <a:buChar char="○"/>
              <a:defRPr>
                <a:solidFill>
                  <a:schemeClr val="accent1"/>
                </a:solidFill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Abel"/>
              <a:buChar char="■"/>
              <a:defRPr>
                <a:solidFill>
                  <a:schemeClr val="accen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4" r:id="rId4"/>
    <p:sldLayoutId id="2147483655" r:id="rId5"/>
    <p:sldLayoutId id="2147483656" r:id="rId6"/>
    <p:sldLayoutId id="2147483660" r:id="rId7"/>
    <p:sldLayoutId id="2147483661" r:id="rId8"/>
    <p:sldLayoutId id="2147483671" r:id="rId9"/>
    <p:sldLayoutId id="2147483673" r:id="rId10"/>
    <p:sldLayoutId id="2147483683" r:id="rId11"/>
    <p:sldLayoutId id="2147483685" r:id="rId12"/>
    <p:sldLayoutId id="2147483688" r:id="rId13"/>
    <p:sldLayoutId id="2147483690" r:id="rId14"/>
    <p:sldLayoutId id="2147483692" r:id="rId15"/>
    <p:sldLayoutId id="2147483694" r:id="rId16"/>
    <p:sldLayoutId id="2147483695" r:id="rId17"/>
    <p:sldLayoutId id="2147483696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9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5"/>
          <p:cNvSpPr/>
          <p:nvPr/>
        </p:nvSpPr>
        <p:spPr>
          <a:xfrm>
            <a:off x="2660984" y="750984"/>
            <a:ext cx="3620700" cy="3620700"/>
          </a:xfrm>
          <a:prstGeom prst="ellipse">
            <a:avLst/>
          </a:prstGeom>
          <a:solidFill>
            <a:srgbClr val="FFFFFF">
              <a:alpha val="871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55"/>
          <p:cNvSpPr txBox="1">
            <a:spLocks noGrp="1"/>
          </p:cNvSpPr>
          <p:nvPr>
            <p:ph type="ctrTitle"/>
          </p:nvPr>
        </p:nvSpPr>
        <p:spPr>
          <a:xfrm>
            <a:off x="2512775" y="2163737"/>
            <a:ext cx="4118400" cy="6497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accent1"/>
                </a:solidFill>
              </a:rPr>
              <a:t>Internet of things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8" name="Google Shape;416;p55"/>
          <p:cNvSpPr txBox="1">
            <a:spLocks/>
          </p:cNvSpPr>
          <p:nvPr/>
        </p:nvSpPr>
        <p:spPr>
          <a:xfrm>
            <a:off x="3725049" y="2813457"/>
            <a:ext cx="1501579" cy="577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Poppins"/>
              <a:buNone/>
              <a:defRPr sz="30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fr-FR" dirty="0" smtClean="0">
                <a:solidFill>
                  <a:schemeClr val="accent1"/>
                </a:solidFill>
              </a:rPr>
              <a:t>(</a:t>
            </a:r>
            <a:r>
              <a:rPr lang="fr-FR" dirty="0" err="1" smtClean="0">
                <a:solidFill>
                  <a:schemeClr val="accent1"/>
                </a:solidFill>
              </a:rPr>
              <a:t>IoT</a:t>
            </a:r>
            <a:r>
              <a:rPr lang="fr-FR" dirty="0" smtClean="0">
                <a:solidFill>
                  <a:schemeClr val="accent1"/>
                </a:solidFill>
              </a:rPr>
              <a:t>)</a:t>
            </a:r>
            <a:endParaRPr lang="fr-FR" dirty="0">
              <a:solidFill>
                <a:schemeClr val="accent1"/>
              </a:solidFill>
            </a:endParaRPr>
          </a:p>
        </p:txBody>
      </p:sp>
      <p:grpSp>
        <p:nvGrpSpPr>
          <p:cNvPr id="20" name="Google Shape;2333;p97"/>
          <p:cNvGrpSpPr/>
          <p:nvPr/>
        </p:nvGrpSpPr>
        <p:grpSpPr>
          <a:xfrm>
            <a:off x="5372164" y="1777779"/>
            <a:ext cx="466125" cy="336275"/>
            <a:chOff x="5490863" y="1438200"/>
            <a:chExt cx="466125" cy="336275"/>
          </a:xfrm>
        </p:grpSpPr>
        <p:sp>
          <p:nvSpPr>
            <p:cNvPr id="21" name="Google Shape;2334;p97"/>
            <p:cNvSpPr/>
            <p:nvPr/>
          </p:nvSpPr>
          <p:spPr>
            <a:xfrm>
              <a:off x="5490863" y="1438200"/>
              <a:ext cx="466125" cy="336275"/>
            </a:xfrm>
            <a:custGeom>
              <a:avLst/>
              <a:gdLst/>
              <a:ahLst/>
              <a:cxnLst/>
              <a:rect l="l" t="t" r="r" b="b"/>
              <a:pathLst>
                <a:path w="18645" h="13451" extrusionOk="0">
                  <a:moveTo>
                    <a:pt x="1957" y="1"/>
                  </a:moveTo>
                  <a:cubicBezTo>
                    <a:pt x="1424" y="1"/>
                    <a:pt x="961" y="463"/>
                    <a:pt x="961" y="997"/>
                  </a:cubicBezTo>
                  <a:lnTo>
                    <a:pt x="961" y="10746"/>
                  </a:lnTo>
                  <a:cubicBezTo>
                    <a:pt x="1" y="11778"/>
                    <a:pt x="712" y="13450"/>
                    <a:pt x="2135" y="13450"/>
                  </a:cubicBezTo>
                  <a:lnTo>
                    <a:pt x="4840" y="13450"/>
                  </a:lnTo>
                  <a:cubicBezTo>
                    <a:pt x="5195" y="13450"/>
                    <a:pt x="5195" y="12952"/>
                    <a:pt x="4840" y="12952"/>
                  </a:cubicBezTo>
                  <a:lnTo>
                    <a:pt x="2135" y="12952"/>
                  </a:lnTo>
                  <a:cubicBezTo>
                    <a:pt x="1068" y="12952"/>
                    <a:pt x="641" y="11600"/>
                    <a:pt x="1495" y="10995"/>
                  </a:cubicBezTo>
                  <a:cubicBezTo>
                    <a:pt x="1702" y="10847"/>
                    <a:pt x="1935" y="10773"/>
                    <a:pt x="2171" y="10773"/>
                  </a:cubicBezTo>
                  <a:cubicBezTo>
                    <a:pt x="2218" y="10773"/>
                    <a:pt x="2266" y="10776"/>
                    <a:pt x="2313" y="10782"/>
                  </a:cubicBezTo>
                  <a:lnTo>
                    <a:pt x="16510" y="10782"/>
                  </a:lnTo>
                  <a:cubicBezTo>
                    <a:pt x="17969" y="10782"/>
                    <a:pt x="17969" y="12952"/>
                    <a:pt x="16510" y="12952"/>
                  </a:cubicBezTo>
                  <a:lnTo>
                    <a:pt x="5871" y="12952"/>
                  </a:lnTo>
                  <a:cubicBezTo>
                    <a:pt x="5516" y="12952"/>
                    <a:pt x="5516" y="13450"/>
                    <a:pt x="5871" y="13450"/>
                  </a:cubicBezTo>
                  <a:lnTo>
                    <a:pt x="16510" y="13450"/>
                  </a:lnTo>
                  <a:cubicBezTo>
                    <a:pt x="17898" y="13450"/>
                    <a:pt x="18645" y="11778"/>
                    <a:pt x="17649" y="10746"/>
                  </a:cubicBezTo>
                  <a:lnTo>
                    <a:pt x="17649" y="997"/>
                  </a:lnTo>
                  <a:cubicBezTo>
                    <a:pt x="17649" y="463"/>
                    <a:pt x="17222" y="1"/>
                    <a:pt x="16652" y="1"/>
                  </a:cubicBezTo>
                  <a:lnTo>
                    <a:pt x="5480" y="1"/>
                  </a:lnTo>
                  <a:cubicBezTo>
                    <a:pt x="5124" y="1"/>
                    <a:pt x="5124" y="534"/>
                    <a:pt x="5480" y="534"/>
                  </a:cubicBezTo>
                  <a:lnTo>
                    <a:pt x="16652" y="534"/>
                  </a:lnTo>
                  <a:cubicBezTo>
                    <a:pt x="16937" y="534"/>
                    <a:pt x="17150" y="748"/>
                    <a:pt x="17150" y="997"/>
                  </a:cubicBezTo>
                  <a:lnTo>
                    <a:pt x="17150" y="10390"/>
                  </a:lnTo>
                  <a:cubicBezTo>
                    <a:pt x="16964" y="10310"/>
                    <a:pt x="16777" y="10270"/>
                    <a:pt x="16575" y="10270"/>
                  </a:cubicBezTo>
                  <a:cubicBezTo>
                    <a:pt x="16508" y="10270"/>
                    <a:pt x="16439" y="10275"/>
                    <a:pt x="16368" y="10284"/>
                  </a:cubicBezTo>
                  <a:lnTo>
                    <a:pt x="16368" y="2562"/>
                  </a:lnTo>
                  <a:cubicBezTo>
                    <a:pt x="16368" y="1958"/>
                    <a:pt x="15941" y="1459"/>
                    <a:pt x="15336" y="1353"/>
                  </a:cubicBezTo>
                  <a:cubicBezTo>
                    <a:pt x="15194" y="1353"/>
                    <a:pt x="15051" y="1459"/>
                    <a:pt x="15051" y="1602"/>
                  </a:cubicBezTo>
                  <a:cubicBezTo>
                    <a:pt x="15016" y="1744"/>
                    <a:pt x="15122" y="1851"/>
                    <a:pt x="15265" y="1886"/>
                  </a:cubicBezTo>
                  <a:cubicBezTo>
                    <a:pt x="15621" y="1922"/>
                    <a:pt x="15870" y="2207"/>
                    <a:pt x="15870" y="2562"/>
                  </a:cubicBezTo>
                  <a:lnTo>
                    <a:pt x="15870" y="10284"/>
                  </a:lnTo>
                  <a:lnTo>
                    <a:pt x="2740" y="10284"/>
                  </a:lnTo>
                  <a:lnTo>
                    <a:pt x="2740" y="2562"/>
                  </a:lnTo>
                  <a:cubicBezTo>
                    <a:pt x="2776" y="2171"/>
                    <a:pt x="3060" y="1886"/>
                    <a:pt x="3452" y="1886"/>
                  </a:cubicBezTo>
                  <a:lnTo>
                    <a:pt x="14268" y="1886"/>
                  </a:lnTo>
                  <a:cubicBezTo>
                    <a:pt x="14624" y="1886"/>
                    <a:pt x="14624" y="1353"/>
                    <a:pt x="14268" y="1353"/>
                  </a:cubicBezTo>
                  <a:lnTo>
                    <a:pt x="3452" y="1353"/>
                  </a:lnTo>
                  <a:cubicBezTo>
                    <a:pt x="2776" y="1353"/>
                    <a:pt x="2242" y="1886"/>
                    <a:pt x="2242" y="2562"/>
                  </a:cubicBezTo>
                  <a:lnTo>
                    <a:pt x="2242" y="10284"/>
                  </a:lnTo>
                  <a:lnTo>
                    <a:pt x="2100" y="10284"/>
                  </a:lnTo>
                  <a:cubicBezTo>
                    <a:pt x="1886" y="10284"/>
                    <a:pt x="1673" y="10319"/>
                    <a:pt x="1459" y="10390"/>
                  </a:cubicBezTo>
                  <a:lnTo>
                    <a:pt x="1459" y="997"/>
                  </a:lnTo>
                  <a:cubicBezTo>
                    <a:pt x="1459" y="748"/>
                    <a:pt x="1673" y="534"/>
                    <a:pt x="1957" y="534"/>
                  </a:cubicBezTo>
                  <a:lnTo>
                    <a:pt x="4448" y="534"/>
                  </a:lnTo>
                  <a:cubicBezTo>
                    <a:pt x="4804" y="534"/>
                    <a:pt x="4804" y="1"/>
                    <a:pt x="44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335;p97"/>
            <p:cNvSpPr/>
            <p:nvPr/>
          </p:nvSpPr>
          <p:spPr>
            <a:xfrm>
              <a:off x="5713238" y="1453325"/>
              <a:ext cx="18700" cy="16225"/>
            </a:xfrm>
            <a:custGeom>
              <a:avLst/>
              <a:gdLst/>
              <a:ahLst/>
              <a:cxnLst/>
              <a:rect l="l" t="t" r="r" b="b"/>
              <a:pathLst>
                <a:path w="748" h="649" extrusionOk="0">
                  <a:moveTo>
                    <a:pt x="428" y="1"/>
                  </a:moveTo>
                  <a:cubicBezTo>
                    <a:pt x="143" y="1"/>
                    <a:pt x="1" y="356"/>
                    <a:pt x="179" y="570"/>
                  </a:cubicBezTo>
                  <a:cubicBezTo>
                    <a:pt x="243" y="624"/>
                    <a:pt x="321" y="648"/>
                    <a:pt x="398" y="648"/>
                  </a:cubicBezTo>
                  <a:cubicBezTo>
                    <a:pt x="575" y="648"/>
                    <a:pt x="748" y="519"/>
                    <a:pt x="748" y="321"/>
                  </a:cubicBezTo>
                  <a:cubicBezTo>
                    <a:pt x="748" y="143"/>
                    <a:pt x="606" y="1"/>
                    <a:pt x="4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36;p97"/>
            <p:cNvSpPr/>
            <p:nvPr/>
          </p:nvSpPr>
          <p:spPr>
            <a:xfrm>
              <a:off x="5569138" y="1504925"/>
              <a:ext cx="317575" cy="173300"/>
            </a:xfrm>
            <a:custGeom>
              <a:avLst/>
              <a:gdLst/>
              <a:ahLst/>
              <a:cxnLst/>
              <a:rect l="l" t="t" r="r" b="b"/>
              <a:pathLst>
                <a:path w="12703" h="6932" extrusionOk="0">
                  <a:moveTo>
                    <a:pt x="11494" y="544"/>
                  </a:moveTo>
                  <a:cubicBezTo>
                    <a:pt x="11708" y="544"/>
                    <a:pt x="11920" y="720"/>
                    <a:pt x="11920" y="961"/>
                  </a:cubicBezTo>
                  <a:cubicBezTo>
                    <a:pt x="11885" y="1174"/>
                    <a:pt x="11707" y="1352"/>
                    <a:pt x="11493" y="1352"/>
                  </a:cubicBezTo>
                  <a:cubicBezTo>
                    <a:pt x="11137" y="1352"/>
                    <a:pt x="10960" y="925"/>
                    <a:pt x="11209" y="676"/>
                  </a:cubicBezTo>
                  <a:cubicBezTo>
                    <a:pt x="11289" y="584"/>
                    <a:pt x="11392" y="544"/>
                    <a:pt x="11494" y="544"/>
                  </a:cubicBezTo>
                  <a:close/>
                  <a:moveTo>
                    <a:pt x="5267" y="712"/>
                  </a:moveTo>
                  <a:cubicBezTo>
                    <a:pt x="5053" y="890"/>
                    <a:pt x="4911" y="1139"/>
                    <a:pt x="4768" y="1388"/>
                  </a:cubicBezTo>
                  <a:cubicBezTo>
                    <a:pt x="4662" y="1317"/>
                    <a:pt x="4555" y="1246"/>
                    <a:pt x="4448" y="1174"/>
                  </a:cubicBezTo>
                  <a:cubicBezTo>
                    <a:pt x="4697" y="961"/>
                    <a:pt x="4946" y="819"/>
                    <a:pt x="5267" y="712"/>
                  </a:cubicBezTo>
                  <a:close/>
                  <a:moveTo>
                    <a:pt x="7081" y="712"/>
                  </a:moveTo>
                  <a:lnTo>
                    <a:pt x="7081" y="712"/>
                  </a:lnTo>
                  <a:cubicBezTo>
                    <a:pt x="7401" y="819"/>
                    <a:pt x="7686" y="996"/>
                    <a:pt x="7900" y="1174"/>
                  </a:cubicBezTo>
                  <a:cubicBezTo>
                    <a:pt x="7793" y="1281"/>
                    <a:pt x="7686" y="1352"/>
                    <a:pt x="7579" y="1388"/>
                  </a:cubicBezTo>
                  <a:cubicBezTo>
                    <a:pt x="7473" y="1139"/>
                    <a:pt x="7295" y="925"/>
                    <a:pt x="7081" y="712"/>
                  </a:cubicBezTo>
                  <a:close/>
                  <a:moveTo>
                    <a:pt x="5907" y="890"/>
                  </a:moveTo>
                  <a:lnTo>
                    <a:pt x="5907" y="1744"/>
                  </a:lnTo>
                  <a:cubicBezTo>
                    <a:pt x="5694" y="1708"/>
                    <a:pt x="5480" y="1673"/>
                    <a:pt x="5267" y="1601"/>
                  </a:cubicBezTo>
                  <a:cubicBezTo>
                    <a:pt x="5445" y="1317"/>
                    <a:pt x="5658" y="1068"/>
                    <a:pt x="5907" y="890"/>
                  </a:cubicBezTo>
                  <a:close/>
                  <a:moveTo>
                    <a:pt x="6441" y="854"/>
                  </a:moveTo>
                  <a:cubicBezTo>
                    <a:pt x="6690" y="1068"/>
                    <a:pt x="6903" y="1317"/>
                    <a:pt x="7081" y="1601"/>
                  </a:cubicBezTo>
                  <a:cubicBezTo>
                    <a:pt x="6868" y="1673"/>
                    <a:pt x="6654" y="1708"/>
                    <a:pt x="6441" y="1744"/>
                  </a:cubicBezTo>
                  <a:lnTo>
                    <a:pt x="6441" y="854"/>
                  </a:lnTo>
                  <a:close/>
                  <a:moveTo>
                    <a:pt x="4057" y="1601"/>
                  </a:moveTo>
                  <a:cubicBezTo>
                    <a:pt x="4199" y="1708"/>
                    <a:pt x="4377" y="1815"/>
                    <a:pt x="4519" y="1886"/>
                  </a:cubicBezTo>
                  <a:cubicBezTo>
                    <a:pt x="4377" y="2242"/>
                    <a:pt x="4306" y="2633"/>
                    <a:pt x="4270" y="2989"/>
                  </a:cubicBezTo>
                  <a:lnTo>
                    <a:pt x="3488" y="2989"/>
                  </a:lnTo>
                  <a:cubicBezTo>
                    <a:pt x="3523" y="2491"/>
                    <a:pt x="3737" y="1993"/>
                    <a:pt x="4057" y="1601"/>
                  </a:cubicBezTo>
                  <a:close/>
                  <a:moveTo>
                    <a:pt x="5018" y="2099"/>
                  </a:moveTo>
                  <a:cubicBezTo>
                    <a:pt x="5302" y="2206"/>
                    <a:pt x="5622" y="2277"/>
                    <a:pt x="5907" y="2277"/>
                  </a:cubicBezTo>
                  <a:lnTo>
                    <a:pt x="5907" y="2989"/>
                  </a:lnTo>
                  <a:lnTo>
                    <a:pt x="4840" y="2989"/>
                  </a:lnTo>
                  <a:cubicBezTo>
                    <a:pt x="4875" y="2704"/>
                    <a:pt x="4911" y="2384"/>
                    <a:pt x="5018" y="2099"/>
                  </a:cubicBezTo>
                  <a:close/>
                  <a:moveTo>
                    <a:pt x="7330" y="2099"/>
                  </a:moveTo>
                  <a:cubicBezTo>
                    <a:pt x="7437" y="2384"/>
                    <a:pt x="7508" y="2704"/>
                    <a:pt x="7544" y="2989"/>
                  </a:cubicBezTo>
                  <a:lnTo>
                    <a:pt x="6476" y="2989"/>
                  </a:lnTo>
                  <a:lnTo>
                    <a:pt x="6441" y="2277"/>
                  </a:lnTo>
                  <a:cubicBezTo>
                    <a:pt x="6761" y="2277"/>
                    <a:pt x="7046" y="2206"/>
                    <a:pt x="7330" y="2099"/>
                  </a:cubicBezTo>
                  <a:close/>
                  <a:moveTo>
                    <a:pt x="8291" y="1566"/>
                  </a:moveTo>
                  <a:cubicBezTo>
                    <a:pt x="8611" y="1993"/>
                    <a:pt x="8825" y="2455"/>
                    <a:pt x="8860" y="2989"/>
                  </a:cubicBezTo>
                  <a:lnTo>
                    <a:pt x="8077" y="2989"/>
                  </a:lnTo>
                  <a:cubicBezTo>
                    <a:pt x="8042" y="2598"/>
                    <a:pt x="7971" y="2242"/>
                    <a:pt x="7828" y="1886"/>
                  </a:cubicBezTo>
                  <a:cubicBezTo>
                    <a:pt x="8006" y="1779"/>
                    <a:pt x="8149" y="1673"/>
                    <a:pt x="8291" y="1566"/>
                  </a:cubicBezTo>
                  <a:close/>
                  <a:moveTo>
                    <a:pt x="5871" y="3523"/>
                  </a:moveTo>
                  <a:lnTo>
                    <a:pt x="5907" y="4234"/>
                  </a:lnTo>
                  <a:cubicBezTo>
                    <a:pt x="5587" y="4270"/>
                    <a:pt x="5302" y="4305"/>
                    <a:pt x="5018" y="4412"/>
                  </a:cubicBezTo>
                  <a:cubicBezTo>
                    <a:pt x="4911" y="4128"/>
                    <a:pt x="4840" y="3843"/>
                    <a:pt x="4804" y="3523"/>
                  </a:cubicBezTo>
                  <a:close/>
                  <a:moveTo>
                    <a:pt x="7508" y="3558"/>
                  </a:moveTo>
                  <a:cubicBezTo>
                    <a:pt x="7508" y="3843"/>
                    <a:pt x="7437" y="4163"/>
                    <a:pt x="7330" y="4448"/>
                  </a:cubicBezTo>
                  <a:cubicBezTo>
                    <a:pt x="7046" y="4341"/>
                    <a:pt x="6725" y="4270"/>
                    <a:pt x="6441" y="4234"/>
                  </a:cubicBezTo>
                  <a:lnTo>
                    <a:pt x="6441" y="3558"/>
                  </a:lnTo>
                  <a:close/>
                  <a:moveTo>
                    <a:pt x="8896" y="3523"/>
                  </a:moveTo>
                  <a:cubicBezTo>
                    <a:pt x="8825" y="4021"/>
                    <a:pt x="8647" y="4519"/>
                    <a:pt x="8327" y="4910"/>
                  </a:cubicBezTo>
                  <a:lnTo>
                    <a:pt x="8291" y="4910"/>
                  </a:lnTo>
                  <a:cubicBezTo>
                    <a:pt x="8149" y="4804"/>
                    <a:pt x="8006" y="4697"/>
                    <a:pt x="7828" y="4626"/>
                  </a:cubicBezTo>
                  <a:cubicBezTo>
                    <a:pt x="7971" y="4270"/>
                    <a:pt x="8042" y="3914"/>
                    <a:pt x="8077" y="3523"/>
                  </a:cubicBezTo>
                  <a:close/>
                  <a:moveTo>
                    <a:pt x="4306" y="3558"/>
                  </a:moveTo>
                  <a:cubicBezTo>
                    <a:pt x="4306" y="3950"/>
                    <a:pt x="4377" y="4305"/>
                    <a:pt x="4519" y="4661"/>
                  </a:cubicBezTo>
                  <a:cubicBezTo>
                    <a:pt x="4377" y="4732"/>
                    <a:pt x="4199" y="4839"/>
                    <a:pt x="4057" y="4946"/>
                  </a:cubicBezTo>
                  <a:cubicBezTo>
                    <a:pt x="3950" y="4804"/>
                    <a:pt x="3843" y="4626"/>
                    <a:pt x="3737" y="4483"/>
                  </a:cubicBezTo>
                  <a:lnTo>
                    <a:pt x="3737" y="4448"/>
                  </a:lnTo>
                  <a:cubicBezTo>
                    <a:pt x="3594" y="4163"/>
                    <a:pt x="3523" y="3879"/>
                    <a:pt x="3488" y="3558"/>
                  </a:cubicBezTo>
                  <a:close/>
                  <a:moveTo>
                    <a:pt x="5907" y="4804"/>
                  </a:moveTo>
                  <a:lnTo>
                    <a:pt x="5907" y="5658"/>
                  </a:lnTo>
                  <a:cubicBezTo>
                    <a:pt x="5658" y="5444"/>
                    <a:pt x="5445" y="5195"/>
                    <a:pt x="5267" y="4910"/>
                  </a:cubicBezTo>
                  <a:cubicBezTo>
                    <a:pt x="5480" y="4839"/>
                    <a:pt x="5694" y="4804"/>
                    <a:pt x="5907" y="4804"/>
                  </a:cubicBezTo>
                  <a:close/>
                  <a:moveTo>
                    <a:pt x="6441" y="4768"/>
                  </a:moveTo>
                  <a:cubicBezTo>
                    <a:pt x="6654" y="4804"/>
                    <a:pt x="6868" y="4839"/>
                    <a:pt x="7081" y="4910"/>
                  </a:cubicBezTo>
                  <a:cubicBezTo>
                    <a:pt x="6903" y="5195"/>
                    <a:pt x="6690" y="5444"/>
                    <a:pt x="6441" y="5658"/>
                  </a:cubicBezTo>
                  <a:lnTo>
                    <a:pt x="6441" y="4768"/>
                  </a:lnTo>
                  <a:close/>
                  <a:moveTo>
                    <a:pt x="4768" y="5124"/>
                  </a:moveTo>
                  <a:cubicBezTo>
                    <a:pt x="4911" y="5373"/>
                    <a:pt x="5053" y="5622"/>
                    <a:pt x="5267" y="5800"/>
                  </a:cubicBezTo>
                  <a:cubicBezTo>
                    <a:pt x="4946" y="5693"/>
                    <a:pt x="4697" y="5551"/>
                    <a:pt x="4448" y="5337"/>
                  </a:cubicBezTo>
                  <a:cubicBezTo>
                    <a:pt x="4555" y="5266"/>
                    <a:pt x="4662" y="5195"/>
                    <a:pt x="4768" y="5124"/>
                  </a:cubicBezTo>
                  <a:close/>
                  <a:moveTo>
                    <a:pt x="7579" y="5124"/>
                  </a:moveTo>
                  <a:cubicBezTo>
                    <a:pt x="7722" y="5195"/>
                    <a:pt x="7828" y="5266"/>
                    <a:pt x="7935" y="5337"/>
                  </a:cubicBezTo>
                  <a:cubicBezTo>
                    <a:pt x="7686" y="5551"/>
                    <a:pt x="7401" y="5693"/>
                    <a:pt x="7117" y="5800"/>
                  </a:cubicBezTo>
                  <a:lnTo>
                    <a:pt x="7081" y="5800"/>
                  </a:lnTo>
                  <a:cubicBezTo>
                    <a:pt x="7295" y="5622"/>
                    <a:pt x="7473" y="5373"/>
                    <a:pt x="7579" y="5124"/>
                  </a:cubicBezTo>
                  <a:close/>
                  <a:moveTo>
                    <a:pt x="925" y="5577"/>
                  </a:moveTo>
                  <a:cubicBezTo>
                    <a:pt x="1140" y="5577"/>
                    <a:pt x="1353" y="5737"/>
                    <a:pt x="1353" y="5978"/>
                  </a:cubicBezTo>
                  <a:cubicBezTo>
                    <a:pt x="1353" y="6227"/>
                    <a:pt x="1175" y="6405"/>
                    <a:pt x="926" y="6405"/>
                  </a:cubicBezTo>
                  <a:cubicBezTo>
                    <a:pt x="570" y="6405"/>
                    <a:pt x="392" y="5978"/>
                    <a:pt x="641" y="5693"/>
                  </a:cubicBezTo>
                  <a:cubicBezTo>
                    <a:pt x="721" y="5613"/>
                    <a:pt x="824" y="5577"/>
                    <a:pt x="925" y="5577"/>
                  </a:cubicBezTo>
                  <a:close/>
                  <a:moveTo>
                    <a:pt x="11493" y="0"/>
                  </a:moveTo>
                  <a:cubicBezTo>
                    <a:pt x="11102" y="0"/>
                    <a:pt x="10746" y="249"/>
                    <a:pt x="10604" y="605"/>
                  </a:cubicBezTo>
                  <a:lnTo>
                    <a:pt x="9928" y="605"/>
                  </a:lnTo>
                  <a:cubicBezTo>
                    <a:pt x="9857" y="605"/>
                    <a:pt x="9750" y="641"/>
                    <a:pt x="9714" y="712"/>
                  </a:cubicBezTo>
                  <a:lnTo>
                    <a:pt x="9038" y="1708"/>
                  </a:lnTo>
                  <a:cubicBezTo>
                    <a:pt x="8416" y="561"/>
                    <a:pt x="7303" y="10"/>
                    <a:pt x="6192" y="10"/>
                  </a:cubicBezTo>
                  <a:cubicBezTo>
                    <a:pt x="4892" y="10"/>
                    <a:pt x="3595" y="767"/>
                    <a:pt x="3096" y="2206"/>
                  </a:cubicBezTo>
                  <a:cubicBezTo>
                    <a:pt x="2847" y="2953"/>
                    <a:pt x="2883" y="3807"/>
                    <a:pt x="3203" y="4519"/>
                  </a:cubicBezTo>
                  <a:lnTo>
                    <a:pt x="2385" y="5693"/>
                  </a:lnTo>
                  <a:lnTo>
                    <a:pt x="1851" y="5693"/>
                  </a:lnTo>
                  <a:cubicBezTo>
                    <a:pt x="1709" y="5237"/>
                    <a:pt x="1331" y="5024"/>
                    <a:pt x="953" y="5024"/>
                  </a:cubicBezTo>
                  <a:cubicBezTo>
                    <a:pt x="477" y="5024"/>
                    <a:pt x="1" y="5363"/>
                    <a:pt x="1" y="5978"/>
                  </a:cubicBezTo>
                  <a:cubicBezTo>
                    <a:pt x="1" y="6593"/>
                    <a:pt x="477" y="6932"/>
                    <a:pt x="953" y="6932"/>
                  </a:cubicBezTo>
                  <a:cubicBezTo>
                    <a:pt x="1331" y="6932"/>
                    <a:pt x="1709" y="6719"/>
                    <a:pt x="1851" y="6262"/>
                  </a:cubicBezTo>
                  <a:lnTo>
                    <a:pt x="2491" y="6262"/>
                  </a:lnTo>
                  <a:cubicBezTo>
                    <a:pt x="2598" y="6262"/>
                    <a:pt x="2669" y="6191"/>
                    <a:pt x="2740" y="6120"/>
                  </a:cubicBezTo>
                  <a:lnTo>
                    <a:pt x="3488" y="5053"/>
                  </a:lnTo>
                  <a:cubicBezTo>
                    <a:pt x="4171" y="6026"/>
                    <a:pt x="5131" y="6445"/>
                    <a:pt x="6078" y="6445"/>
                  </a:cubicBezTo>
                  <a:cubicBezTo>
                    <a:pt x="8039" y="6445"/>
                    <a:pt x="9947" y="4652"/>
                    <a:pt x="9252" y="2277"/>
                  </a:cubicBezTo>
                  <a:lnTo>
                    <a:pt x="10034" y="1174"/>
                  </a:lnTo>
                  <a:lnTo>
                    <a:pt x="10533" y="1174"/>
                  </a:lnTo>
                  <a:cubicBezTo>
                    <a:pt x="10640" y="1627"/>
                    <a:pt x="11048" y="1897"/>
                    <a:pt x="11464" y="1897"/>
                  </a:cubicBezTo>
                  <a:cubicBezTo>
                    <a:pt x="11735" y="1897"/>
                    <a:pt x="12009" y="1783"/>
                    <a:pt x="12205" y="1530"/>
                  </a:cubicBezTo>
                  <a:cubicBezTo>
                    <a:pt x="12703" y="925"/>
                    <a:pt x="12276" y="0"/>
                    <a:pt x="114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2337;p97"/>
          <p:cNvGrpSpPr/>
          <p:nvPr/>
        </p:nvGrpSpPr>
        <p:grpSpPr>
          <a:xfrm>
            <a:off x="4140101" y="1852362"/>
            <a:ext cx="444775" cy="435000"/>
            <a:chOff x="4733888" y="2729775"/>
            <a:chExt cx="444775" cy="435000"/>
          </a:xfrm>
        </p:grpSpPr>
        <p:sp>
          <p:nvSpPr>
            <p:cNvPr id="25" name="Google Shape;2338;p97"/>
            <p:cNvSpPr/>
            <p:nvPr/>
          </p:nvSpPr>
          <p:spPr>
            <a:xfrm>
              <a:off x="4733888" y="2729775"/>
              <a:ext cx="444775" cy="435000"/>
            </a:xfrm>
            <a:custGeom>
              <a:avLst/>
              <a:gdLst/>
              <a:ahLst/>
              <a:cxnLst/>
              <a:rect l="l" t="t" r="r" b="b"/>
              <a:pathLst>
                <a:path w="17791" h="17400" extrusionOk="0">
                  <a:moveTo>
                    <a:pt x="9251" y="535"/>
                  </a:moveTo>
                  <a:cubicBezTo>
                    <a:pt x="9429" y="535"/>
                    <a:pt x="9607" y="677"/>
                    <a:pt x="9607" y="890"/>
                  </a:cubicBezTo>
                  <a:lnTo>
                    <a:pt x="9749" y="2420"/>
                  </a:lnTo>
                  <a:cubicBezTo>
                    <a:pt x="9749" y="2634"/>
                    <a:pt x="9892" y="2776"/>
                    <a:pt x="10070" y="2812"/>
                  </a:cubicBezTo>
                  <a:cubicBezTo>
                    <a:pt x="10639" y="2918"/>
                    <a:pt x="11208" y="3132"/>
                    <a:pt x="11706" y="3381"/>
                  </a:cubicBezTo>
                  <a:cubicBezTo>
                    <a:pt x="11769" y="3406"/>
                    <a:pt x="11832" y="3418"/>
                    <a:pt x="11894" y="3418"/>
                  </a:cubicBezTo>
                  <a:cubicBezTo>
                    <a:pt x="12006" y="3418"/>
                    <a:pt x="12113" y="3379"/>
                    <a:pt x="12204" y="3310"/>
                  </a:cubicBezTo>
                  <a:lnTo>
                    <a:pt x="13343" y="2171"/>
                  </a:lnTo>
                  <a:cubicBezTo>
                    <a:pt x="13419" y="2095"/>
                    <a:pt x="13516" y="2060"/>
                    <a:pt x="13611" y="2060"/>
                  </a:cubicBezTo>
                  <a:cubicBezTo>
                    <a:pt x="13694" y="2060"/>
                    <a:pt x="13775" y="2086"/>
                    <a:pt x="13841" y="2136"/>
                  </a:cubicBezTo>
                  <a:lnTo>
                    <a:pt x="14517" y="2705"/>
                  </a:lnTo>
                  <a:cubicBezTo>
                    <a:pt x="14660" y="2812"/>
                    <a:pt x="14695" y="3025"/>
                    <a:pt x="14588" y="3168"/>
                  </a:cubicBezTo>
                  <a:lnTo>
                    <a:pt x="13699" y="4448"/>
                  </a:lnTo>
                  <a:cubicBezTo>
                    <a:pt x="13592" y="4626"/>
                    <a:pt x="13592" y="4804"/>
                    <a:pt x="13734" y="4982"/>
                  </a:cubicBezTo>
                  <a:cubicBezTo>
                    <a:pt x="14090" y="5409"/>
                    <a:pt x="14410" y="5907"/>
                    <a:pt x="14660" y="6477"/>
                  </a:cubicBezTo>
                  <a:cubicBezTo>
                    <a:pt x="14721" y="6600"/>
                    <a:pt x="14864" y="6697"/>
                    <a:pt x="15017" y="6697"/>
                  </a:cubicBezTo>
                  <a:cubicBezTo>
                    <a:pt x="15040" y="6697"/>
                    <a:pt x="15063" y="6695"/>
                    <a:pt x="15086" y="6690"/>
                  </a:cubicBezTo>
                  <a:lnTo>
                    <a:pt x="16652" y="6583"/>
                  </a:lnTo>
                  <a:cubicBezTo>
                    <a:pt x="16671" y="6580"/>
                    <a:pt x="16689" y="6578"/>
                    <a:pt x="16708" y="6578"/>
                  </a:cubicBezTo>
                  <a:cubicBezTo>
                    <a:pt x="16866" y="6578"/>
                    <a:pt x="17012" y="6709"/>
                    <a:pt x="17043" y="6868"/>
                  </a:cubicBezTo>
                  <a:lnTo>
                    <a:pt x="17186" y="7757"/>
                  </a:lnTo>
                  <a:cubicBezTo>
                    <a:pt x="17221" y="7935"/>
                    <a:pt x="17079" y="8113"/>
                    <a:pt x="16901" y="8149"/>
                  </a:cubicBezTo>
                  <a:lnTo>
                    <a:pt x="15513" y="8505"/>
                  </a:lnTo>
                  <a:cubicBezTo>
                    <a:pt x="15336" y="8576"/>
                    <a:pt x="15193" y="8754"/>
                    <a:pt x="15229" y="8932"/>
                  </a:cubicBezTo>
                  <a:lnTo>
                    <a:pt x="15229" y="9110"/>
                  </a:lnTo>
                  <a:cubicBezTo>
                    <a:pt x="15229" y="9679"/>
                    <a:pt x="15122" y="10248"/>
                    <a:pt x="14980" y="10817"/>
                  </a:cubicBezTo>
                  <a:cubicBezTo>
                    <a:pt x="14944" y="10960"/>
                    <a:pt x="15015" y="11138"/>
                    <a:pt x="15158" y="11244"/>
                  </a:cubicBezTo>
                  <a:lnTo>
                    <a:pt x="16296" y="12063"/>
                  </a:lnTo>
                  <a:cubicBezTo>
                    <a:pt x="16439" y="12169"/>
                    <a:pt x="16474" y="12383"/>
                    <a:pt x="16403" y="12525"/>
                  </a:cubicBezTo>
                  <a:lnTo>
                    <a:pt x="15940" y="13308"/>
                  </a:lnTo>
                  <a:cubicBezTo>
                    <a:pt x="15888" y="13412"/>
                    <a:pt x="15760" y="13478"/>
                    <a:pt x="15625" y="13478"/>
                  </a:cubicBezTo>
                  <a:cubicBezTo>
                    <a:pt x="15576" y="13478"/>
                    <a:pt x="15526" y="13469"/>
                    <a:pt x="15478" y="13450"/>
                  </a:cubicBezTo>
                  <a:lnTo>
                    <a:pt x="14375" y="12917"/>
                  </a:lnTo>
                  <a:cubicBezTo>
                    <a:pt x="14316" y="12893"/>
                    <a:pt x="14252" y="12881"/>
                    <a:pt x="14189" y="12881"/>
                  </a:cubicBezTo>
                  <a:cubicBezTo>
                    <a:pt x="14063" y="12881"/>
                    <a:pt x="13936" y="12929"/>
                    <a:pt x="13841" y="13023"/>
                  </a:cubicBezTo>
                  <a:cubicBezTo>
                    <a:pt x="13450" y="13593"/>
                    <a:pt x="12916" y="14055"/>
                    <a:pt x="12382" y="14411"/>
                  </a:cubicBezTo>
                  <a:cubicBezTo>
                    <a:pt x="12240" y="14518"/>
                    <a:pt x="12169" y="14696"/>
                    <a:pt x="12204" y="14874"/>
                  </a:cubicBezTo>
                  <a:lnTo>
                    <a:pt x="12489" y="16048"/>
                  </a:lnTo>
                  <a:cubicBezTo>
                    <a:pt x="12560" y="16226"/>
                    <a:pt x="12453" y="16439"/>
                    <a:pt x="12276" y="16475"/>
                  </a:cubicBezTo>
                  <a:lnTo>
                    <a:pt x="11457" y="16795"/>
                  </a:lnTo>
                  <a:cubicBezTo>
                    <a:pt x="11428" y="16801"/>
                    <a:pt x="11397" y="16804"/>
                    <a:pt x="11366" y="16804"/>
                  </a:cubicBezTo>
                  <a:cubicBezTo>
                    <a:pt x="11212" y="16804"/>
                    <a:pt x="11054" y="16730"/>
                    <a:pt x="10995" y="16581"/>
                  </a:cubicBezTo>
                  <a:lnTo>
                    <a:pt x="10568" y="15621"/>
                  </a:lnTo>
                  <a:cubicBezTo>
                    <a:pt x="10461" y="15443"/>
                    <a:pt x="10283" y="15372"/>
                    <a:pt x="10105" y="15372"/>
                  </a:cubicBezTo>
                  <a:cubicBezTo>
                    <a:pt x="9643" y="15478"/>
                    <a:pt x="9216" y="15514"/>
                    <a:pt x="8789" y="15514"/>
                  </a:cubicBezTo>
                  <a:cubicBezTo>
                    <a:pt x="8504" y="15514"/>
                    <a:pt x="8219" y="15514"/>
                    <a:pt x="7935" y="15478"/>
                  </a:cubicBezTo>
                  <a:cubicBezTo>
                    <a:pt x="7911" y="15474"/>
                    <a:pt x="7888" y="15472"/>
                    <a:pt x="7865" y="15472"/>
                  </a:cubicBezTo>
                  <a:cubicBezTo>
                    <a:pt x="7712" y="15472"/>
                    <a:pt x="7570" y="15568"/>
                    <a:pt x="7508" y="15692"/>
                  </a:cubicBezTo>
                  <a:lnTo>
                    <a:pt x="7045" y="16688"/>
                  </a:lnTo>
                  <a:cubicBezTo>
                    <a:pt x="6990" y="16799"/>
                    <a:pt x="6869" y="16889"/>
                    <a:pt x="6734" y="16889"/>
                  </a:cubicBezTo>
                  <a:cubicBezTo>
                    <a:pt x="6696" y="16889"/>
                    <a:pt x="6657" y="16882"/>
                    <a:pt x="6618" y="16866"/>
                  </a:cubicBezTo>
                  <a:lnTo>
                    <a:pt x="5800" y="16546"/>
                  </a:lnTo>
                  <a:cubicBezTo>
                    <a:pt x="5586" y="16510"/>
                    <a:pt x="5515" y="16297"/>
                    <a:pt x="5551" y="16119"/>
                  </a:cubicBezTo>
                  <a:lnTo>
                    <a:pt x="5835" y="15158"/>
                  </a:lnTo>
                  <a:cubicBezTo>
                    <a:pt x="5871" y="14945"/>
                    <a:pt x="5800" y="14767"/>
                    <a:pt x="5622" y="14660"/>
                  </a:cubicBezTo>
                  <a:cubicBezTo>
                    <a:pt x="4982" y="14304"/>
                    <a:pt x="4412" y="13842"/>
                    <a:pt x="3950" y="13272"/>
                  </a:cubicBezTo>
                  <a:cubicBezTo>
                    <a:pt x="3879" y="13201"/>
                    <a:pt x="3736" y="13130"/>
                    <a:pt x="3629" y="13130"/>
                  </a:cubicBezTo>
                  <a:cubicBezTo>
                    <a:pt x="3558" y="13130"/>
                    <a:pt x="3523" y="13166"/>
                    <a:pt x="3452" y="13166"/>
                  </a:cubicBezTo>
                  <a:lnTo>
                    <a:pt x="2455" y="13628"/>
                  </a:lnTo>
                  <a:cubicBezTo>
                    <a:pt x="2417" y="13647"/>
                    <a:pt x="2374" y="13656"/>
                    <a:pt x="2330" y="13656"/>
                  </a:cubicBezTo>
                  <a:cubicBezTo>
                    <a:pt x="2209" y="13656"/>
                    <a:pt x="2080" y="13590"/>
                    <a:pt x="2028" y="13486"/>
                  </a:cubicBezTo>
                  <a:lnTo>
                    <a:pt x="1566" y="12703"/>
                  </a:lnTo>
                  <a:cubicBezTo>
                    <a:pt x="1495" y="12561"/>
                    <a:pt x="1530" y="12347"/>
                    <a:pt x="1672" y="12241"/>
                  </a:cubicBezTo>
                  <a:lnTo>
                    <a:pt x="2562" y="11600"/>
                  </a:lnTo>
                  <a:cubicBezTo>
                    <a:pt x="2704" y="11493"/>
                    <a:pt x="2776" y="11316"/>
                    <a:pt x="2740" y="11138"/>
                  </a:cubicBezTo>
                  <a:cubicBezTo>
                    <a:pt x="2491" y="10462"/>
                    <a:pt x="2384" y="9786"/>
                    <a:pt x="2384" y="9074"/>
                  </a:cubicBezTo>
                  <a:cubicBezTo>
                    <a:pt x="2384" y="8896"/>
                    <a:pt x="2277" y="8718"/>
                    <a:pt x="2099" y="8683"/>
                  </a:cubicBezTo>
                  <a:lnTo>
                    <a:pt x="925" y="8362"/>
                  </a:lnTo>
                  <a:cubicBezTo>
                    <a:pt x="747" y="8291"/>
                    <a:pt x="605" y="8113"/>
                    <a:pt x="641" y="7935"/>
                  </a:cubicBezTo>
                  <a:lnTo>
                    <a:pt x="819" y="7081"/>
                  </a:lnTo>
                  <a:cubicBezTo>
                    <a:pt x="854" y="6868"/>
                    <a:pt x="996" y="6761"/>
                    <a:pt x="1210" y="6761"/>
                  </a:cubicBezTo>
                  <a:lnTo>
                    <a:pt x="2455" y="6868"/>
                  </a:lnTo>
                  <a:cubicBezTo>
                    <a:pt x="2478" y="6873"/>
                    <a:pt x="2501" y="6875"/>
                    <a:pt x="2524" y="6875"/>
                  </a:cubicBezTo>
                  <a:cubicBezTo>
                    <a:pt x="2677" y="6875"/>
                    <a:pt x="2820" y="6774"/>
                    <a:pt x="2882" y="6619"/>
                  </a:cubicBezTo>
                  <a:cubicBezTo>
                    <a:pt x="3131" y="6014"/>
                    <a:pt x="3487" y="5480"/>
                    <a:pt x="3879" y="4982"/>
                  </a:cubicBezTo>
                  <a:cubicBezTo>
                    <a:pt x="4021" y="4804"/>
                    <a:pt x="4021" y="4626"/>
                    <a:pt x="3914" y="4448"/>
                  </a:cubicBezTo>
                  <a:lnTo>
                    <a:pt x="3131" y="3310"/>
                  </a:lnTo>
                  <a:cubicBezTo>
                    <a:pt x="3025" y="3132"/>
                    <a:pt x="3025" y="2954"/>
                    <a:pt x="3167" y="2812"/>
                  </a:cubicBezTo>
                  <a:lnTo>
                    <a:pt x="3843" y="2242"/>
                  </a:lnTo>
                  <a:cubicBezTo>
                    <a:pt x="3914" y="2189"/>
                    <a:pt x="4003" y="2162"/>
                    <a:pt x="4092" y="2162"/>
                  </a:cubicBezTo>
                  <a:cubicBezTo>
                    <a:pt x="4181" y="2162"/>
                    <a:pt x="4270" y="2189"/>
                    <a:pt x="4341" y="2242"/>
                  </a:cubicBezTo>
                  <a:lnTo>
                    <a:pt x="5373" y="3274"/>
                  </a:lnTo>
                  <a:cubicBezTo>
                    <a:pt x="5454" y="3383"/>
                    <a:pt x="5578" y="3429"/>
                    <a:pt x="5710" y="3429"/>
                  </a:cubicBezTo>
                  <a:cubicBezTo>
                    <a:pt x="5751" y="3429"/>
                    <a:pt x="5793" y="3425"/>
                    <a:pt x="5835" y="3417"/>
                  </a:cubicBezTo>
                  <a:cubicBezTo>
                    <a:pt x="6369" y="3132"/>
                    <a:pt x="6938" y="2918"/>
                    <a:pt x="7508" y="2812"/>
                  </a:cubicBezTo>
                  <a:cubicBezTo>
                    <a:pt x="7686" y="2776"/>
                    <a:pt x="7828" y="2634"/>
                    <a:pt x="7864" y="2420"/>
                  </a:cubicBezTo>
                  <a:lnTo>
                    <a:pt x="8006" y="890"/>
                  </a:lnTo>
                  <a:cubicBezTo>
                    <a:pt x="8006" y="677"/>
                    <a:pt x="8184" y="535"/>
                    <a:pt x="8362" y="535"/>
                  </a:cubicBezTo>
                  <a:close/>
                  <a:moveTo>
                    <a:pt x="8326" y="1"/>
                  </a:moveTo>
                  <a:cubicBezTo>
                    <a:pt x="7899" y="1"/>
                    <a:pt x="7508" y="357"/>
                    <a:pt x="7437" y="819"/>
                  </a:cubicBezTo>
                  <a:lnTo>
                    <a:pt x="7330" y="2314"/>
                  </a:lnTo>
                  <a:cubicBezTo>
                    <a:pt x="6725" y="2420"/>
                    <a:pt x="6156" y="2634"/>
                    <a:pt x="5622" y="2883"/>
                  </a:cubicBezTo>
                  <a:lnTo>
                    <a:pt x="4626" y="1922"/>
                  </a:lnTo>
                  <a:cubicBezTo>
                    <a:pt x="4452" y="1748"/>
                    <a:pt x="4225" y="1658"/>
                    <a:pt x="3997" y="1658"/>
                  </a:cubicBezTo>
                  <a:cubicBezTo>
                    <a:pt x="3806" y="1658"/>
                    <a:pt x="3614" y="1721"/>
                    <a:pt x="3452" y="1851"/>
                  </a:cubicBezTo>
                  <a:lnTo>
                    <a:pt x="2776" y="2420"/>
                  </a:lnTo>
                  <a:cubicBezTo>
                    <a:pt x="2420" y="2741"/>
                    <a:pt x="2349" y="3239"/>
                    <a:pt x="2633" y="3595"/>
                  </a:cubicBezTo>
                  <a:lnTo>
                    <a:pt x="3380" y="4698"/>
                  </a:lnTo>
                  <a:cubicBezTo>
                    <a:pt x="2953" y="5196"/>
                    <a:pt x="2633" y="5765"/>
                    <a:pt x="2349" y="6370"/>
                  </a:cubicBezTo>
                  <a:lnTo>
                    <a:pt x="1174" y="6263"/>
                  </a:lnTo>
                  <a:cubicBezTo>
                    <a:pt x="1151" y="6261"/>
                    <a:pt x="1128" y="6260"/>
                    <a:pt x="1104" y="6260"/>
                  </a:cubicBezTo>
                  <a:cubicBezTo>
                    <a:pt x="673" y="6260"/>
                    <a:pt x="317" y="6571"/>
                    <a:pt x="249" y="7010"/>
                  </a:cubicBezTo>
                  <a:lnTo>
                    <a:pt x="71" y="7864"/>
                  </a:lnTo>
                  <a:cubicBezTo>
                    <a:pt x="0" y="8291"/>
                    <a:pt x="285" y="8718"/>
                    <a:pt x="712" y="8860"/>
                  </a:cubicBezTo>
                  <a:lnTo>
                    <a:pt x="1815" y="9145"/>
                  </a:lnTo>
                  <a:cubicBezTo>
                    <a:pt x="1815" y="9857"/>
                    <a:pt x="1922" y="10568"/>
                    <a:pt x="2171" y="11244"/>
                  </a:cubicBezTo>
                  <a:lnTo>
                    <a:pt x="1388" y="11849"/>
                  </a:lnTo>
                  <a:cubicBezTo>
                    <a:pt x="996" y="12134"/>
                    <a:pt x="890" y="12632"/>
                    <a:pt x="1103" y="13023"/>
                  </a:cubicBezTo>
                  <a:lnTo>
                    <a:pt x="1566" y="13771"/>
                  </a:lnTo>
                  <a:cubicBezTo>
                    <a:pt x="1717" y="14048"/>
                    <a:pt x="2011" y="14218"/>
                    <a:pt x="2321" y="14218"/>
                  </a:cubicBezTo>
                  <a:cubicBezTo>
                    <a:pt x="2449" y="14218"/>
                    <a:pt x="2580" y="14189"/>
                    <a:pt x="2704" y="14126"/>
                  </a:cubicBezTo>
                  <a:lnTo>
                    <a:pt x="3594" y="13699"/>
                  </a:lnTo>
                  <a:cubicBezTo>
                    <a:pt x="4092" y="14233"/>
                    <a:pt x="4661" y="14731"/>
                    <a:pt x="5302" y="15087"/>
                  </a:cubicBezTo>
                  <a:lnTo>
                    <a:pt x="5053" y="15977"/>
                  </a:lnTo>
                  <a:cubicBezTo>
                    <a:pt x="4946" y="16439"/>
                    <a:pt x="5195" y="16866"/>
                    <a:pt x="5622" y="17044"/>
                  </a:cubicBezTo>
                  <a:lnTo>
                    <a:pt x="6440" y="17329"/>
                  </a:lnTo>
                  <a:cubicBezTo>
                    <a:pt x="6547" y="17364"/>
                    <a:pt x="6618" y="17400"/>
                    <a:pt x="6725" y="17400"/>
                  </a:cubicBezTo>
                  <a:cubicBezTo>
                    <a:pt x="7081" y="17400"/>
                    <a:pt x="7365" y="17186"/>
                    <a:pt x="7543" y="16902"/>
                  </a:cubicBezTo>
                  <a:lnTo>
                    <a:pt x="7970" y="15977"/>
                  </a:lnTo>
                  <a:cubicBezTo>
                    <a:pt x="8265" y="16006"/>
                    <a:pt x="8566" y="16023"/>
                    <a:pt x="8868" y="16023"/>
                  </a:cubicBezTo>
                  <a:cubicBezTo>
                    <a:pt x="9295" y="16023"/>
                    <a:pt x="9724" y="15989"/>
                    <a:pt x="10141" y="15905"/>
                  </a:cubicBezTo>
                  <a:lnTo>
                    <a:pt x="10568" y="16795"/>
                  </a:lnTo>
                  <a:cubicBezTo>
                    <a:pt x="10729" y="17091"/>
                    <a:pt x="11033" y="17285"/>
                    <a:pt x="11357" y="17285"/>
                  </a:cubicBezTo>
                  <a:cubicBezTo>
                    <a:pt x="11461" y="17285"/>
                    <a:pt x="11567" y="17265"/>
                    <a:pt x="11671" y="17222"/>
                  </a:cubicBezTo>
                  <a:lnTo>
                    <a:pt x="12489" y="16937"/>
                  </a:lnTo>
                  <a:cubicBezTo>
                    <a:pt x="12916" y="16759"/>
                    <a:pt x="13165" y="16332"/>
                    <a:pt x="13058" y="15870"/>
                  </a:cubicBezTo>
                  <a:lnTo>
                    <a:pt x="12738" y="14767"/>
                  </a:lnTo>
                  <a:cubicBezTo>
                    <a:pt x="13307" y="14411"/>
                    <a:pt x="13841" y="13913"/>
                    <a:pt x="14268" y="13379"/>
                  </a:cubicBezTo>
                  <a:lnTo>
                    <a:pt x="15300" y="13877"/>
                  </a:lnTo>
                  <a:cubicBezTo>
                    <a:pt x="15422" y="13928"/>
                    <a:pt x="15548" y="13953"/>
                    <a:pt x="15670" y="13953"/>
                  </a:cubicBezTo>
                  <a:cubicBezTo>
                    <a:pt x="15975" y="13953"/>
                    <a:pt x="16261" y="13801"/>
                    <a:pt x="16439" y="13522"/>
                  </a:cubicBezTo>
                  <a:lnTo>
                    <a:pt x="16901" y="12774"/>
                  </a:lnTo>
                  <a:cubicBezTo>
                    <a:pt x="17115" y="12383"/>
                    <a:pt x="17008" y="11885"/>
                    <a:pt x="16616" y="11600"/>
                  </a:cubicBezTo>
                  <a:lnTo>
                    <a:pt x="15549" y="10817"/>
                  </a:lnTo>
                  <a:cubicBezTo>
                    <a:pt x="15691" y="10248"/>
                    <a:pt x="15763" y="9643"/>
                    <a:pt x="15763" y="9038"/>
                  </a:cubicBezTo>
                  <a:lnTo>
                    <a:pt x="15763" y="8932"/>
                  </a:lnTo>
                  <a:lnTo>
                    <a:pt x="17079" y="8576"/>
                  </a:lnTo>
                  <a:cubicBezTo>
                    <a:pt x="17506" y="8469"/>
                    <a:pt x="17791" y="8042"/>
                    <a:pt x="17719" y="7580"/>
                  </a:cubicBezTo>
                  <a:lnTo>
                    <a:pt x="17719" y="7580"/>
                  </a:lnTo>
                  <a:lnTo>
                    <a:pt x="17684" y="7651"/>
                  </a:lnTo>
                  <a:lnTo>
                    <a:pt x="17506" y="6761"/>
                  </a:lnTo>
                  <a:cubicBezTo>
                    <a:pt x="17438" y="6356"/>
                    <a:pt x="17082" y="6047"/>
                    <a:pt x="16651" y="6047"/>
                  </a:cubicBezTo>
                  <a:cubicBezTo>
                    <a:pt x="16628" y="6047"/>
                    <a:pt x="16604" y="6048"/>
                    <a:pt x="16581" y="6050"/>
                  </a:cubicBezTo>
                  <a:lnTo>
                    <a:pt x="15086" y="6156"/>
                  </a:lnTo>
                  <a:cubicBezTo>
                    <a:pt x="14837" y="5623"/>
                    <a:pt x="14517" y="5124"/>
                    <a:pt x="14161" y="4662"/>
                  </a:cubicBezTo>
                  <a:lnTo>
                    <a:pt x="15015" y="3452"/>
                  </a:lnTo>
                  <a:cubicBezTo>
                    <a:pt x="15264" y="3096"/>
                    <a:pt x="15193" y="2563"/>
                    <a:pt x="14837" y="2278"/>
                  </a:cubicBezTo>
                  <a:lnTo>
                    <a:pt x="14161" y="1709"/>
                  </a:lnTo>
                  <a:cubicBezTo>
                    <a:pt x="14015" y="1579"/>
                    <a:pt x="13825" y="1516"/>
                    <a:pt x="13631" y="1516"/>
                  </a:cubicBezTo>
                  <a:cubicBezTo>
                    <a:pt x="13399" y="1516"/>
                    <a:pt x="13161" y="1606"/>
                    <a:pt x="12987" y="1780"/>
                  </a:cubicBezTo>
                  <a:lnTo>
                    <a:pt x="11884" y="2883"/>
                  </a:lnTo>
                  <a:cubicBezTo>
                    <a:pt x="11350" y="2598"/>
                    <a:pt x="10817" y="2420"/>
                    <a:pt x="10247" y="2314"/>
                  </a:cubicBezTo>
                  <a:lnTo>
                    <a:pt x="10105" y="819"/>
                  </a:lnTo>
                  <a:cubicBezTo>
                    <a:pt x="10070" y="357"/>
                    <a:pt x="9678" y="1"/>
                    <a:pt x="92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339;p97"/>
            <p:cNvSpPr/>
            <p:nvPr/>
          </p:nvSpPr>
          <p:spPr>
            <a:xfrm>
              <a:off x="4879763" y="2837850"/>
              <a:ext cx="187725" cy="85875"/>
            </a:xfrm>
            <a:custGeom>
              <a:avLst/>
              <a:gdLst/>
              <a:ahLst/>
              <a:cxnLst/>
              <a:rect l="l" t="t" r="r" b="b"/>
              <a:pathLst>
                <a:path w="7509" h="3435" extrusionOk="0">
                  <a:moveTo>
                    <a:pt x="2968" y="0"/>
                  </a:moveTo>
                  <a:cubicBezTo>
                    <a:pt x="2010" y="0"/>
                    <a:pt x="1036" y="289"/>
                    <a:pt x="178" y="908"/>
                  </a:cubicBezTo>
                  <a:cubicBezTo>
                    <a:pt x="36" y="979"/>
                    <a:pt x="0" y="1157"/>
                    <a:pt x="107" y="1264"/>
                  </a:cubicBezTo>
                  <a:cubicBezTo>
                    <a:pt x="149" y="1326"/>
                    <a:pt x="226" y="1364"/>
                    <a:pt x="304" y="1364"/>
                  </a:cubicBezTo>
                  <a:cubicBezTo>
                    <a:pt x="361" y="1364"/>
                    <a:pt x="418" y="1344"/>
                    <a:pt x="463" y="1300"/>
                  </a:cubicBezTo>
                  <a:cubicBezTo>
                    <a:pt x="1175" y="801"/>
                    <a:pt x="2064" y="517"/>
                    <a:pt x="2954" y="517"/>
                  </a:cubicBezTo>
                  <a:cubicBezTo>
                    <a:pt x="4733" y="552"/>
                    <a:pt x="6298" y="1620"/>
                    <a:pt x="6974" y="3257"/>
                  </a:cubicBezTo>
                  <a:cubicBezTo>
                    <a:pt x="7010" y="3363"/>
                    <a:pt x="7081" y="3434"/>
                    <a:pt x="7188" y="3434"/>
                  </a:cubicBezTo>
                  <a:lnTo>
                    <a:pt x="7295" y="3434"/>
                  </a:lnTo>
                  <a:cubicBezTo>
                    <a:pt x="7437" y="3399"/>
                    <a:pt x="7508" y="3221"/>
                    <a:pt x="7437" y="3114"/>
                  </a:cubicBezTo>
                  <a:lnTo>
                    <a:pt x="7472" y="3079"/>
                  </a:lnTo>
                  <a:cubicBezTo>
                    <a:pt x="6715" y="1138"/>
                    <a:pt x="4872" y="0"/>
                    <a:pt x="29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340;p97"/>
            <p:cNvSpPr/>
            <p:nvPr/>
          </p:nvSpPr>
          <p:spPr>
            <a:xfrm>
              <a:off x="4811263" y="2877475"/>
              <a:ext cx="97875" cy="190350"/>
            </a:xfrm>
            <a:custGeom>
              <a:avLst/>
              <a:gdLst/>
              <a:ahLst/>
              <a:cxnLst/>
              <a:rect l="l" t="t" r="r" b="b"/>
              <a:pathLst>
                <a:path w="3915" h="7614" extrusionOk="0">
                  <a:moveTo>
                    <a:pt x="2262" y="0"/>
                  </a:moveTo>
                  <a:cubicBezTo>
                    <a:pt x="2206" y="0"/>
                    <a:pt x="2149" y="21"/>
                    <a:pt x="2100" y="70"/>
                  </a:cubicBezTo>
                  <a:cubicBezTo>
                    <a:pt x="1" y="2419"/>
                    <a:pt x="677" y="6119"/>
                    <a:pt x="3488" y="7578"/>
                  </a:cubicBezTo>
                  <a:cubicBezTo>
                    <a:pt x="3523" y="7578"/>
                    <a:pt x="3559" y="7614"/>
                    <a:pt x="3594" y="7614"/>
                  </a:cubicBezTo>
                  <a:cubicBezTo>
                    <a:pt x="3701" y="7614"/>
                    <a:pt x="3772" y="7542"/>
                    <a:pt x="3843" y="7471"/>
                  </a:cubicBezTo>
                  <a:cubicBezTo>
                    <a:pt x="3915" y="7329"/>
                    <a:pt x="3843" y="7187"/>
                    <a:pt x="3737" y="7115"/>
                  </a:cubicBezTo>
                  <a:lnTo>
                    <a:pt x="3737" y="7080"/>
                  </a:lnTo>
                  <a:cubicBezTo>
                    <a:pt x="1246" y="5799"/>
                    <a:pt x="641" y="2525"/>
                    <a:pt x="2491" y="426"/>
                  </a:cubicBezTo>
                  <a:cubicBezTo>
                    <a:pt x="2628" y="234"/>
                    <a:pt x="2449" y="0"/>
                    <a:pt x="22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341;p97"/>
            <p:cNvSpPr/>
            <p:nvPr/>
          </p:nvSpPr>
          <p:spPr>
            <a:xfrm>
              <a:off x="4915338" y="2936525"/>
              <a:ext cx="159250" cy="143175"/>
            </a:xfrm>
            <a:custGeom>
              <a:avLst/>
              <a:gdLst/>
              <a:ahLst/>
              <a:cxnLst/>
              <a:rect l="l" t="t" r="r" b="b"/>
              <a:pathLst>
                <a:path w="6370" h="5727" extrusionOk="0">
                  <a:moveTo>
                    <a:pt x="6060" y="1"/>
                  </a:moveTo>
                  <a:cubicBezTo>
                    <a:pt x="5922" y="1"/>
                    <a:pt x="5781" y="110"/>
                    <a:pt x="5800" y="306"/>
                  </a:cubicBezTo>
                  <a:cubicBezTo>
                    <a:pt x="5836" y="484"/>
                    <a:pt x="5836" y="697"/>
                    <a:pt x="5836" y="911"/>
                  </a:cubicBezTo>
                  <a:cubicBezTo>
                    <a:pt x="5836" y="3295"/>
                    <a:pt x="3915" y="5216"/>
                    <a:pt x="1531" y="5216"/>
                  </a:cubicBezTo>
                  <a:cubicBezTo>
                    <a:pt x="1175" y="5216"/>
                    <a:pt x="819" y="5180"/>
                    <a:pt x="463" y="5074"/>
                  </a:cubicBezTo>
                  <a:cubicBezTo>
                    <a:pt x="431" y="5064"/>
                    <a:pt x="401" y="5060"/>
                    <a:pt x="372" y="5060"/>
                  </a:cubicBezTo>
                  <a:cubicBezTo>
                    <a:pt x="86" y="5060"/>
                    <a:pt x="0" y="5507"/>
                    <a:pt x="357" y="5572"/>
                  </a:cubicBezTo>
                  <a:cubicBezTo>
                    <a:pt x="763" y="5677"/>
                    <a:pt x="1168" y="5727"/>
                    <a:pt x="1564" y="5727"/>
                  </a:cubicBezTo>
                  <a:cubicBezTo>
                    <a:pt x="4122" y="5727"/>
                    <a:pt x="6339" y="3652"/>
                    <a:pt x="6370" y="911"/>
                  </a:cubicBezTo>
                  <a:cubicBezTo>
                    <a:pt x="6370" y="697"/>
                    <a:pt x="6334" y="448"/>
                    <a:pt x="6299" y="235"/>
                  </a:cubicBezTo>
                  <a:cubicBezTo>
                    <a:pt x="6282" y="74"/>
                    <a:pt x="6173" y="1"/>
                    <a:pt x="60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342;p97"/>
            <p:cNvSpPr/>
            <p:nvPr/>
          </p:nvSpPr>
          <p:spPr>
            <a:xfrm>
              <a:off x="4880913" y="2937475"/>
              <a:ext cx="143875" cy="39625"/>
            </a:xfrm>
            <a:custGeom>
              <a:avLst/>
              <a:gdLst/>
              <a:ahLst/>
              <a:cxnLst/>
              <a:rect l="l" t="t" r="r" b="b"/>
              <a:pathLst>
                <a:path w="5755" h="1585" extrusionOk="0">
                  <a:moveTo>
                    <a:pt x="2921" y="1"/>
                  </a:moveTo>
                  <a:cubicBezTo>
                    <a:pt x="1929" y="1"/>
                    <a:pt x="933" y="375"/>
                    <a:pt x="168" y="1122"/>
                  </a:cubicBezTo>
                  <a:cubicBezTo>
                    <a:pt x="0" y="1317"/>
                    <a:pt x="184" y="1579"/>
                    <a:pt x="391" y="1579"/>
                  </a:cubicBezTo>
                  <a:cubicBezTo>
                    <a:pt x="447" y="1579"/>
                    <a:pt x="506" y="1559"/>
                    <a:pt x="559" y="1513"/>
                  </a:cubicBezTo>
                  <a:cubicBezTo>
                    <a:pt x="1218" y="873"/>
                    <a:pt x="2072" y="552"/>
                    <a:pt x="2921" y="552"/>
                  </a:cubicBezTo>
                  <a:cubicBezTo>
                    <a:pt x="3771" y="552"/>
                    <a:pt x="4616" y="873"/>
                    <a:pt x="5256" y="1513"/>
                  </a:cubicBezTo>
                  <a:cubicBezTo>
                    <a:pt x="5327" y="1584"/>
                    <a:pt x="5398" y="1584"/>
                    <a:pt x="5469" y="1584"/>
                  </a:cubicBezTo>
                  <a:cubicBezTo>
                    <a:pt x="5541" y="1584"/>
                    <a:pt x="5612" y="1584"/>
                    <a:pt x="5647" y="1513"/>
                  </a:cubicBezTo>
                  <a:cubicBezTo>
                    <a:pt x="5754" y="1406"/>
                    <a:pt x="5754" y="1228"/>
                    <a:pt x="5647" y="1122"/>
                  </a:cubicBezTo>
                  <a:cubicBezTo>
                    <a:pt x="4900" y="375"/>
                    <a:pt x="3913" y="1"/>
                    <a:pt x="29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343;p97"/>
            <p:cNvSpPr/>
            <p:nvPr/>
          </p:nvSpPr>
          <p:spPr>
            <a:xfrm>
              <a:off x="4905513" y="2980175"/>
              <a:ext cx="94350" cy="29650"/>
            </a:xfrm>
            <a:custGeom>
              <a:avLst/>
              <a:gdLst/>
              <a:ahLst/>
              <a:cxnLst/>
              <a:rect l="l" t="t" r="r" b="b"/>
              <a:pathLst>
                <a:path w="3774" h="1186" extrusionOk="0">
                  <a:moveTo>
                    <a:pt x="1941" y="1"/>
                  </a:moveTo>
                  <a:cubicBezTo>
                    <a:pt x="1319" y="1"/>
                    <a:pt x="696" y="232"/>
                    <a:pt x="216" y="695"/>
                  </a:cubicBezTo>
                  <a:cubicBezTo>
                    <a:pt x="1" y="909"/>
                    <a:pt x="171" y="1185"/>
                    <a:pt x="390" y="1185"/>
                  </a:cubicBezTo>
                  <a:cubicBezTo>
                    <a:pt x="461" y="1185"/>
                    <a:pt x="537" y="1156"/>
                    <a:pt x="607" y="1086"/>
                  </a:cubicBezTo>
                  <a:cubicBezTo>
                    <a:pt x="963" y="712"/>
                    <a:pt x="1443" y="526"/>
                    <a:pt x="1928" y="526"/>
                  </a:cubicBezTo>
                  <a:cubicBezTo>
                    <a:pt x="2413" y="526"/>
                    <a:pt x="2902" y="712"/>
                    <a:pt x="3276" y="1086"/>
                  </a:cubicBezTo>
                  <a:cubicBezTo>
                    <a:pt x="3329" y="1139"/>
                    <a:pt x="3400" y="1166"/>
                    <a:pt x="3471" y="1166"/>
                  </a:cubicBezTo>
                  <a:cubicBezTo>
                    <a:pt x="3543" y="1166"/>
                    <a:pt x="3614" y="1139"/>
                    <a:pt x="3667" y="1086"/>
                  </a:cubicBezTo>
                  <a:cubicBezTo>
                    <a:pt x="3774" y="979"/>
                    <a:pt x="3774" y="801"/>
                    <a:pt x="3667" y="695"/>
                  </a:cubicBezTo>
                  <a:cubicBezTo>
                    <a:pt x="3187" y="232"/>
                    <a:pt x="2564" y="1"/>
                    <a:pt x="19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344;p97"/>
            <p:cNvSpPr/>
            <p:nvPr/>
          </p:nvSpPr>
          <p:spPr>
            <a:xfrm>
              <a:off x="4855363" y="2896600"/>
              <a:ext cx="194325" cy="56475"/>
            </a:xfrm>
            <a:custGeom>
              <a:avLst/>
              <a:gdLst/>
              <a:ahLst/>
              <a:cxnLst/>
              <a:rect l="l" t="t" r="r" b="b"/>
              <a:pathLst>
                <a:path w="7773" h="2259" extrusionOk="0">
                  <a:moveTo>
                    <a:pt x="3816" y="0"/>
                  </a:moveTo>
                  <a:cubicBezTo>
                    <a:pt x="2510" y="0"/>
                    <a:pt x="1197" y="509"/>
                    <a:pt x="194" y="1547"/>
                  </a:cubicBezTo>
                  <a:cubicBezTo>
                    <a:pt x="1" y="1740"/>
                    <a:pt x="192" y="2018"/>
                    <a:pt x="404" y="2018"/>
                  </a:cubicBezTo>
                  <a:cubicBezTo>
                    <a:pt x="465" y="2018"/>
                    <a:pt x="529" y="1995"/>
                    <a:pt x="585" y="1938"/>
                  </a:cubicBezTo>
                  <a:cubicBezTo>
                    <a:pt x="1473" y="999"/>
                    <a:pt x="2657" y="535"/>
                    <a:pt x="3836" y="535"/>
                  </a:cubicBezTo>
                  <a:cubicBezTo>
                    <a:pt x="5114" y="535"/>
                    <a:pt x="6386" y="1079"/>
                    <a:pt x="7274" y="2152"/>
                  </a:cubicBezTo>
                  <a:cubicBezTo>
                    <a:pt x="7310" y="2223"/>
                    <a:pt x="7381" y="2259"/>
                    <a:pt x="7488" y="2259"/>
                  </a:cubicBezTo>
                  <a:cubicBezTo>
                    <a:pt x="7559" y="2259"/>
                    <a:pt x="7594" y="2223"/>
                    <a:pt x="7666" y="2187"/>
                  </a:cubicBezTo>
                  <a:cubicBezTo>
                    <a:pt x="7772" y="2081"/>
                    <a:pt x="7772" y="1903"/>
                    <a:pt x="7701" y="1796"/>
                  </a:cubicBezTo>
                  <a:lnTo>
                    <a:pt x="7666" y="1796"/>
                  </a:lnTo>
                  <a:cubicBezTo>
                    <a:pt x="6663" y="607"/>
                    <a:pt x="5243" y="0"/>
                    <a:pt x="38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2345;p97"/>
          <p:cNvGrpSpPr/>
          <p:nvPr/>
        </p:nvGrpSpPr>
        <p:grpSpPr>
          <a:xfrm>
            <a:off x="3020042" y="1686195"/>
            <a:ext cx="428775" cy="439450"/>
            <a:chOff x="3992913" y="4169025"/>
            <a:chExt cx="428775" cy="439450"/>
          </a:xfrm>
        </p:grpSpPr>
        <p:sp>
          <p:nvSpPr>
            <p:cNvPr id="33" name="Google Shape;2346;p97"/>
            <p:cNvSpPr/>
            <p:nvPr/>
          </p:nvSpPr>
          <p:spPr>
            <a:xfrm>
              <a:off x="4026513" y="4169025"/>
              <a:ext cx="395175" cy="380800"/>
            </a:xfrm>
            <a:custGeom>
              <a:avLst/>
              <a:gdLst/>
              <a:ahLst/>
              <a:cxnLst/>
              <a:rect l="l" t="t" r="r" b="b"/>
              <a:pathLst>
                <a:path w="15807" h="15232" extrusionOk="0">
                  <a:moveTo>
                    <a:pt x="7000" y="551"/>
                  </a:moveTo>
                  <a:cubicBezTo>
                    <a:pt x="7408" y="551"/>
                    <a:pt x="7801" y="870"/>
                    <a:pt x="7801" y="1352"/>
                  </a:cubicBezTo>
                  <a:cubicBezTo>
                    <a:pt x="7801" y="1779"/>
                    <a:pt x="7445" y="2135"/>
                    <a:pt x="7018" y="2135"/>
                  </a:cubicBezTo>
                  <a:cubicBezTo>
                    <a:pt x="6306" y="2135"/>
                    <a:pt x="5950" y="1281"/>
                    <a:pt x="6449" y="783"/>
                  </a:cubicBezTo>
                  <a:cubicBezTo>
                    <a:pt x="6609" y="623"/>
                    <a:pt x="6806" y="551"/>
                    <a:pt x="7000" y="551"/>
                  </a:cubicBezTo>
                  <a:close/>
                  <a:moveTo>
                    <a:pt x="12213" y="2776"/>
                  </a:moveTo>
                  <a:cubicBezTo>
                    <a:pt x="12782" y="2776"/>
                    <a:pt x="13138" y="3345"/>
                    <a:pt x="12924" y="3843"/>
                  </a:cubicBezTo>
                  <a:cubicBezTo>
                    <a:pt x="12796" y="4163"/>
                    <a:pt x="12502" y="4343"/>
                    <a:pt x="12202" y="4343"/>
                  </a:cubicBezTo>
                  <a:cubicBezTo>
                    <a:pt x="12002" y="4343"/>
                    <a:pt x="11800" y="4263"/>
                    <a:pt x="11643" y="4092"/>
                  </a:cubicBezTo>
                  <a:cubicBezTo>
                    <a:pt x="11181" y="3594"/>
                    <a:pt x="11501" y="2776"/>
                    <a:pt x="12213" y="2776"/>
                  </a:cubicBezTo>
                  <a:close/>
                  <a:moveTo>
                    <a:pt x="1895" y="2805"/>
                  </a:moveTo>
                  <a:cubicBezTo>
                    <a:pt x="2072" y="2805"/>
                    <a:pt x="2257" y="2870"/>
                    <a:pt x="2428" y="3025"/>
                  </a:cubicBezTo>
                  <a:cubicBezTo>
                    <a:pt x="2713" y="3309"/>
                    <a:pt x="2713" y="3808"/>
                    <a:pt x="2428" y="4128"/>
                  </a:cubicBezTo>
                  <a:cubicBezTo>
                    <a:pt x="2268" y="4288"/>
                    <a:pt x="2063" y="4368"/>
                    <a:pt x="1859" y="4368"/>
                  </a:cubicBezTo>
                  <a:cubicBezTo>
                    <a:pt x="1654" y="4368"/>
                    <a:pt x="1449" y="4288"/>
                    <a:pt x="1289" y="4128"/>
                  </a:cubicBezTo>
                  <a:cubicBezTo>
                    <a:pt x="795" y="3551"/>
                    <a:pt x="1297" y="2805"/>
                    <a:pt x="1895" y="2805"/>
                  </a:cubicBezTo>
                  <a:close/>
                  <a:moveTo>
                    <a:pt x="14010" y="7952"/>
                  </a:moveTo>
                  <a:cubicBezTo>
                    <a:pt x="14203" y="7952"/>
                    <a:pt x="14401" y="8024"/>
                    <a:pt x="14561" y="8184"/>
                  </a:cubicBezTo>
                  <a:cubicBezTo>
                    <a:pt x="14881" y="8504"/>
                    <a:pt x="14881" y="9002"/>
                    <a:pt x="14561" y="9323"/>
                  </a:cubicBezTo>
                  <a:cubicBezTo>
                    <a:pt x="14401" y="9483"/>
                    <a:pt x="14203" y="9555"/>
                    <a:pt x="14010" y="9555"/>
                  </a:cubicBezTo>
                  <a:cubicBezTo>
                    <a:pt x="13602" y="9555"/>
                    <a:pt x="13209" y="9236"/>
                    <a:pt x="13209" y="8753"/>
                  </a:cubicBezTo>
                  <a:cubicBezTo>
                    <a:pt x="13209" y="8271"/>
                    <a:pt x="13602" y="7952"/>
                    <a:pt x="14010" y="7952"/>
                  </a:cubicBezTo>
                  <a:close/>
                  <a:moveTo>
                    <a:pt x="12210" y="13110"/>
                  </a:moveTo>
                  <a:cubicBezTo>
                    <a:pt x="12606" y="13110"/>
                    <a:pt x="12995" y="13420"/>
                    <a:pt x="12995" y="13877"/>
                  </a:cubicBezTo>
                  <a:cubicBezTo>
                    <a:pt x="12995" y="14359"/>
                    <a:pt x="12603" y="14678"/>
                    <a:pt x="12206" y="14678"/>
                  </a:cubicBezTo>
                  <a:cubicBezTo>
                    <a:pt x="12017" y="14678"/>
                    <a:pt x="11828" y="14607"/>
                    <a:pt x="11679" y="14446"/>
                  </a:cubicBezTo>
                  <a:cubicBezTo>
                    <a:pt x="11359" y="14126"/>
                    <a:pt x="11359" y="13663"/>
                    <a:pt x="11679" y="13343"/>
                  </a:cubicBezTo>
                  <a:cubicBezTo>
                    <a:pt x="11829" y="13182"/>
                    <a:pt x="12020" y="13110"/>
                    <a:pt x="12210" y="13110"/>
                  </a:cubicBezTo>
                  <a:close/>
                  <a:moveTo>
                    <a:pt x="6982" y="0"/>
                  </a:moveTo>
                  <a:cubicBezTo>
                    <a:pt x="5381" y="0"/>
                    <a:pt x="5132" y="2313"/>
                    <a:pt x="6733" y="2633"/>
                  </a:cubicBezTo>
                  <a:lnTo>
                    <a:pt x="6733" y="4341"/>
                  </a:lnTo>
                  <a:cubicBezTo>
                    <a:pt x="5737" y="4377"/>
                    <a:pt x="4812" y="4768"/>
                    <a:pt x="4065" y="5409"/>
                  </a:cubicBezTo>
                  <a:lnTo>
                    <a:pt x="2997" y="4306"/>
                  </a:lnTo>
                  <a:cubicBezTo>
                    <a:pt x="3636" y="3295"/>
                    <a:pt x="2782" y="2224"/>
                    <a:pt x="1835" y="2224"/>
                  </a:cubicBezTo>
                  <a:cubicBezTo>
                    <a:pt x="1516" y="2224"/>
                    <a:pt x="1185" y="2346"/>
                    <a:pt x="898" y="2633"/>
                  </a:cubicBezTo>
                  <a:cubicBezTo>
                    <a:pt x="0" y="3560"/>
                    <a:pt x="799" y="4935"/>
                    <a:pt x="1857" y="4935"/>
                  </a:cubicBezTo>
                  <a:cubicBezTo>
                    <a:pt x="2099" y="4935"/>
                    <a:pt x="2354" y="4863"/>
                    <a:pt x="2606" y="4697"/>
                  </a:cubicBezTo>
                  <a:lnTo>
                    <a:pt x="3673" y="5765"/>
                  </a:lnTo>
                  <a:cubicBezTo>
                    <a:pt x="3531" y="5942"/>
                    <a:pt x="3389" y="6085"/>
                    <a:pt x="3282" y="6263"/>
                  </a:cubicBezTo>
                  <a:cubicBezTo>
                    <a:pt x="3177" y="6473"/>
                    <a:pt x="3343" y="6663"/>
                    <a:pt x="3537" y="6663"/>
                  </a:cubicBezTo>
                  <a:cubicBezTo>
                    <a:pt x="3606" y="6663"/>
                    <a:pt x="3679" y="6639"/>
                    <a:pt x="3744" y="6583"/>
                  </a:cubicBezTo>
                  <a:cubicBezTo>
                    <a:pt x="4507" y="5439"/>
                    <a:pt x="5745" y="4839"/>
                    <a:pt x="6992" y="4839"/>
                  </a:cubicBezTo>
                  <a:cubicBezTo>
                    <a:pt x="7956" y="4839"/>
                    <a:pt x="8926" y="5198"/>
                    <a:pt x="9686" y="5942"/>
                  </a:cubicBezTo>
                  <a:cubicBezTo>
                    <a:pt x="11465" y="7615"/>
                    <a:pt x="11288" y="10461"/>
                    <a:pt x="9331" y="11920"/>
                  </a:cubicBezTo>
                  <a:cubicBezTo>
                    <a:pt x="9075" y="12090"/>
                    <a:pt x="9250" y="12419"/>
                    <a:pt x="9475" y="12419"/>
                  </a:cubicBezTo>
                  <a:cubicBezTo>
                    <a:pt x="9532" y="12419"/>
                    <a:pt x="9593" y="12397"/>
                    <a:pt x="9651" y="12347"/>
                  </a:cubicBezTo>
                  <a:cubicBezTo>
                    <a:pt x="9758" y="12276"/>
                    <a:pt x="9900" y="12169"/>
                    <a:pt x="10007" y="12062"/>
                  </a:cubicBezTo>
                  <a:lnTo>
                    <a:pt x="11074" y="13165"/>
                  </a:lnTo>
                  <a:cubicBezTo>
                    <a:pt x="10434" y="14179"/>
                    <a:pt x="11293" y="15232"/>
                    <a:pt x="12228" y="15232"/>
                  </a:cubicBezTo>
                  <a:cubicBezTo>
                    <a:pt x="12540" y="15232"/>
                    <a:pt x="12861" y="15114"/>
                    <a:pt x="13138" y="14838"/>
                  </a:cubicBezTo>
                  <a:cubicBezTo>
                    <a:pt x="14064" y="13911"/>
                    <a:pt x="13271" y="12536"/>
                    <a:pt x="12214" y="12536"/>
                  </a:cubicBezTo>
                  <a:cubicBezTo>
                    <a:pt x="11972" y="12536"/>
                    <a:pt x="11717" y="12608"/>
                    <a:pt x="11465" y="12774"/>
                  </a:cubicBezTo>
                  <a:lnTo>
                    <a:pt x="10398" y="11671"/>
                  </a:lnTo>
                  <a:cubicBezTo>
                    <a:pt x="11038" y="10924"/>
                    <a:pt x="11394" y="9963"/>
                    <a:pt x="11465" y="9002"/>
                  </a:cubicBezTo>
                  <a:lnTo>
                    <a:pt x="12711" y="9002"/>
                  </a:lnTo>
                  <a:cubicBezTo>
                    <a:pt x="12746" y="9251"/>
                    <a:pt x="12889" y="9465"/>
                    <a:pt x="13067" y="9643"/>
                  </a:cubicBezTo>
                  <a:cubicBezTo>
                    <a:pt x="13316" y="9892"/>
                    <a:pt x="13671" y="10070"/>
                    <a:pt x="14027" y="10070"/>
                  </a:cubicBezTo>
                  <a:cubicBezTo>
                    <a:pt x="15806" y="10070"/>
                    <a:pt x="15806" y="7401"/>
                    <a:pt x="14027" y="7401"/>
                  </a:cubicBezTo>
                  <a:cubicBezTo>
                    <a:pt x="14004" y="7400"/>
                    <a:pt x="13981" y="7399"/>
                    <a:pt x="13958" y="7399"/>
                  </a:cubicBezTo>
                  <a:cubicBezTo>
                    <a:pt x="13346" y="7399"/>
                    <a:pt x="12814" y="7851"/>
                    <a:pt x="12711" y="8469"/>
                  </a:cubicBezTo>
                  <a:lnTo>
                    <a:pt x="11465" y="8469"/>
                  </a:lnTo>
                  <a:cubicBezTo>
                    <a:pt x="11394" y="7472"/>
                    <a:pt x="10967" y="6547"/>
                    <a:pt x="10327" y="5800"/>
                  </a:cubicBezTo>
                  <a:lnTo>
                    <a:pt x="11465" y="4662"/>
                  </a:lnTo>
                  <a:cubicBezTo>
                    <a:pt x="11679" y="4804"/>
                    <a:pt x="11928" y="4875"/>
                    <a:pt x="12213" y="4875"/>
                  </a:cubicBezTo>
                  <a:cubicBezTo>
                    <a:pt x="13565" y="4875"/>
                    <a:pt x="14027" y="3025"/>
                    <a:pt x="12818" y="2384"/>
                  </a:cubicBezTo>
                  <a:cubicBezTo>
                    <a:pt x="12601" y="2263"/>
                    <a:pt x="12381" y="2209"/>
                    <a:pt x="12172" y="2209"/>
                  </a:cubicBezTo>
                  <a:cubicBezTo>
                    <a:pt x="11214" y="2209"/>
                    <a:pt x="10461" y="3336"/>
                    <a:pt x="11074" y="4270"/>
                  </a:cubicBezTo>
                  <a:lnTo>
                    <a:pt x="9935" y="5444"/>
                  </a:lnTo>
                  <a:cubicBezTo>
                    <a:pt x="9188" y="4768"/>
                    <a:pt x="8263" y="4412"/>
                    <a:pt x="7267" y="4341"/>
                  </a:cubicBezTo>
                  <a:lnTo>
                    <a:pt x="7267" y="2633"/>
                  </a:lnTo>
                  <a:cubicBezTo>
                    <a:pt x="8832" y="2313"/>
                    <a:pt x="8583" y="0"/>
                    <a:pt x="69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347;p97"/>
            <p:cNvSpPr/>
            <p:nvPr/>
          </p:nvSpPr>
          <p:spPr>
            <a:xfrm>
              <a:off x="4125438" y="4313425"/>
              <a:ext cx="163700" cy="153700"/>
            </a:xfrm>
            <a:custGeom>
              <a:avLst/>
              <a:gdLst/>
              <a:ahLst/>
              <a:cxnLst/>
              <a:rect l="l" t="t" r="r" b="b"/>
              <a:pathLst>
                <a:path w="6548" h="6148" extrusionOk="0">
                  <a:moveTo>
                    <a:pt x="2029" y="771"/>
                  </a:moveTo>
                  <a:cubicBezTo>
                    <a:pt x="1887" y="914"/>
                    <a:pt x="1780" y="1092"/>
                    <a:pt x="1709" y="1234"/>
                  </a:cubicBezTo>
                  <a:lnTo>
                    <a:pt x="1460" y="1092"/>
                  </a:lnTo>
                  <a:cubicBezTo>
                    <a:pt x="1638" y="949"/>
                    <a:pt x="1816" y="842"/>
                    <a:pt x="2029" y="771"/>
                  </a:cubicBezTo>
                  <a:close/>
                  <a:moveTo>
                    <a:pt x="4057" y="771"/>
                  </a:moveTo>
                  <a:cubicBezTo>
                    <a:pt x="4271" y="842"/>
                    <a:pt x="4448" y="949"/>
                    <a:pt x="4591" y="1092"/>
                  </a:cubicBezTo>
                  <a:cubicBezTo>
                    <a:pt x="4520" y="1163"/>
                    <a:pt x="4448" y="1198"/>
                    <a:pt x="4377" y="1234"/>
                  </a:cubicBezTo>
                  <a:cubicBezTo>
                    <a:pt x="4271" y="1092"/>
                    <a:pt x="4164" y="914"/>
                    <a:pt x="4057" y="771"/>
                  </a:cubicBezTo>
                  <a:close/>
                  <a:moveTo>
                    <a:pt x="2776" y="771"/>
                  </a:moveTo>
                  <a:lnTo>
                    <a:pt x="2776" y="1590"/>
                  </a:lnTo>
                  <a:cubicBezTo>
                    <a:pt x="2563" y="1554"/>
                    <a:pt x="2385" y="1518"/>
                    <a:pt x="2207" y="1483"/>
                  </a:cubicBezTo>
                  <a:cubicBezTo>
                    <a:pt x="2349" y="1198"/>
                    <a:pt x="2527" y="949"/>
                    <a:pt x="2776" y="771"/>
                  </a:cubicBezTo>
                  <a:close/>
                  <a:moveTo>
                    <a:pt x="3310" y="771"/>
                  </a:moveTo>
                  <a:cubicBezTo>
                    <a:pt x="3523" y="985"/>
                    <a:pt x="3737" y="1198"/>
                    <a:pt x="3879" y="1483"/>
                  </a:cubicBezTo>
                  <a:cubicBezTo>
                    <a:pt x="3701" y="1518"/>
                    <a:pt x="3488" y="1554"/>
                    <a:pt x="3310" y="1590"/>
                  </a:cubicBezTo>
                  <a:lnTo>
                    <a:pt x="3310" y="771"/>
                  </a:lnTo>
                  <a:close/>
                  <a:moveTo>
                    <a:pt x="1068" y="1483"/>
                  </a:moveTo>
                  <a:cubicBezTo>
                    <a:pt x="1211" y="1590"/>
                    <a:pt x="1353" y="1661"/>
                    <a:pt x="1460" y="1732"/>
                  </a:cubicBezTo>
                  <a:cubicBezTo>
                    <a:pt x="1353" y="2052"/>
                    <a:pt x="1282" y="2372"/>
                    <a:pt x="1282" y="2693"/>
                  </a:cubicBezTo>
                  <a:lnTo>
                    <a:pt x="570" y="2693"/>
                  </a:lnTo>
                  <a:cubicBezTo>
                    <a:pt x="641" y="2266"/>
                    <a:pt x="819" y="1839"/>
                    <a:pt x="1068" y="1483"/>
                  </a:cubicBezTo>
                  <a:close/>
                  <a:moveTo>
                    <a:pt x="1993" y="1981"/>
                  </a:moveTo>
                  <a:cubicBezTo>
                    <a:pt x="2242" y="2052"/>
                    <a:pt x="2492" y="2123"/>
                    <a:pt x="2776" y="2123"/>
                  </a:cubicBezTo>
                  <a:lnTo>
                    <a:pt x="2776" y="2693"/>
                  </a:lnTo>
                  <a:lnTo>
                    <a:pt x="1816" y="2693"/>
                  </a:lnTo>
                  <a:cubicBezTo>
                    <a:pt x="1851" y="2444"/>
                    <a:pt x="1887" y="2195"/>
                    <a:pt x="1993" y="1981"/>
                  </a:cubicBezTo>
                  <a:close/>
                  <a:moveTo>
                    <a:pt x="4093" y="1981"/>
                  </a:moveTo>
                  <a:cubicBezTo>
                    <a:pt x="4164" y="2195"/>
                    <a:pt x="4235" y="2444"/>
                    <a:pt x="4235" y="2693"/>
                  </a:cubicBezTo>
                  <a:lnTo>
                    <a:pt x="3310" y="2693"/>
                  </a:lnTo>
                  <a:lnTo>
                    <a:pt x="3310" y="2123"/>
                  </a:lnTo>
                  <a:cubicBezTo>
                    <a:pt x="3595" y="2123"/>
                    <a:pt x="3844" y="2052"/>
                    <a:pt x="4093" y="1981"/>
                  </a:cubicBezTo>
                  <a:close/>
                  <a:moveTo>
                    <a:pt x="4982" y="1483"/>
                  </a:moveTo>
                  <a:cubicBezTo>
                    <a:pt x="5089" y="1625"/>
                    <a:pt x="5196" y="1768"/>
                    <a:pt x="5267" y="1945"/>
                  </a:cubicBezTo>
                  <a:cubicBezTo>
                    <a:pt x="5374" y="2159"/>
                    <a:pt x="5445" y="2408"/>
                    <a:pt x="5480" y="2693"/>
                  </a:cubicBezTo>
                  <a:lnTo>
                    <a:pt x="4804" y="2693"/>
                  </a:lnTo>
                  <a:cubicBezTo>
                    <a:pt x="4769" y="2372"/>
                    <a:pt x="4698" y="2052"/>
                    <a:pt x="4591" y="1732"/>
                  </a:cubicBezTo>
                  <a:cubicBezTo>
                    <a:pt x="4733" y="1661"/>
                    <a:pt x="4875" y="1590"/>
                    <a:pt x="4982" y="1483"/>
                  </a:cubicBezTo>
                  <a:close/>
                  <a:moveTo>
                    <a:pt x="2776" y="3226"/>
                  </a:moveTo>
                  <a:lnTo>
                    <a:pt x="2776" y="3867"/>
                  </a:lnTo>
                  <a:cubicBezTo>
                    <a:pt x="2492" y="3902"/>
                    <a:pt x="2242" y="3974"/>
                    <a:pt x="1993" y="4045"/>
                  </a:cubicBezTo>
                  <a:cubicBezTo>
                    <a:pt x="1887" y="3796"/>
                    <a:pt x="1851" y="3511"/>
                    <a:pt x="1816" y="3226"/>
                  </a:cubicBezTo>
                  <a:close/>
                  <a:moveTo>
                    <a:pt x="4271" y="3226"/>
                  </a:moveTo>
                  <a:cubicBezTo>
                    <a:pt x="4235" y="3511"/>
                    <a:pt x="4164" y="3796"/>
                    <a:pt x="4093" y="4045"/>
                  </a:cubicBezTo>
                  <a:cubicBezTo>
                    <a:pt x="3844" y="3974"/>
                    <a:pt x="3595" y="3902"/>
                    <a:pt x="3310" y="3867"/>
                  </a:cubicBezTo>
                  <a:lnTo>
                    <a:pt x="3310" y="3226"/>
                  </a:lnTo>
                  <a:close/>
                  <a:moveTo>
                    <a:pt x="5480" y="3226"/>
                  </a:moveTo>
                  <a:cubicBezTo>
                    <a:pt x="5445" y="3689"/>
                    <a:pt x="5267" y="4116"/>
                    <a:pt x="4982" y="4507"/>
                  </a:cubicBezTo>
                  <a:cubicBezTo>
                    <a:pt x="4875" y="4436"/>
                    <a:pt x="4733" y="4329"/>
                    <a:pt x="4591" y="4258"/>
                  </a:cubicBezTo>
                  <a:cubicBezTo>
                    <a:pt x="4733" y="3938"/>
                    <a:pt x="4804" y="3582"/>
                    <a:pt x="4804" y="3226"/>
                  </a:cubicBezTo>
                  <a:close/>
                  <a:moveTo>
                    <a:pt x="1709" y="4792"/>
                  </a:moveTo>
                  <a:cubicBezTo>
                    <a:pt x="1780" y="4934"/>
                    <a:pt x="1887" y="5112"/>
                    <a:pt x="2029" y="5254"/>
                  </a:cubicBezTo>
                  <a:cubicBezTo>
                    <a:pt x="1816" y="5183"/>
                    <a:pt x="1638" y="5077"/>
                    <a:pt x="1460" y="4934"/>
                  </a:cubicBezTo>
                  <a:cubicBezTo>
                    <a:pt x="1531" y="4863"/>
                    <a:pt x="1638" y="4827"/>
                    <a:pt x="1709" y="4792"/>
                  </a:cubicBezTo>
                  <a:close/>
                  <a:moveTo>
                    <a:pt x="2776" y="4436"/>
                  </a:moveTo>
                  <a:lnTo>
                    <a:pt x="2776" y="5254"/>
                  </a:lnTo>
                  <a:cubicBezTo>
                    <a:pt x="2527" y="5041"/>
                    <a:pt x="2349" y="4827"/>
                    <a:pt x="2207" y="4543"/>
                  </a:cubicBezTo>
                  <a:cubicBezTo>
                    <a:pt x="2385" y="4507"/>
                    <a:pt x="2563" y="4472"/>
                    <a:pt x="2776" y="4436"/>
                  </a:cubicBezTo>
                  <a:close/>
                  <a:moveTo>
                    <a:pt x="3310" y="4436"/>
                  </a:moveTo>
                  <a:cubicBezTo>
                    <a:pt x="3488" y="4472"/>
                    <a:pt x="3701" y="4507"/>
                    <a:pt x="3879" y="4543"/>
                  </a:cubicBezTo>
                  <a:cubicBezTo>
                    <a:pt x="3737" y="4827"/>
                    <a:pt x="3523" y="5041"/>
                    <a:pt x="3310" y="5254"/>
                  </a:cubicBezTo>
                  <a:lnTo>
                    <a:pt x="3310" y="4436"/>
                  </a:lnTo>
                  <a:close/>
                  <a:moveTo>
                    <a:pt x="4377" y="4756"/>
                  </a:moveTo>
                  <a:cubicBezTo>
                    <a:pt x="4448" y="4827"/>
                    <a:pt x="4520" y="4863"/>
                    <a:pt x="4591" y="4899"/>
                  </a:cubicBezTo>
                  <a:cubicBezTo>
                    <a:pt x="4448" y="5041"/>
                    <a:pt x="4306" y="5112"/>
                    <a:pt x="4164" y="5183"/>
                  </a:cubicBezTo>
                  <a:lnTo>
                    <a:pt x="4164" y="5219"/>
                  </a:lnTo>
                  <a:lnTo>
                    <a:pt x="4057" y="5254"/>
                  </a:lnTo>
                  <a:cubicBezTo>
                    <a:pt x="4164" y="5112"/>
                    <a:pt x="4271" y="4934"/>
                    <a:pt x="4377" y="4756"/>
                  </a:cubicBezTo>
                  <a:close/>
                  <a:moveTo>
                    <a:pt x="3034" y="0"/>
                  </a:moveTo>
                  <a:cubicBezTo>
                    <a:pt x="1827" y="0"/>
                    <a:pt x="630" y="698"/>
                    <a:pt x="179" y="2052"/>
                  </a:cubicBezTo>
                  <a:cubicBezTo>
                    <a:pt x="72" y="2372"/>
                    <a:pt x="1" y="2693"/>
                    <a:pt x="1" y="3013"/>
                  </a:cubicBezTo>
                  <a:cubicBezTo>
                    <a:pt x="1" y="3155"/>
                    <a:pt x="36" y="3333"/>
                    <a:pt x="36" y="3475"/>
                  </a:cubicBezTo>
                  <a:cubicBezTo>
                    <a:pt x="72" y="3618"/>
                    <a:pt x="214" y="3724"/>
                    <a:pt x="357" y="3724"/>
                  </a:cubicBezTo>
                  <a:cubicBezTo>
                    <a:pt x="499" y="3689"/>
                    <a:pt x="606" y="3547"/>
                    <a:pt x="606" y="3404"/>
                  </a:cubicBezTo>
                  <a:lnTo>
                    <a:pt x="606" y="3226"/>
                  </a:lnTo>
                  <a:lnTo>
                    <a:pt x="1246" y="3226"/>
                  </a:lnTo>
                  <a:cubicBezTo>
                    <a:pt x="1282" y="3582"/>
                    <a:pt x="1353" y="3938"/>
                    <a:pt x="1460" y="4258"/>
                  </a:cubicBezTo>
                  <a:cubicBezTo>
                    <a:pt x="1317" y="4329"/>
                    <a:pt x="1175" y="4436"/>
                    <a:pt x="1068" y="4507"/>
                  </a:cubicBezTo>
                  <a:cubicBezTo>
                    <a:pt x="997" y="4436"/>
                    <a:pt x="926" y="4365"/>
                    <a:pt x="890" y="4258"/>
                  </a:cubicBezTo>
                  <a:cubicBezTo>
                    <a:pt x="835" y="4147"/>
                    <a:pt x="745" y="4102"/>
                    <a:pt x="655" y="4102"/>
                  </a:cubicBezTo>
                  <a:cubicBezTo>
                    <a:pt x="456" y="4102"/>
                    <a:pt x="256" y="4322"/>
                    <a:pt x="428" y="4543"/>
                  </a:cubicBezTo>
                  <a:cubicBezTo>
                    <a:pt x="968" y="5574"/>
                    <a:pt x="1998" y="6147"/>
                    <a:pt x="3076" y="6147"/>
                  </a:cubicBezTo>
                  <a:cubicBezTo>
                    <a:pt x="3561" y="6147"/>
                    <a:pt x="4056" y="6031"/>
                    <a:pt x="4520" y="5788"/>
                  </a:cubicBezTo>
                  <a:cubicBezTo>
                    <a:pt x="5978" y="5005"/>
                    <a:pt x="6548" y="3155"/>
                    <a:pt x="5765" y="1696"/>
                  </a:cubicBezTo>
                  <a:cubicBezTo>
                    <a:pt x="5195" y="556"/>
                    <a:pt x="4110" y="0"/>
                    <a:pt x="30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348;p97"/>
            <p:cNvSpPr/>
            <p:nvPr/>
          </p:nvSpPr>
          <p:spPr>
            <a:xfrm>
              <a:off x="3992913" y="4345800"/>
              <a:ext cx="257100" cy="262675"/>
            </a:xfrm>
            <a:custGeom>
              <a:avLst/>
              <a:gdLst/>
              <a:ahLst/>
              <a:cxnLst/>
              <a:rect l="l" t="t" r="r" b="b"/>
              <a:pathLst>
                <a:path w="10284" h="10507" extrusionOk="0">
                  <a:moveTo>
                    <a:pt x="1299" y="881"/>
                  </a:moveTo>
                  <a:cubicBezTo>
                    <a:pt x="1707" y="881"/>
                    <a:pt x="2100" y="1200"/>
                    <a:pt x="2100" y="1682"/>
                  </a:cubicBezTo>
                  <a:cubicBezTo>
                    <a:pt x="2100" y="2109"/>
                    <a:pt x="1744" y="2465"/>
                    <a:pt x="1317" y="2465"/>
                  </a:cubicBezTo>
                  <a:cubicBezTo>
                    <a:pt x="605" y="2465"/>
                    <a:pt x="249" y="1611"/>
                    <a:pt x="748" y="1113"/>
                  </a:cubicBezTo>
                  <a:cubicBezTo>
                    <a:pt x="908" y="953"/>
                    <a:pt x="1105" y="881"/>
                    <a:pt x="1299" y="881"/>
                  </a:cubicBezTo>
                  <a:close/>
                  <a:moveTo>
                    <a:pt x="3225" y="6047"/>
                  </a:moveTo>
                  <a:cubicBezTo>
                    <a:pt x="3421" y="6047"/>
                    <a:pt x="3618" y="6119"/>
                    <a:pt x="3772" y="6272"/>
                  </a:cubicBezTo>
                  <a:cubicBezTo>
                    <a:pt x="3914" y="6450"/>
                    <a:pt x="4021" y="6628"/>
                    <a:pt x="4021" y="6841"/>
                  </a:cubicBezTo>
                  <a:cubicBezTo>
                    <a:pt x="4021" y="7268"/>
                    <a:pt x="3665" y="7624"/>
                    <a:pt x="3238" y="7624"/>
                  </a:cubicBezTo>
                  <a:cubicBezTo>
                    <a:pt x="2669" y="7624"/>
                    <a:pt x="2278" y="7055"/>
                    <a:pt x="2491" y="6521"/>
                  </a:cubicBezTo>
                  <a:cubicBezTo>
                    <a:pt x="2621" y="6219"/>
                    <a:pt x="2921" y="6047"/>
                    <a:pt x="3225" y="6047"/>
                  </a:cubicBezTo>
                  <a:close/>
                  <a:moveTo>
                    <a:pt x="8362" y="8371"/>
                  </a:moveTo>
                  <a:cubicBezTo>
                    <a:pt x="8789" y="8371"/>
                    <a:pt x="9145" y="8727"/>
                    <a:pt x="9145" y="9154"/>
                  </a:cubicBezTo>
                  <a:cubicBezTo>
                    <a:pt x="9145" y="9637"/>
                    <a:pt x="8752" y="9956"/>
                    <a:pt x="8344" y="9956"/>
                  </a:cubicBezTo>
                  <a:cubicBezTo>
                    <a:pt x="8150" y="9956"/>
                    <a:pt x="7953" y="9884"/>
                    <a:pt x="7793" y="9724"/>
                  </a:cubicBezTo>
                  <a:cubicBezTo>
                    <a:pt x="7294" y="9225"/>
                    <a:pt x="7650" y="8371"/>
                    <a:pt x="8362" y="8371"/>
                  </a:cubicBezTo>
                  <a:close/>
                  <a:moveTo>
                    <a:pt x="4444" y="1"/>
                  </a:moveTo>
                  <a:cubicBezTo>
                    <a:pt x="4320" y="1"/>
                    <a:pt x="4193" y="70"/>
                    <a:pt x="4163" y="188"/>
                  </a:cubicBezTo>
                  <a:cubicBezTo>
                    <a:pt x="4021" y="579"/>
                    <a:pt x="3914" y="971"/>
                    <a:pt x="3914" y="1398"/>
                  </a:cubicBezTo>
                  <a:lnTo>
                    <a:pt x="2633" y="1398"/>
                  </a:lnTo>
                  <a:cubicBezTo>
                    <a:pt x="2487" y="680"/>
                    <a:pt x="1922" y="344"/>
                    <a:pt x="1353" y="344"/>
                  </a:cubicBezTo>
                  <a:cubicBezTo>
                    <a:pt x="679" y="344"/>
                    <a:pt x="0" y="815"/>
                    <a:pt x="0" y="1682"/>
                  </a:cubicBezTo>
                  <a:cubicBezTo>
                    <a:pt x="0" y="2527"/>
                    <a:pt x="674" y="2988"/>
                    <a:pt x="1344" y="2988"/>
                  </a:cubicBezTo>
                  <a:cubicBezTo>
                    <a:pt x="1916" y="2988"/>
                    <a:pt x="2486" y="2652"/>
                    <a:pt x="2633" y="1931"/>
                  </a:cubicBezTo>
                  <a:lnTo>
                    <a:pt x="3879" y="1931"/>
                  </a:lnTo>
                  <a:cubicBezTo>
                    <a:pt x="3914" y="2963"/>
                    <a:pt x="4306" y="3924"/>
                    <a:pt x="4982" y="4671"/>
                  </a:cubicBezTo>
                  <a:lnTo>
                    <a:pt x="3950" y="5703"/>
                  </a:lnTo>
                  <a:cubicBezTo>
                    <a:pt x="3723" y="5555"/>
                    <a:pt x="3477" y="5488"/>
                    <a:pt x="3237" y="5488"/>
                  </a:cubicBezTo>
                  <a:cubicBezTo>
                    <a:pt x="2498" y="5488"/>
                    <a:pt x="1814" y="6124"/>
                    <a:pt x="1922" y="6984"/>
                  </a:cubicBezTo>
                  <a:cubicBezTo>
                    <a:pt x="1992" y="7709"/>
                    <a:pt x="2600" y="8173"/>
                    <a:pt x="3231" y="8173"/>
                  </a:cubicBezTo>
                  <a:cubicBezTo>
                    <a:pt x="3560" y="8173"/>
                    <a:pt x="3895" y="8047"/>
                    <a:pt x="4163" y="7767"/>
                  </a:cubicBezTo>
                  <a:cubicBezTo>
                    <a:pt x="4412" y="7518"/>
                    <a:pt x="4555" y="7197"/>
                    <a:pt x="4555" y="6841"/>
                  </a:cubicBezTo>
                  <a:cubicBezTo>
                    <a:pt x="4555" y="6557"/>
                    <a:pt x="4484" y="6308"/>
                    <a:pt x="4341" y="6094"/>
                  </a:cubicBezTo>
                  <a:lnTo>
                    <a:pt x="5373" y="5062"/>
                  </a:lnTo>
                  <a:cubicBezTo>
                    <a:pt x="6120" y="5738"/>
                    <a:pt x="7081" y="6130"/>
                    <a:pt x="8077" y="6165"/>
                  </a:cubicBezTo>
                  <a:lnTo>
                    <a:pt x="8077" y="7873"/>
                  </a:lnTo>
                  <a:cubicBezTo>
                    <a:pt x="6512" y="8194"/>
                    <a:pt x="6761" y="10506"/>
                    <a:pt x="8362" y="10506"/>
                  </a:cubicBezTo>
                  <a:cubicBezTo>
                    <a:pt x="9963" y="10506"/>
                    <a:pt x="10212" y="8194"/>
                    <a:pt x="8646" y="7873"/>
                  </a:cubicBezTo>
                  <a:lnTo>
                    <a:pt x="8646" y="6165"/>
                  </a:lnTo>
                  <a:cubicBezTo>
                    <a:pt x="9109" y="6130"/>
                    <a:pt x="9607" y="6023"/>
                    <a:pt x="10070" y="5845"/>
                  </a:cubicBezTo>
                  <a:cubicBezTo>
                    <a:pt x="10212" y="5774"/>
                    <a:pt x="10283" y="5632"/>
                    <a:pt x="10212" y="5489"/>
                  </a:cubicBezTo>
                  <a:cubicBezTo>
                    <a:pt x="10160" y="5385"/>
                    <a:pt x="10070" y="5319"/>
                    <a:pt x="9969" y="5319"/>
                  </a:cubicBezTo>
                  <a:cubicBezTo>
                    <a:pt x="9932" y="5319"/>
                    <a:pt x="9894" y="5328"/>
                    <a:pt x="9856" y="5347"/>
                  </a:cubicBezTo>
                  <a:cubicBezTo>
                    <a:pt x="9364" y="5541"/>
                    <a:pt x="8868" y="5631"/>
                    <a:pt x="8387" y="5631"/>
                  </a:cubicBezTo>
                  <a:cubicBezTo>
                    <a:pt x="6046" y="5631"/>
                    <a:pt x="4047" y="3514"/>
                    <a:pt x="4519" y="1006"/>
                  </a:cubicBezTo>
                  <a:cubicBezTo>
                    <a:pt x="4555" y="793"/>
                    <a:pt x="4590" y="579"/>
                    <a:pt x="4661" y="366"/>
                  </a:cubicBezTo>
                  <a:cubicBezTo>
                    <a:pt x="4733" y="223"/>
                    <a:pt x="4661" y="81"/>
                    <a:pt x="4519" y="10"/>
                  </a:cubicBezTo>
                  <a:cubicBezTo>
                    <a:pt x="4495" y="4"/>
                    <a:pt x="4469" y="1"/>
                    <a:pt x="44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" name="Google Shape;2349;p97"/>
          <p:cNvGrpSpPr/>
          <p:nvPr/>
        </p:nvGrpSpPr>
        <p:grpSpPr>
          <a:xfrm>
            <a:off x="4191352" y="998136"/>
            <a:ext cx="391425" cy="438600"/>
            <a:chOff x="3287513" y="1386625"/>
            <a:chExt cx="391425" cy="438600"/>
          </a:xfrm>
        </p:grpSpPr>
        <p:sp>
          <p:nvSpPr>
            <p:cNvPr id="37" name="Google Shape;2350;p97"/>
            <p:cNvSpPr/>
            <p:nvPr/>
          </p:nvSpPr>
          <p:spPr>
            <a:xfrm>
              <a:off x="3288413" y="1386625"/>
              <a:ext cx="390525" cy="243525"/>
            </a:xfrm>
            <a:custGeom>
              <a:avLst/>
              <a:gdLst/>
              <a:ahLst/>
              <a:cxnLst/>
              <a:rect l="l" t="t" r="r" b="b"/>
              <a:pathLst>
                <a:path w="15621" h="9741" extrusionOk="0">
                  <a:moveTo>
                    <a:pt x="712" y="0"/>
                  </a:moveTo>
                  <a:cubicBezTo>
                    <a:pt x="320" y="0"/>
                    <a:pt x="0" y="320"/>
                    <a:pt x="0" y="712"/>
                  </a:cubicBezTo>
                  <a:lnTo>
                    <a:pt x="0" y="9500"/>
                  </a:lnTo>
                  <a:cubicBezTo>
                    <a:pt x="0" y="9660"/>
                    <a:pt x="125" y="9740"/>
                    <a:pt x="254" y="9740"/>
                  </a:cubicBezTo>
                  <a:cubicBezTo>
                    <a:pt x="383" y="9740"/>
                    <a:pt x="516" y="9660"/>
                    <a:pt x="534" y="9500"/>
                  </a:cubicBezTo>
                  <a:lnTo>
                    <a:pt x="534" y="712"/>
                  </a:lnTo>
                  <a:cubicBezTo>
                    <a:pt x="498" y="605"/>
                    <a:pt x="605" y="534"/>
                    <a:pt x="712" y="534"/>
                  </a:cubicBezTo>
                  <a:lnTo>
                    <a:pt x="14944" y="534"/>
                  </a:lnTo>
                  <a:cubicBezTo>
                    <a:pt x="15015" y="534"/>
                    <a:pt x="15122" y="605"/>
                    <a:pt x="15122" y="712"/>
                  </a:cubicBezTo>
                  <a:lnTo>
                    <a:pt x="15122" y="5800"/>
                  </a:lnTo>
                  <a:cubicBezTo>
                    <a:pt x="15104" y="5978"/>
                    <a:pt x="15229" y="6067"/>
                    <a:pt x="15358" y="6067"/>
                  </a:cubicBezTo>
                  <a:cubicBezTo>
                    <a:pt x="15487" y="6067"/>
                    <a:pt x="15620" y="5978"/>
                    <a:pt x="15620" y="5800"/>
                  </a:cubicBezTo>
                  <a:lnTo>
                    <a:pt x="15620" y="712"/>
                  </a:lnTo>
                  <a:cubicBezTo>
                    <a:pt x="15620" y="320"/>
                    <a:pt x="15300" y="0"/>
                    <a:pt x="149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351;p97"/>
            <p:cNvSpPr/>
            <p:nvPr/>
          </p:nvSpPr>
          <p:spPr>
            <a:xfrm>
              <a:off x="3287513" y="1551175"/>
              <a:ext cx="391425" cy="274050"/>
            </a:xfrm>
            <a:custGeom>
              <a:avLst/>
              <a:gdLst/>
              <a:ahLst/>
              <a:cxnLst/>
              <a:rect l="l" t="t" r="r" b="b"/>
              <a:pathLst>
                <a:path w="15657" h="10962" extrusionOk="0">
                  <a:moveTo>
                    <a:pt x="15372" y="0"/>
                  </a:moveTo>
                  <a:cubicBezTo>
                    <a:pt x="15378" y="0"/>
                    <a:pt x="15383" y="1"/>
                    <a:pt x="15389" y="1"/>
                  </a:cubicBezTo>
                  <a:lnTo>
                    <a:pt x="15389" y="1"/>
                  </a:lnTo>
                  <a:cubicBezTo>
                    <a:pt x="15395" y="1"/>
                    <a:pt x="15401" y="0"/>
                    <a:pt x="15407" y="0"/>
                  </a:cubicBezTo>
                  <a:close/>
                  <a:moveTo>
                    <a:pt x="12739" y="1317"/>
                  </a:moveTo>
                  <a:cubicBezTo>
                    <a:pt x="12845" y="1317"/>
                    <a:pt x="12881" y="1388"/>
                    <a:pt x="12881" y="1459"/>
                  </a:cubicBezTo>
                  <a:lnTo>
                    <a:pt x="12881" y="3416"/>
                  </a:lnTo>
                  <a:cubicBezTo>
                    <a:pt x="12881" y="3523"/>
                    <a:pt x="12845" y="3594"/>
                    <a:pt x="12739" y="3594"/>
                  </a:cubicBezTo>
                  <a:lnTo>
                    <a:pt x="12703" y="3594"/>
                  </a:lnTo>
                  <a:lnTo>
                    <a:pt x="12703" y="2776"/>
                  </a:lnTo>
                  <a:cubicBezTo>
                    <a:pt x="12703" y="2235"/>
                    <a:pt x="12244" y="1847"/>
                    <a:pt x="11761" y="1847"/>
                  </a:cubicBezTo>
                  <a:cubicBezTo>
                    <a:pt x="11545" y="1847"/>
                    <a:pt x="11324" y="1924"/>
                    <a:pt x="11138" y="2100"/>
                  </a:cubicBezTo>
                  <a:cubicBezTo>
                    <a:pt x="10960" y="2278"/>
                    <a:pt x="10853" y="2527"/>
                    <a:pt x="10853" y="2776"/>
                  </a:cubicBezTo>
                  <a:lnTo>
                    <a:pt x="10853" y="3594"/>
                  </a:lnTo>
                  <a:lnTo>
                    <a:pt x="10782" y="3594"/>
                  </a:lnTo>
                  <a:cubicBezTo>
                    <a:pt x="10711" y="3594"/>
                    <a:pt x="10639" y="3523"/>
                    <a:pt x="10639" y="3416"/>
                  </a:cubicBezTo>
                  <a:lnTo>
                    <a:pt x="10639" y="1459"/>
                  </a:lnTo>
                  <a:cubicBezTo>
                    <a:pt x="10639" y="1388"/>
                    <a:pt x="10711" y="1317"/>
                    <a:pt x="10782" y="1317"/>
                  </a:cubicBezTo>
                  <a:close/>
                  <a:moveTo>
                    <a:pt x="11795" y="2411"/>
                  </a:moveTo>
                  <a:cubicBezTo>
                    <a:pt x="11986" y="2411"/>
                    <a:pt x="12158" y="2570"/>
                    <a:pt x="12134" y="2811"/>
                  </a:cubicBezTo>
                  <a:lnTo>
                    <a:pt x="12134" y="5622"/>
                  </a:lnTo>
                  <a:cubicBezTo>
                    <a:pt x="12134" y="5800"/>
                    <a:pt x="12276" y="5907"/>
                    <a:pt x="12418" y="5907"/>
                  </a:cubicBezTo>
                  <a:lnTo>
                    <a:pt x="14411" y="5907"/>
                  </a:lnTo>
                  <a:cubicBezTo>
                    <a:pt x="14553" y="5907"/>
                    <a:pt x="14696" y="6049"/>
                    <a:pt x="14696" y="6227"/>
                  </a:cubicBezTo>
                  <a:lnTo>
                    <a:pt x="14696" y="8504"/>
                  </a:lnTo>
                  <a:cubicBezTo>
                    <a:pt x="14696" y="8682"/>
                    <a:pt x="14553" y="8824"/>
                    <a:pt x="14411" y="8824"/>
                  </a:cubicBezTo>
                  <a:lnTo>
                    <a:pt x="11742" y="8824"/>
                  </a:lnTo>
                  <a:cubicBezTo>
                    <a:pt x="11564" y="8824"/>
                    <a:pt x="11422" y="8682"/>
                    <a:pt x="11422" y="8504"/>
                  </a:cubicBezTo>
                  <a:lnTo>
                    <a:pt x="11422" y="7971"/>
                  </a:lnTo>
                  <a:cubicBezTo>
                    <a:pt x="11422" y="7864"/>
                    <a:pt x="11351" y="7721"/>
                    <a:pt x="11244" y="7650"/>
                  </a:cubicBezTo>
                  <a:lnTo>
                    <a:pt x="9892" y="6512"/>
                  </a:lnTo>
                  <a:cubicBezTo>
                    <a:pt x="9785" y="6441"/>
                    <a:pt x="9750" y="6369"/>
                    <a:pt x="9750" y="6263"/>
                  </a:cubicBezTo>
                  <a:cubicBezTo>
                    <a:pt x="9714" y="6049"/>
                    <a:pt x="9892" y="5871"/>
                    <a:pt x="10106" y="5871"/>
                  </a:cubicBezTo>
                  <a:cubicBezTo>
                    <a:pt x="10177" y="5871"/>
                    <a:pt x="10284" y="5907"/>
                    <a:pt x="10319" y="5942"/>
                  </a:cubicBezTo>
                  <a:lnTo>
                    <a:pt x="10675" y="6227"/>
                  </a:lnTo>
                  <a:cubicBezTo>
                    <a:pt x="10753" y="6286"/>
                    <a:pt x="10842" y="6312"/>
                    <a:pt x="10930" y="6312"/>
                  </a:cubicBezTo>
                  <a:cubicBezTo>
                    <a:pt x="11002" y="6312"/>
                    <a:pt x="11074" y="6295"/>
                    <a:pt x="11138" y="6263"/>
                  </a:cubicBezTo>
                  <a:cubicBezTo>
                    <a:pt x="11315" y="6191"/>
                    <a:pt x="11422" y="6014"/>
                    <a:pt x="11387" y="5836"/>
                  </a:cubicBezTo>
                  <a:lnTo>
                    <a:pt x="11387" y="2776"/>
                  </a:lnTo>
                  <a:cubicBezTo>
                    <a:pt x="11387" y="2669"/>
                    <a:pt x="11458" y="2598"/>
                    <a:pt x="11529" y="2527"/>
                  </a:cubicBezTo>
                  <a:cubicBezTo>
                    <a:pt x="11609" y="2446"/>
                    <a:pt x="11704" y="2411"/>
                    <a:pt x="11795" y="2411"/>
                  </a:cubicBezTo>
                  <a:close/>
                  <a:moveTo>
                    <a:pt x="14411" y="9394"/>
                  </a:moveTo>
                  <a:cubicBezTo>
                    <a:pt x="14482" y="9394"/>
                    <a:pt x="14553" y="9465"/>
                    <a:pt x="14553" y="9536"/>
                  </a:cubicBezTo>
                  <a:lnTo>
                    <a:pt x="14553" y="10354"/>
                  </a:lnTo>
                  <a:cubicBezTo>
                    <a:pt x="14553" y="10426"/>
                    <a:pt x="14518" y="10461"/>
                    <a:pt x="14482" y="10461"/>
                  </a:cubicBezTo>
                  <a:lnTo>
                    <a:pt x="11529" y="10461"/>
                  </a:lnTo>
                  <a:cubicBezTo>
                    <a:pt x="11493" y="10461"/>
                    <a:pt x="11458" y="10426"/>
                    <a:pt x="11458" y="10354"/>
                  </a:cubicBezTo>
                  <a:lnTo>
                    <a:pt x="11458" y="9536"/>
                  </a:lnTo>
                  <a:cubicBezTo>
                    <a:pt x="11458" y="9465"/>
                    <a:pt x="11529" y="9394"/>
                    <a:pt x="11600" y="9394"/>
                  </a:cubicBezTo>
                  <a:close/>
                  <a:moveTo>
                    <a:pt x="15389" y="1"/>
                  </a:moveTo>
                  <a:cubicBezTo>
                    <a:pt x="15253" y="9"/>
                    <a:pt x="15124" y="113"/>
                    <a:pt x="15158" y="249"/>
                  </a:cubicBezTo>
                  <a:lnTo>
                    <a:pt x="15158" y="4306"/>
                  </a:lnTo>
                  <a:cubicBezTo>
                    <a:pt x="15158" y="4412"/>
                    <a:pt x="15051" y="4484"/>
                    <a:pt x="14980" y="4484"/>
                  </a:cubicBezTo>
                  <a:lnTo>
                    <a:pt x="12703" y="4484"/>
                  </a:lnTo>
                  <a:lnTo>
                    <a:pt x="12703" y="4092"/>
                  </a:lnTo>
                  <a:lnTo>
                    <a:pt x="12739" y="4092"/>
                  </a:lnTo>
                  <a:cubicBezTo>
                    <a:pt x="13130" y="4092"/>
                    <a:pt x="13415" y="3808"/>
                    <a:pt x="13415" y="3416"/>
                  </a:cubicBezTo>
                  <a:lnTo>
                    <a:pt x="13415" y="1459"/>
                  </a:lnTo>
                  <a:cubicBezTo>
                    <a:pt x="13415" y="1103"/>
                    <a:pt x="13130" y="783"/>
                    <a:pt x="12739" y="783"/>
                  </a:cubicBezTo>
                  <a:lnTo>
                    <a:pt x="10782" y="783"/>
                  </a:lnTo>
                  <a:cubicBezTo>
                    <a:pt x="10426" y="783"/>
                    <a:pt x="10106" y="1103"/>
                    <a:pt x="10106" y="1459"/>
                  </a:cubicBezTo>
                  <a:lnTo>
                    <a:pt x="10106" y="3416"/>
                  </a:lnTo>
                  <a:cubicBezTo>
                    <a:pt x="10106" y="3808"/>
                    <a:pt x="10426" y="4092"/>
                    <a:pt x="10782" y="4092"/>
                  </a:cubicBezTo>
                  <a:lnTo>
                    <a:pt x="10853" y="4092"/>
                  </a:lnTo>
                  <a:lnTo>
                    <a:pt x="10853" y="4484"/>
                  </a:lnTo>
                  <a:lnTo>
                    <a:pt x="712" y="4484"/>
                  </a:lnTo>
                  <a:cubicBezTo>
                    <a:pt x="606" y="4484"/>
                    <a:pt x="534" y="4412"/>
                    <a:pt x="534" y="4306"/>
                  </a:cubicBezTo>
                  <a:lnTo>
                    <a:pt x="534" y="3914"/>
                  </a:lnTo>
                  <a:cubicBezTo>
                    <a:pt x="534" y="3754"/>
                    <a:pt x="410" y="3674"/>
                    <a:pt x="285" y="3674"/>
                  </a:cubicBezTo>
                  <a:cubicBezTo>
                    <a:pt x="161" y="3674"/>
                    <a:pt x="36" y="3754"/>
                    <a:pt x="36" y="3914"/>
                  </a:cubicBezTo>
                  <a:lnTo>
                    <a:pt x="36" y="4306"/>
                  </a:lnTo>
                  <a:cubicBezTo>
                    <a:pt x="1" y="4697"/>
                    <a:pt x="321" y="4982"/>
                    <a:pt x="712" y="4982"/>
                  </a:cubicBezTo>
                  <a:lnTo>
                    <a:pt x="10853" y="4982"/>
                  </a:lnTo>
                  <a:lnTo>
                    <a:pt x="10853" y="5622"/>
                  </a:lnTo>
                  <a:lnTo>
                    <a:pt x="10675" y="5515"/>
                  </a:lnTo>
                  <a:cubicBezTo>
                    <a:pt x="10475" y="5346"/>
                    <a:pt x="10267" y="5274"/>
                    <a:pt x="10070" y="5274"/>
                  </a:cubicBezTo>
                  <a:cubicBezTo>
                    <a:pt x="9320" y="5274"/>
                    <a:pt x="8747" y="6318"/>
                    <a:pt x="9536" y="6939"/>
                  </a:cubicBezTo>
                  <a:lnTo>
                    <a:pt x="10853" y="8006"/>
                  </a:lnTo>
                  <a:cubicBezTo>
                    <a:pt x="10888" y="8362"/>
                    <a:pt x="10782" y="8718"/>
                    <a:pt x="11066" y="9074"/>
                  </a:cubicBezTo>
                  <a:cubicBezTo>
                    <a:pt x="10960" y="9216"/>
                    <a:pt x="10924" y="9358"/>
                    <a:pt x="10924" y="9500"/>
                  </a:cubicBezTo>
                  <a:lnTo>
                    <a:pt x="10924" y="10319"/>
                  </a:lnTo>
                  <a:cubicBezTo>
                    <a:pt x="10924" y="10656"/>
                    <a:pt x="11180" y="10962"/>
                    <a:pt x="11510" y="10962"/>
                  </a:cubicBezTo>
                  <a:cubicBezTo>
                    <a:pt x="11528" y="10962"/>
                    <a:pt x="11546" y="10961"/>
                    <a:pt x="11564" y="10959"/>
                  </a:cubicBezTo>
                  <a:lnTo>
                    <a:pt x="14482" y="10959"/>
                  </a:lnTo>
                  <a:cubicBezTo>
                    <a:pt x="14500" y="10961"/>
                    <a:pt x="14518" y="10962"/>
                    <a:pt x="14536" y="10962"/>
                  </a:cubicBezTo>
                  <a:cubicBezTo>
                    <a:pt x="14870" y="10962"/>
                    <a:pt x="15158" y="10656"/>
                    <a:pt x="15158" y="10319"/>
                  </a:cubicBezTo>
                  <a:lnTo>
                    <a:pt x="15158" y="9536"/>
                  </a:lnTo>
                  <a:cubicBezTo>
                    <a:pt x="15123" y="9394"/>
                    <a:pt x="15087" y="9251"/>
                    <a:pt x="15016" y="9145"/>
                  </a:cubicBezTo>
                  <a:cubicBezTo>
                    <a:pt x="15194" y="8967"/>
                    <a:pt x="15265" y="8753"/>
                    <a:pt x="15265" y="8540"/>
                  </a:cubicBezTo>
                  <a:lnTo>
                    <a:pt x="15265" y="6227"/>
                  </a:lnTo>
                  <a:cubicBezTo>
                    <a:pt x="15265" y="5765"/>
                    <a:pt x="14873" y="5373"/>
                    <a:pt x="14411" y="5373"/>
                  </a:cubicBezTo>
                  <a:lnTo>
                    <a:pt x="12703" y="5373"/>
                  </a:lnTo>
                  <a:lnTo>
                    <a:pt x="12703" y="5017"/>
                  </a:lnTo>
                  <a:lnTo>
                    <a:pt x="14980" y="5017"/>
                  </a:lnTo>
                  <a:cubicBezTo>
                    <a:pt x="15372" y="4982"/>
                    <a:pt x="15656" y="4662"/>
                    <a:pt x="15656" y="4306"/>
                  </a:cubicBezTo>
                  <a:lnTo>
                    <a:pt x="15656" y="249"/>
                  </a:lnTo>
                  <a:cubicBezTo>
                    <a:pt x="15656" y="113"/>
                    <a:pt x="15526" y="9"/>
                    <a:pt x="15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352;p97"/>
            <p:cNvSpPr/>
            <p:nvPr/>
          </p:nvSpPr>
          <p:spPr>
            <a:xfrm>
              <a:off x="3318663" y="1574300"/>
              <a:ext cx="33825" cy="33825"/>
            </a:xfrm>
            <a:custGeom>
              <a:avLst/>
              <a:gdLst/>
              <a:ahLst/>
              <a:cxnLst/>
              <a:rect l="l" t="t" r="r" b="b"/>
              <a:pathLst>
                <a:path w="1353" h="1353" extrusionOk="0">
                  <a:moveTo>
                    <a:pt x="818" y="499"/>
                  </a:moveTo>
                  <a:lnTo>
                    <a:pt x="818" y="819"/>
                  </a:lnTo>
                  <a:lnTo>
                    <a:pt x="498" y="819"/>
                  </a:lnTo>
                  <a:lnTo>
                    <a:pt x="498" y="499"/>
                  </a:lnTo>
                  <a:close/>
                  <a:moveTo>
                    <a:pt x="498" y="1"/>
                  </a:moveTo>
                  <a:cubicBezTo>
                    <a:pt x="214" y="1"/>
                    <a:pt x="0" y="214"/>
                    <a:pt x="0" y="499"/>
                  </a:cubicBezTo>
                  <a:lnTo>
                    <a:pt x="0" y="854"/>
                  </a:lnTo>
                  <a:cubicBezTo>
                    <a:pt x="0" y="1139"/>
                    <a:pt x="214" y="1353"/>
                    <a:pt x="498" y="1353"/>
                  </a:cubicBezTo>
                  <a:lnTo>
                    <a:pt x="854" y="1353"/>
                  </a:lnTo>
                  <a:cubicBezTo>
                    <a:pt x="1139" y="1353"/>
                    <a:pt x="1352" y="1139"/>
                    <a:pt x="1352" y="854"/>
                  </a:cubicBezTo>
                  <a:lnTo>
                    <a:pt x="1352" y="499"/>
                  </a:lnTo>
                  <a:cubicBezTo>
                    <a:pt x="1352" y="214"/>
                    <a:pt x="1139" y="1"/>
                    <a:pt x="8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353;p97"/>
            <p:cNvSpPr/>
            <p:nvPr/>
          </p:nvSpPr>
          <p:spPr>
            <a:xfrm>
              <a:off x="3365788" y="1574300"/>
              <a:ext cx="33825" cy="33825"/>
            </a:xfrm>
            <a:custGeom>
              <a:avLst/>
              <a:gdLst/>
              <a:ahLst/>
              <a:cxnLst/>
              <a:rect l="l" t="t" r="r" b="b"/>
              <a:pathLst>
                <a:path w="1353" h="1353" extrusionOk="0">
                  <a:moveTo>
                    <a:pt x="819" y="499"/>
                  </a:moveTo>
                  <a:lnTo>
                    <a:pt x="855" y="819"/>
                  </a:lnTo>
                  <a:lnTo>
                    <a:pt x="499" y="819"/>
                  </a:lnTo>
                  <a:lnTo>
                    <a:pt x="499" y="499"/>
                  </a:lnTo>
                  <a:close/>
                  <a:moveTo>
                    <a:pt x="499" y="1"/>
                  </a:moveTo>
                  <a:cubicBezTo>
                    <a:pt x="214" y="1"/>
                    <a:pt x="1" y="214"/>
                    <a:pt x="1" y="499"/>
                  </a:cubicBezTo>
                  <a:lnTo>
                    <a:pt x="1" y="854"/>
                  </a:lnTo>
                  <a:cubicBezTo>
                    <a:pt x="1" y="1139"/>
                    <a:pt x="214" y="1353"/>
                    <a:pt x="499" y="1353"/>
                  </a:cubicBezTo>
                  <a:lnTo>
                    <a:pt x="855" y="1353"/>
                  </a:lnTo>
                  <a:cubicBezTo>
                    <a:pt x="1139" y="1353"/>
                    <a:pt x="1353" y="1139"/>
                    <a:pt x="1353" y="854"/>
                  </a:cubicBezTo>
                  <a:lnTo>
                    <a:pt x="1353" y="499"/>
                  </a:lnTo>
                  <a:cubicBezTo>
                    <a:pt x="1353" y="214"/>
                    <a:pt x="1139" y="1"/>
                    <a:pt x="8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354;p97"/>
            <p:cNvSpPr/>
            <p:nvPr/>
          </p:nvSpPr>
          <p:spPr>
            <a:xfrm>
              <a:off x="3412938" y="1574300"/>
              <a:ext cx="33825" cy="33825"/>
            </a:xfrm>
            <a:custGeom>
              <a:avLst/>
              <a:gdLst/>
              <a:ahLst/>
              <a:cxnLst/>
              <a:rect l="l" t="t" r="r" b="b"/>
              <a:pathLst>
                <a:path w="1353" h="1353" extrusionOk="0">
                  <a:moveTo>
                    <a:pt x="855" y="534"/>
                  </a:moveTo>
                  <a:lnTo>
                    <a:pt x="855" y="854"/>
                  </a:lnTo>
                  <a:lnTo>
                    <a:pt x="499" y="854"/>
                  </a:lnTo>
                  <a:lnTo>
                    <a:pt x="499" y="534"/>
                  </a:lnTo>
                  <a:close/>
                  <a:moveTo>
                    <a:pt x="499" y="1"/>
                  </a:moveTo>
                  <a:cubicBezTo>
                    <a:pt x="214" y="1"/>
                    <a:pt x="1" y="214"/>
                    <a:pt x="1" y="499"/>
                  </a:cubicBezTo>
                  <a:lnTo>
                    <a:pt x="1" y="854"/>
                  </a:lnTo>
                  <a:cubicBezTo>
                    <a:pt x="1" y="1139"/>
                    <a:pt x="214" y="1353"/>
                    <a:pt x="499" y="1353"/>
                  </a:cubicBezTo>
                  <a:lnTo>
                    <a:pt x="855" y="1353"/>
                  </a:lnTo>
                  <a:cubicBezTo>
                    <a:pt x="1139" y="1353"/>
                    <a:pt x="1353" y="1139"/>
                    <a:pt x="1353" y="854"/>
                  </a:cubicBezTo>
                  <a:lnTo>
                    <a:pt x="1353" y="499"/>
                  </a:lnTo>
                  <a:cubicBezTo>
                    <a:pt x="1353" y="214"/>
                    <a:pt x="1139" y="1"/>
                    <a:pt x="8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355;p97"/>
            <p:cNvSpPr/>
            <p:nvPr/>
          </p:nvSpPr>
          <p:spPr>
            <a:xfrm>
              <a:off x="3460088" y="1574300"/>
              <a:ext cx="33825" cy="33825"/>
            </a:xfrm>
            <a:custGeom>
              <a:avLst/>
              <a:gdLst/>
              <a:ahLst/>
              <a:cxnLst/>
              <a:rect l="l" t="t" r="r" b="b"/>
              <a:pathLst>
                <a:path w="1353" h="1353" extrusionOk="0">
                  <a:moveTo>
                    <a:pt x="854" y="499"/>
                  </a:moveTo>
                  <a:lnTo>
                    <a:pt x="854" y="819"/>
                  </a:lnTo>
                  <a:lnTo>
                    <a:pt x="534" y="819"/>
                  </a:lnTo>
                  <a:lnTo>
                    <a:pt x="534" y="499"/>
                  </a:lnTo>
                  <a:close/>
                  <a:moveTo>
                    <a:pt x="499" y="1"/>
                  </a:moveTo>
                  <a:cubicBezTo>
                    <a:pt x="214" y="1"/>
                    <a:pt x="0" y="214"/>
                    <a:pt x="0" y="499"/>
                  </a:cubicBezTo>
                  <a:lnTo>
                    <a:pt x="0" y="854"/>
                  </a:lnTo>
                  <a:cubicBezTo>
                    <a:pt x="0" y="1139"/>
                    <a:pt x="214" y="1353"/>
                    <a:pt x="499" y="1353"/>
                  </a:cubicBezTo>
                  <a:lnTo>
                    <a:pt x="854" y="1353"/>
                  </a:lnTo>
                  <a:cubicBezTo>
                    <a:pt x="1139" y="1353"/>
                    <a:pt x="1352" y="1139"/>
                    <a:pt x="1352" y="854"/>
                  </a:cubicBezTo>
                  <a:lnTo>
                    <a:pt x="1352" y="499"/>
                  </a:lnTo>
                  <a:cubicBezTo>
                    <a:pt x="1352" y="214"/>
                    <a:pt x="1139" y="1"/>
                    <a:pt x="8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356;p97"/>
            <p:cNvSpPr/>
            <p:nvPr/>
          </p:nvSpPr>
          <p:spPr>
            <a:xfrm>
              <a:off x="3318663" y="1616100"/>
              <a:ext cx="33825" cy="33825"/>
            </a:xfrm>
            <a:custGeom>
              <a:avLst/>
              <a:gdLst/>
              <a:ahLst/>
              <a:cxnLst/>
              <a:rect l="l" t="t" r="r" b="b"/>
              <a:pathLst>
                <a:path w="1353" h="1353" extrusionOk="0">
                  <a:moveTo>
                    <a:pt x="818" y="499"/>
                  </a:moveTo>
                  <a:lnTo>
                    <a:pt x="818" y="819"/>
                  </a:lnTo>
                  <a:lnTo>
                    <a:pt x="498" y="819"/>
                  </a:lnTo>
                  <a:lnTo>
                    <a:pt x="498" y="499"/>
                  </a:lnTo>
                  <a:close/>
                  <a:moveTo>
                    <a:pt x="498" y="1"/>
                  </a:moveTo>
                  <a:cubicBezTo>
                    <a:pt x="214" y="1"/>
                    <a:pt x="0" y="214"/>
                    <a:pt x="0" y="499"/>
                  </a:cubicBezTo>
                  <a:lnTo>
                    <a:pt x="0" y="855"/>
                  </a:lnTo>
                  <a:cubicBezTo>
                    <a:pt x="0" y="1139"/>
                    <a:pt x="214" y="1353"/>
                    <a:pt x="498" y="1353"/>
                  </a:cubicBezTo>
                  <a:lnTo>
                    <a:pt x="854" y="1353"/>
                  </a:lnTo>
                  <a:cubicBezTo>
                    <a:pt x="1139" y="1353"/>
                    <a:pt x="1352" y="1139"/>
                    <a:pt x="1352" y="855"/>
                  </a:cubicBezTo>
                  <a:lnTo>
                    <a:pt x="1352" y="499"/>
                  </a:lnTo>
                  <a:cubicBezTo>
                    <a:pt x="1352" y="214"/>
                    <a:pt x="1139" y="1"/>
                    <a:pt x="8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357;p97"/>
            <p:cNvSpPr/>
            <p:nvPr/>
          </p:nvSpPr>
          <p:spPr>
            <a:xfrm>
              <a:off x="3365788" y="1616100"/>
              <a:ext cx="33825" cy="33825"/>
            </a:xfrm>
            <a:custGeom>
              <a:avLst/>
              <a:gdLst/>
              <a:ahLst/>
              <a:cxnLst/>
              <a:rect l="l" t="t" r="r" b="b"/>
              <a:pathLst>
                <a:path w="1353" h="1353" extrusionOk="0">
                  <a:moveTo>
                    <a:pt x="819" y="499"/>
                  </a:moveTo>
                  <a:lnTo>
                    <a:pt x="855" y="819"/>
                  </a:lnTo>
                  <a:lnTo>
                    <a:pt x="499" y="819"/>
                  </a:lnTo>
                  <a:lnTo>
                    <a:pt x="499" y="499"/>
                  </a:lnTo>
                  <a:close/>
                  <a:moveTo>
                    <a:pt x="499" y="1"/>
                  </a:moveTo>
                  <a:cubicBezTo>
                    <a:pt x="214" y="1"/>
                    <a:pt x="1" y="214"/>
                    <a:pt x="1" y="499"/>
                  </a:cubicBezTo>
                  <a:lnTo>
                    <a:pt x="1" y="855"/>
                  </a:lnTo>
                  <a:cubicBezTo>
                    <a:pt x="1" y="1139"/>
                    <a:pt x="214" y="1353"/>
                    <a:pt x="499" y="1353"/>
                  </a:cubicBezTo>
                  <a:lnTo>
                    <a:pt x="855" y="1353"/>
                  </a:lnTo>
                  <a:cubicBezTo>
                    <a:pt x="1139" y="1353"/>
                    <a:pt x="1353" y="1139"/>
                    <a:pt x="1353" y="855"/>
                  </a:cubicBezTo>
                  <a:lnTo>
                    <a:pt x="1353" y="499"/>
                  </a:lnTo>
                  <a:cubicBezTo>
                    <a:pt x="1353" y="214"/>
                    <a:pt x="1139" y="1"/>
                    <a:pt x="8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358;p97"/>
            <p:cNvSpPr/>
            <p:nvPr/>
          </p:nvSpPr>
          <p:spPr>
            <a:xfrm>
              <a:off x="3412938" y="1616100"/>
              <a:ext cx="33825" cy="33825"/>
            </a:xfrm>
            <a:custGeom>
              <a:avLst/>
              <a:gdLst/>
              <a:ahLst/>
              <a:cxnLst/>
              <a:rect l="l" t="t" r="r" b="b"/>
              <a:pathLst>
                <a:path w="1353" h="1353" extrusionOk="0">
                  <a:moveTo>
                    <a:pt x="855" y="499"/>
                  </a:moveTo>
                  <a:lnTo>
                    <a:pt x="855" y="819"/>
                  </a:lnTo>
                  <a:lnTo>
                    <a:pt x="534" y="819"/>
                  </a:lnTo>
                  <a:lnTo>
                    <a:pt x="534" y="499"/>
                  </a:lnTo>
                  <a:close/>
                  <a:moveTo>
                    <a:pt x="499" y="1"/>
                  </a:moveTo>
                  <a:cubicBezTo>
                    <a:pt x="214" y="1"/>
                    <a:pt x="1" y="214"/>
                    <a:pt x="1" y="499"/>
                  </a:cubicBezTo>
                  <a:lnTo>
                    <a:pt x="1" y="855"/>
                  </a:lnTo>
                  <a:cubicBezTo>
                    <a:pt x="1" y="1139"/>
                    <a:pt x="214" y="1353"/>
                    <a:pt x="499" y="1353"/>
                  </a:cubicBezTo>
                  <a:lnTo>
                    <a:pt x="855" y="1353"/>
                  </a:lnTo>
                  <a:cubicBezTo>
                    <a:pt x="1139" y="1353"/>
                    <a:pt x="1353" y="1139"/>
                    <a:pt x="1353" y="855"/>
                  </a:cubicBezTo>
                  <a:lnTo>
                    <a:pt x="1353" y="499"/>
                  </a:lnTo>
                  <a:cubicBezTo>
                    <a:pt x="1353" y="214"/>
                    <a:pt x="1139" y="1"/>
                    <a:pt x="8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359;p97"/>
            <p:cNvSpPr/>
            <p:nvPr/>
          </p:nvSpPr>
          <p:spPr>
            <a:xfrm>
              <a:off x="3460088" y="1616100"/>
              <a:ext cx="33825" cy="33825"/>
            </a:xfrm>
            <a:custGeom>
              <a:avLst/>
              <a:gdLst/>
              <a:ahLst/>
              <a:cxnLst/>
              <a:rect l="l" t="t" r="r" b="b"/>
              <a:pathLst>
                <a:path w="1353" h="1353" extrusionOk="0">
                  <a:moveTo>
                    <a:pt x="854" y="499"/>
                  </a:moveTo>
                  <a:lnTo>
                    <a:pt x="854" y="819"/>
                  </a:lnTo>
                  <a:lnTo>
                    <a:pt x="534" y="819"/>
                  </a:lnTo>
                  <a:lnTo>
                    <a:pt x="534" y="499"/>
                  </a:lnTo>
                  <a:close/>
                  <a:moveTo>
                    <a:pt x="499" y="1"/>
                  </a:moveTo>
                  <a:cubicBezTo>
                    <a:pt x="214" y="1"/>
                    <a:pt x="0" y="214"/>
                    <a:pt x="0" y="499"/>
                  </a:cubicBezTo>
                  <a:lnTo>
                    <a:pt x="0" y="855"/>
                  </a:lnTo>
                  <a:cubicBezTo>
                    <a:pt x="0" y="1139"/>
                    <a:pt x="214" y="1353"/>
                    <a:pt x="499" y="1353"/>
                  </a:cubicBezTo>
                  <a:lnTo>
                    <a:pt x="854" y="1353"/>
                  </a:lnTo>
                  <a:cubicBezTo>
                    <a:pt x="1139" y="1353"/>
                    <a:pt x="1352" y="1139"/>
                    <a:pt x="1352" y="855"/>
                  </a:cubicBezTo>
                  <a:lnTo>
                    <a:pt x="1352" y="499"/>
                  </a:lnTo>
                  <a:cubicBezTo>
                    <a:pt x="1352" y="214"/>
                    <a:pt x="1139" y="1"/>
                    <a:pt x="8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360;p97"/>
            <p:cNvSpPr/>
            <p:nvPr/>
          </p:nvSpPr>
          <p:spPr>
            <a:xfrm>
              <a:off x="3522363" y="1446200"/>
              <a:ext cx="118325" cy="12500"/>
            </a:xfrm>
            <a:custGeom>
              <a:avLst/>
              <a:gdLst/>
              <a:ahLst/>
              <a:cxnLst/>
              <a:rect l="l" t="t" r="r" b="b"/>
              <a:pathLst>
                <a:path w="4733" h="500" extrusionOk="0">
                  <a:moveTo>
                    <a:pt x="356" y="1"/>
                  </a:moveTo>
                  <a:cubicBezTo>
                    <a:pt x="0" y="1"/>
                    <a:pt x="0" y="499"/>
                    <a:pt x="356" y="499"/>
                  </a:cubicBezTo>
                  <a:lnTo>
                    <a:pt x="4412" y="499"/>
                  </a:lnTo>
                  <a:cubicBezTo>
                    <a:pt x="4732" y="499"/>
                    <a:pt x="4732" y="1"/>
                    <a:pt x="44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361;p97"/>
            <p:cNvSpPr/>
            <p:nvPr/>
          </p:nvSpPr>
          <p:spPr>
            <a:xfrm>
              <a:off x="3509013" y="1473750"/>
              <a:ext cx="145025" cy="12525"/>
            </a:xfrm>
            <a:custGeom>
              <a:avLst/>
              <a:gdLst/>
              <a:ahLst/>
              <a:cxnLst/>
              <a:rect l="l" t="t" r="r" b="b"/>
              <a:pathLst>
                <a:path w="5801" h="501" extrusionOk="0">
                  <a:moveTo>
                    <a:pt x="291" y="0"/>
                  </a:moveTo>
                  <a:cubicBezTo>
                    <a:pt x="1" y="0"/>
                    <a:pt x="11" y="500"/>
                    <a:pt x="321" y="500"/>
                  </a:cubicBezTo>
                  <a:lnTo>
                    <a:pt x="5480" y="500"/>
                  </a:lnTo>
                  <a:cubicBezTo>
                    <a:pt x="5800" y="500"/>
                    <a:pt x="5800" y="2"/>
                    <a:pt x="5480" y="2"/>
                  </a:cubicBezTo>
                  <a:lnTo>
                    <a:pt x="321" y="2"/>
                  </a:lnTo>
                  <a:cubicBezTo>
                    <a:pt x="310" y="1"/>
                    <a:pt x="300" y="0"/>
                    <a:pt x="2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362;p97"/>
            <p:cNvSpPr/>
            <p:nvPr/>
          </p:nvSpPr>
          <p:spPr>
            <a:xfrm>
              <a:off x="3537463" y="1417750"/>
              <a:ext cx="88100" cy="13375"/>
            </a:xfrm>
            <a:custGeom>
              <a:avLst/>
              <a:gdLst/>
              <a:ahLst/>
              <a:cxnLst/>
              <a:rect l="l" t="t" r="r" b="b"/>
              <a:pathLst>
                <a:path w="3524" h="535" extrusionOk="0">
                  <a:moveTo>
                    <a:pt x="321" y="0"/>
                  </a:moveTo>
                  <a:cubicBezTo>
                    <a:pt x="1" y="36"/>
                    <a:pt x="1" y="498"/>
                    <a:pt x="321" y="534"/>
                  </a:cubicBezTo>
                  <a:lnTo>
                    <a:pt x="3239" y="534"/>
                  </a:lnTo>
                  <a:cubicBezTo>
                    <a:pt x="3523" y="498"/>
                    <a:pt x="3523" y="36"/>
                    <a:pt x="32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363;p97"/>
            <p:cNvSpPr/>
            <p:nvPr/>
          </p:nvSpPr>
          <p:spPr>
            <a:xfrm>
              <a:off x="3536588" y="1528925"/>
              <a:ext cx="89850" cy="12500"/>
            </a:xfrm>
            <a:custGeom>
              <a:avLst/>
              <a:gdLst/>
              <a:ahLst/>
              <a:cxnLst/>
              <a:rect l="l" t="t" r="r" b="b"/>
              <a:pathLst>
                <a:path w="3594" h="500" extrusionOk="0">
                  <a:moveTo>
                    <a:pt x="356" y="1"/>
                  </a:moveTo>
                  <a:cubicBezTo>
                    <a:pt x="0" y="1"/>
                    <a:pt x="0" y="499"/>
                    <a:pt x="356" y="499"/>
                  </a:cubicBezTo>
                  <a:lnTo>
                    <a:pt x="3274" y="499"/>
                  </a:lnTo>
                  <a:cubicBezTo>
                    <a:pt x="3594" y="499"/>
                    <a:pt x="3594" y="1"/>
                    <a:pt x="32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364;p97"/>
            <p:cNvSpPr/>
            <p:nvPr/>
          </p:nvSpPr>
          <p:spPr>
            <a:xfrm>
              <a:off x="3522363" y="1501325"/>
              <a:ext cx="118325" cy="12525"/>
            </a:xfrm>
            <a:custGeom>
              <a:avLst/>
              <a:gdLst/>
              <a:ahLst/>
              <a:cxnLst/>
              <a:rect l="l" t="t" r="r" b="b"/>
              <a:pathLst>
                <a:path w="4733" h="501" extrusionOk="0">
                  <a:moveTo>
                    <a:pt x="323" y="0"/>
                  </a:moveTo>
                  <a:cubicBezTo>
                    <a:pt x="0" y="0"/>
                    <a:pt x="12" y="500"/>
                    <a:pt x="356" y="500"/>
                  </a:cubicBezTo>
                  <a:lnTo>
                    <a:pt x="4412" y="500"/>
                  </a:lnTo>
                  <a:cubicBezTo>
                    <a:pt x="4732" y="500"/>
                    <a:pt x="4732" y="2"/>
                    <a:pt x="4412" y="2"/>
                  </a:cubicBezTo>
                  <a:lnTo>
                    <a:pt x="356" y="2"/>
                  </a:lnTo>
                  <a:cubicBezTo>
                    <a:pt x="344" y="1"/>
                    <a:pt x="333" y="0"/>
                    <a:pt x="3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365;p97"/>
            <p:cNvSpPr/>
            <p:nvPr/>
          </p:nvSpPr>
          <p:spPr>
            <a:xfrm>
              <a:off x="3405813" y="1408850"/>
              <a:ext cx="38275" cy="32525"/>
            </a:xfrm>
            <a:custGeom>
              <a:avLst/>
              <a:gdLst/>
              <a:ahLst/>
              <a:cxnLst/>
              <a:rect l="l" t="t" r="r" b="b"/>
              <a:pathLst>
                <a:path w="1531" h="1301" extrusionOk="0">
                  <a:moveTo>
                    <a:pt x="890" y="534"/>
                  </a:moveTo>
                  <a:cubicBezTo>
                    <a:pt x="962" y="534"/>
                    <a:pt x="997" y="605"/>
                    <a:pt x="997" y="641"/>
                  </a:cubicBezTo>
                  <a:cubicBezTo>
                    <a:pt x="997" y="712"/>
                    <a:pt x="962" y="783"/>
                    <a:pt x="890" y="783"/>
                  </a:cubicBezTo>
                  <a:cubicBezTo>
                    <a:pt x="819" y="783"/>
                    <a:pt x="748" y="712"/>
                    <a:pt x="748" y="641"/>
                  </a:cubicBezTo>
                  <a:cubicBezTo>
                    <a:pt x="748" y="605"/>
                    <a:pt x="819" y="534"/>
                    <a:pt x="890" y="534"/>
                  </a:cubicBezTo>
                  <a:close/>
                  <a:moveTo>
                    <a:pt x="890" y="1"/>
                  </a:moveTo>
                  <a:cubicBezTo>
                    <a:pt x="321" y="1"/>
                    <a:pt x="1" y="712"/>
                    <a:pt x="428" y="1104"/>
                  </a:cubicBezTo>
                  <a:cubicBezTo>
                    <a:pt x="553" y="1240"/>
                    <a:pt x="711" y="1300"/>
                    <a:pt x="868" y="1300"/>
                  </a:cubicBezTo>
                  <a:cubicBezTo>
                    <a:pt x="1202" y="1300"/>
                    <a:pt x="1531" y="1028"/>
                    <a:pt x="1531" y="641"/>
                  </a:cubicBezTo>
                  <a:cubicBezTo>
                    <a:pt x="1531" y="285"/>
                    <a:pt x="1246" y="1"/>
                    <a:pt x="8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366;p97"/>
            <p:cNvSpPr/>
            <p:nvPr/>
          </p:nvSpPr>
          <p:spPr>
            <a:xfrm>
              <a:off x="3363138" y="1408850"/>
              <a:ext cx="37375" cy="32700"/>
            </a:xfrm>
            <a:custGeom>
              <a:avLst/>
              <a:gdLst/>
              <a:ahLst/>
              <a:cxnLst/>
              <a:rect l="l" t="t" r="r" b="b"/>
              <a:pathLst>
                <a:path w="1495" h="1308" extrusionOk="0">
                  <a:moveTo>
                    <a:pt x="854" y="534"/>
                  </a:moveTo>
                  <a:cubicBezTo>
                    <a:pt x="925" y="534"/>
                    <a:pt x="996" y="605"/>
                    <a:pt x="996" y="641"/>
                  </a:cubicBezTo>
                  <a:cubicBezTo>
                    <a:pt x="996" y="712"/>
                    <a:pt x="925" y="783"/>
                    <a:pt x="854" y="783"/>
                  </a:cubicBezTo>
                  <a:cubicBezTo>
                    <a:pt x="783" y="783"/>
                    <a:pt x="747" y="712"/>
                    <a:pt x="747" y="641"/>
                  </a:cubicBezTo>
                  <a:cubicBezTo>
                    <a:pt x="747" y="605"/>
                    <a:pt x="783" y="534"/>
                    <a:pt x="854" y="534"/>
                  </a:cubicBezTo>
                  <a:close/>
                  <a:moveTo>
                    <a:pt x="854" y="1"/>
                  </a:moveTo>
                  <a:cubicBezTo>
                    <a:pt x="285" y="1"/>
                    <a:pt x="0" y="712"/>
                    <a:pt x="391" y="1104"/>
                  </a:cubicBezTo>
                  <a:cubicBezTo>
                    <a:pt x="521" y="1244"/>
                    <a:pt x="685" y="1308"/>
                    <a:pt x="846" y="1308"/>
                  </a:cubicBezTo>
                  <a:cubicBezTo>
                    <a:pt x="1175" y="1308"/>
                    <a:pt x="1494" y="1046"/>
                    <a:pt x="1494" y="641"/>
                  </a:cubicBezTo>
                  <a:cubicBezTo>
                    <a:pt x="1494" y="285"/>
                    <a:pt x="1210" y="1"/>
                    <a:pt x="8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367;p97"/>
            <p:cNvSpPr/>
            <p:nvPr/>
          </p:nvSpPr>
          <p:spPr>
            <a:xfrm>
              <a:off x="3314213" y="1453325"/>
              <a:ext cx="184150" cy="107650"/>
            </a:xfrm>
            <a:custGeom>
              <a:avLst/>
              <a:gdLst/>
              <a:ahLst/>
              <a:cxnLst/>
              <a:rect l="l" t="t" r="r" b="b"/>
              <a:pathLst>
                <a:path w="7366" h="4306" extrusionOk="0">
                  <a:moveTo>
                    <a:pt x="747" y="1"/>
                  </a:moveTo>
                  <a:cubicBezTo>
                    <a:pt x="356" y="1"/>
                    <a:pt x="0" y="321"/>
                    <a:pt x="0" y="712"/>
                  </a:cubicBezTo>
                  <a:lnTo>
                    <a:pt x="0" y="3559"/>
                  </a:lnTo>
                  <a:cubicBezTo>
                    <a:pt x="0" y="3950"/>
                    <a:pt x="356" y="4306"/>
                    <a:pt x="747" y="4306"/>
                  </a:cubicBezTo>
                  <a:lnTo>
                    <a:pt x="6618" y="4306"/>
                  </a:lnTo>
                  <a:cubicBezTo>
                    <a:pt x="7045" y="4270"/>
                    <a:pt x="7365" y="3950"/>
                    <a:pt x="7365" y="3559"/>
                  </a:cubicBezTo>
                  <a:lnTo>
                    <a:pt x="7365" y="712"/>
                  </a:lnTo>
                  <a:cubicBezTo>
                    <a:pt x="7365" y="321"/>
                    <a:pt x="7045" y="1"/>
                    <a:pt x="6654" y="1"/>
                  </a:cubicBezTo>
                  <a:lnTo>
                    <a:pt x="4056" y="1"/>
                  </a:lnTo>
                  <a:cubicBezTo>
                    <a:pt x="3701" y="1"/>
                    <a:pt x="3701" y="499"/>
                    <a:pt x="4056" y="499"/>
                  </a:cubicBezTo>
                  <a:lnTo>
                    <a:pt x="6654" y="499"/>
                  </a:lnTo>
                  <a:cubicBezTo>
                    <a:pt x="6760" y="499"/>
                    <a:pt x="6832" y="605"/>
                    <a:pt x="6832" y="712"/>
                  </a:cubicBezTo>
                  <a:lnTo>
                    <a:pt x="6832" y="3559"/>
                  </a:lnTo>
                  <a:cubicBezTo>
                    <a:pt x="6832" y="3665"/>
                    <a:pt x="6760" y="3772"/>
                    <a:pt x="6654" y="3772"/>
                  </a:cubicBezTo>
                  <a:lnTo>
                    <a:pt x="747" y="3772"/>
                  </a:lnTo>
                  <a:cubicBezTo>
                    <a:pt x="641" y="3772"/>
                    <a:pt x="534" y="3665"/>
                    <a:pt x="534" y="3559"/>
                  </a:cubicBezTo>
                  <a:lnTo>
                    <a:pt x="534" y="712"/>
                  </a:lnTo>
                  <a:cubicBezTo>
                    <a:pt x="534" y="605"/>
                    <a:pt x="641" y="499"/>
                    <a:pt x="747" y="499"/>
                  </a:cubicBezTo>
                  <a:lnTo>
                    <a:pt x="3024" y="499"/>
                  </a:lnTo>
                  <a:cubicBezTo>
                    <a:pt x="3345" y="499"/>
                    <a:pt x="3345" y="1"/>
                    <a:pt x="302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5" name="Google Shape;2368;p97"/>
          <p:cNvCxnSpPr/>
          <p:nvPr/>
        </p:nvCxnSpPr>
        <p:spPr>
          <a:xfrm rot="10800000" flipV="1">
            <a:off x="3368415" y="1384861"/>
            <a:ext cx="765994" cy="389629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56" name="Google Shape;2369;p97"/>
          <p:cNvCxnSpPr/>
          <p:nvPr/>
        </p:nvCxnSpPr>
        <p:spPr>
          <a:xfrm rot="10800000">
            <a:off x="4615939" y="1430340"/>
            <a:ext cx="608016" cy="470064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57" name="Google Shape;2393;p97"/>
          <p:cNvCxnSpPr/>
          <p:nvPr/>
        </p:nvCxnSpPr>
        <p:spPr>
          <a:xfrm rot="10800000" flipV="1">
            <a:off x="4554286" y="2066994"/>
            <a:ext cx="817883" cy="16675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69" name="Google Shape;2368;p97"/>
          <p:cNvCxnSpPr/>
          <p:nvPr/>
        </p:nvCxnSpPr>
        <p:spPr>
          <a:xfrm rot="10800000">
            <a:off x="3368415" y="2033979"/>
            <a:ext cx="771686" cy="66705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1">
            <a:hlinkClick r:id="rId3" action="ppaction://hlinksldjump"/>
          </p:cNvPr>
          <p:cNvSpPr txBox="1">
            <a:spLocks noGrp="1"/>
          </p:cNvSpPr>
          <p:nvPr>
            <p:ph type="title"/>
          </p:nvPr>
        </p:nvSpPr>
        <p:spPr>
          <a:xfrm>
            <a:off x="716575" y="538975"/>
            <a:ext cx="1848000" cy="109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58" name="Google Shape;458;p61">
            <a:hlinkClick r:id="rId3" action="ppaction://hlinksldjump"/>
          </p:cNvPr>
          <p:cNvSpPr txBox="1">
            <a:spLocks noGrp="1"/>
          </p:cNvSpPr>
          <p:nvPr>
            <p:ph type="title" idx="2"/>
          </p:nvPr>
        </p:nvSpPr>
        <p:spPr>
          <a:xfrm>
            <a:off x="394859" y="1543400"/>
            <a:ext cx="216972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WHAT’S INTERNET OF THINGS </a:t>
            </a:r>
            <a:endParaRPr lang="fr-FR" dirty="0"/>
          </a:p>
        </p:txBody>
      </p:sp>
      <p:sp>
        <p:nvSpPr>
          <p:cNvPr id="460" name="Google Shape;460;p61">
            <a:hlinkClick r:id="" action="ppaction://noaction"/>
          </p:cNvPr>
          <p:cNvSpPr txBox="1">
            <a:spLocks noGrp="1"/>
          </p:cNvSpPr>
          <p:nvPr>
            <p:ph type="title" idx="3"/>
          </p:nvPr>
        </p:nvSpPr>
        <p:spPr>
          <a:xfrm>
            <a:off x="6579425" y="538975"/>
            <a:ext cx="1848000" cy="109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463" name="Google Shape;463;p61">
            <a:hlinkClick r:id="" action="ppaction://noaction"/>
          </p:cNvPr>
          <p:cNvSpPr txBox="1">
            <a:spLocks noGrp="1"/>
          </p:cNvSpPr>
          <p:nvPr>
            <p:ph type="title" idx="6"/>
          </p:nvPr>
        </p:nvSpPr>
        <p:spPr>
          <a:xfrm>
            <a:off x="2670842" y="538975"/>
            <a:ext cx="1848000" cy="109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64" name="Google Shape;464;p61">
            <a:hlinkClick r:id="" action="ppaction://noaction"/>
          </p:cNvPr>
          <p:cNvSpPr txBox="1">
            <a:spLocks noGrp="1"/>
          </p:cNvSpPr>
          <p:nvPr>
            <p:ph type="title" idx="7"/>
          </p:nvPr>
        </p:nvSpPr>
        <p:spPr>
          <a:xfrm>
            <a:off x="2536382" y="1312418"/>
            <a:ext cx="2045814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HOW IT WORKS</a:t>
            </a:r>
            <a:endParaRPr lang="en-US" dirty="0"/>
          </a:p>
        </p:txBody>
      </p:sp>
      <p:sp>
        <p:nvSpPr>
          <p:cNvPr id="466" name="Google Shape;466;p61">
            <a:hlinkClick r:id="" action="ppaction://noaction"/>
          </p:cNvPr>
          <p:cNvSpPr txBox="1">
            <a:spLocks noGrp="1"/>
          </p:cNvSpPr>
          <p:nvPr>
            <p:ph type="title" idx="9"/>
          </p:nvPr>
        </p:nvSpPr>
        <p:spPr>
          <a:xfrm>
            <a:off x="4625142" y="538975"/>
            <a:ext cx="1848000" cy="109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9" name="Google Shape;461;p61">
            <a:hlinkClick r:id="" action="ppaction://noaction"/>
          </p:cNvPr>
          <p:cNvSpPr txBox="1">
            <a:spLocks/>
          </p:cNvSpPr>
          <p:nvPr/>
        </p:nvSpPr>
        <p:spPr>
          <a:xfrm>
            <a:off x="394859" y="3331139"/>
            <a:ext cx="1848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Poppins"/>
              <a:buNone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fr-FR" smtClean="0"/>
              <a:t>IoT DISAVANTAGES </a:t>
            </a:r>
            <a:endParaRPr lang="fr-FR" dirty="0"/>
          </a:p>
        </p:txBody>
      </p:sp>
      <p:sp>
        <p:nvSpPr>
          <p:cNvPr id="20" name="Google Shape;460;p61">
            <a:hlinkClick r:id="" action="ppaction://noaction"/>
          </p:cNvPr>
          <p:cNvSpPr txBox="1">
            <a:spLocks/>
          </p:cNvSpPr>
          <p:nvPr/>
        </p:nvSpPr>
        <p:spPr>
          <a:xfrm>
            <a:off x="394859" y="2312357"/>
            <a:ext cx="18480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Font typeface="Poppins"/>
              <a:buNone/>
              <a:defRPr sz="65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Font typeface="Poppins"/>
              <a:buNone/>
              <a:defRPr sz="65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Font typeface="Poppins"/>
              <a:buNone/>
              <a:defRPr sz="65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Font typeface="Poppins"/>
              <a:buNone/>
              <a:defRPr sz="65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Font typeface="Poppins"/>
              <a:buNone/>
              <a:defRPr sz="65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Font typeface="Poppins"/>
              <a:buNone/>
              <a:defRPr sz="65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Font typeface="Poppins"/>
              <a:buNone/>
              <a:defRPr sz="65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Font typeface="Poppins"/>
              <a:buNone/>
              <a:defRPr sz="65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500"/>
              <a:buFont typeface="Poppins"/>
              <a:buNone/>
              <a:defRPr sz="6500" b="0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" dirty="0" smtClean="0"/>
              <a:t>05</a:t>
            </a:r>
            <a:endParaRPr lang="en" dirty="0"/>
          </a:p>
        </p:txBody>
      </p:sp>
      <p:sp>
        <p:nvSpPr>
          <p:cNvPr id="22" name="Google Shape;467;p61">
            <a:hlinkClick r:id="" action="ppaction://noaction"/>
          </p:cNvPr>
          <p:cNvSpPr txBox="1">
            <a:spLocks noGrp="1"/>
          </p:cNvSpPr>
          <p:nvPr>
            <p:ph type="title" idx="13"/>
          </p:nvPr>
        </p:nvSpPr>
        <p:spPr>
          <a:xfrm>
            <a:off x="6473142" y="1461775"/>
            <a:ext cx="18480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IoT ADVANTAGES</a:t>
            </a:r>
            <a:endParaRPr dirty="0"/>
          </a:p>
        </p:txBody>
      </p:sp>
      <p:sp>
        <p:nvSpPr>
          <p:cNvPr id="24" name="Google Shape;464;p61">
            <a:hlinkClick r:id="" action="ppaction://noaction"/>
          </p:cNvPr>
          <p:cNvSpPr txBox="1">
            <a:spLocks noGrp="1"/>
          </p:cNvSpPr>
          <p:nvPr>
            <p:ph type="title" idx="7"/>
          </p:nvPr>
        </p:nvSpPr>
        <p:spPr>
          <a:xfrm>
            <a:off x="4631939" y="1514691"/>
            <a:ext cx="1848000" cy="4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HOW DOES THIS IMPACT YOU?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7"/>
          <p:cNvSpPr txBox="1">
            <a:spLocks noGrp="1"/>
          </p:cNvSpPr>
          <p:nvPr>
            <p:ph type="title"/>
          </p:nvPr>
        </p:nvSpPr>
        <p:spPr>
          <a:xfrm>
            <a:off x="1398490" y="1339076"/>
            <a:ext cx="6675246" cy="243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WHAT’S INTERNET OF THINGS ? </a:t>
            </a:r>
            <a:endParaRPr dirty="0"/>
          </a:p>
        </p:txBody>
      </p:sp>
      <p:grpSp>
        <p:nvGrpSpPr>
          <p:cNvPr id="5" name="Google Shape;1408;p75"/>
          <p:cNvGrpSpPr/>
          <p:nvPr/>
        </p:nvGrpSpPr>
        <p:grpSpPr>
          <a:xfrm>
            <a:off x="6567054" y="3023755"/>
            <a:ext cx="2190989" cy="1203721"/>
            <a:chOff x="996540" y="923919"/>
            <a:chExt cx="1062000" cy="633564"/>
          </a:xfrm>
        </p:grpSpPr>
        <p:sp>
          <p:nvSpPr>
            <p:cNvPr id="6" name="Google Shape;1409;p75"/>
            <p:cNvSpPr/>
            <p:nvPr/>
          </p:nvSpPr>
          <p:spPr>
            <a:xfrm rot="900436">
              <a:off x="1016614" y="1109088"/>
              <a:ext cx="1021852" cy="289484"/>
            </a:xfrm>
            <a:prstGeom prst="donut">
              <a:avLst>
                <a:gd name="adj" fmla="val 3768"/>
              </a:avLst>
            </a:prstGeom>
            <a:gradFill>
              <a:gsLst>
                <a:gs pos="0">
                  <a:srgbClr val="FFECCD"/>
                </a:gs>
                <a:gs pos="100000">
                  <a:srgbClr val="FAB95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oogle Shape;1410;p75"/>
            <p:cNvGrpSpPr/>
            <p:nvPr/>
          </p:nvGrpSpPr>
          <p:grpSpPr>
            <a:xfrm rot="10623523">
              <a:off x="1215800" y="939529"/>
              <a:ext cx="623884" cy="602344"/>
              <a:chOff x="5611437" y="1091819"/>
              <a:chExt cx="822958" cy="794546"/>
            </a:xfrm>
          </p:grpSpPr>
          <p:sp>
            <p:nvSpPr>
              <p:cNvPr id="10" name="Google Shape;1411;p75"/>
              <p:cNvSpPr/>
              <p:nvPr/>
            </p:nvSpPr>
            <p:spPr>
              <a:xfrm>
                <a:off x="5975263" y="1091819"/>
                <a:ext cx="459132" cy="684421"/>
              </a:xfrm>
              <a:custGeom>
                <a:avLst/>
                <a:gdLst/>
                <a:ahLst/>
                <a:cxnLst/>
                <a:rect l="l" t="t" r="r" b="b"/>
                <a:pathLst>
                  <a:path w="12507" h="18644" extrusionOk="0">
                    <a:moveTo>
                      <a:pt x="8208" y="18644"/>
                    </a:moveTo>
                    <a:lnTo>
                      <a:pt x="12506" y="8720"/>
                    </a:lnTo>
                    <a:lnTo>
                      <a:pt x="4300" y="1"/>
                    </a:lnTo>
                    <a:lnTo>
                      <a:pt x="1" y="992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412;p75"/>
              <p:cNvSpPr/>
              <p:nvPr/>
            </p:nvSpPr>
            <p:spPr>
              <a:xfrm>
                <a:off x="5611437" y="1454839"/>
                <a:ext cx="666507" cy="431526"/>
              </a:xfrm>
              <a:custGeom>
                <a:avLst/>
                <a:gdLst/>
                <a:ahLst/>
                <a:cxnLst/>
                <a:rect l="l" t="t" r="r" b="b"/>
                <a:pathLst>
                  <a:path w="18156" h="11755" extrusionOk="0">
                    <a:moveTo>
                      <a:pt x="18156" y="8720"/>
                    </a:moveTo>
                    <a:lnTo>
                      <a:pt x="8206" y="11754"/>
                    </a:lnTo>
                    <a:lnTo>
                      <a:pt x="0" y="3035"/>
                    </a:lnTo>
                    <a:lnTo>
                      <a:pt x="995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413;p75"/>
              <p:cNvSpPr/>
              <p:nvPr/>
            </p:nvSpPr>
            <p:spPr>
              <a:xfrm>
                <a:off x="5611437" y="1091819"/>
                <a:ext cx="521723" cy="474477"/>
              </a:xfrm>
              <a:custGeom>
                <a:avLst/>
                <a:gdLst/>
                <a:ahLst/>
                <a:cxnLst/>
                <a:rect l="l" t="t" r="r" b="b"/>
                <a:pathLst>
                  <a:path w="14212" h="12925" extrusionOk="0">
                    <a:moveTo>
                      <a:pt x="14211" y="1"/>
                    </a:moveTo>
                    <a:lnTo>
                      <a:pt x="4252" y="3250"/>
                    </a:lnTo>
                    <a:lnTo>
                      <a:pt x="0" y="12924"/>
                    </a:lnTo>
                    <a:lnTo>
                      <a:pt x="9950" y="989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4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" name="Google Shape;1414;p75"/>
            <p:cNvSpPr/>
            <p:nvPr/>
          </p:nvSpPr>
          <p:spPr>
            <a:xfrm>
              <a:off x="1854658" y="1188193"/>
              <a:ext cx="131317" cy="131317"/>
            </a:xfrm>
            <a:custGeom>
              <a:avLst/>
              <a:gdLst/>
              <a:ahLst/>
              <a:cxnLst/>
              <a:rect l="l" t="t" r="r" b="b"/>
              <a:pathLst>
                <a:path w="5720" h="5720" extrusionOk="0">
                  <a:moveTo>
                    <a:pt x="5720" y="2860"/>
                  </a:moveTo>
                  <a:cubicBezTo>
                    <a:pt x="5720" y="4440"/>
                    <a:pt x="4439" y="5719"/>
                    <a:pt x="2860" y="5719"/>
                  </a:cubicBezTo>
                  <a:cubicBezTo>
                    <a:pt x="1281" y="5719"/>
                    <a:pt x="0" y="4440"/>
                    <a:pt x="0" y="2860"/>
                  </a:cubicBezTo>
                  <a:cubicBezTo>
                    <a:pt x="0" y="1281"/>
                    <a:pt x="1281" y="1"/>
                    <a:pt x="2860" y="1"/>
                  </a:cubicBezTo>
                  <a:cubicBezTo>
                    <a:pt x="4439" y="1"/>
                    <a:pt x="5720" y="1281"/>
                    <a:pt x="5720" y="286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415;p75"/>
            <p:cNvSpPr/>
            <p:nvPr/>
          </p:nvSpPr>
          <p:spPr>
            <a:xfrm>
              <a:off x="1044120" y="1175093"/>
              <a:ext cx="131317" cy="131317"/>
            </a:xfrm>
            <a:custGeom>
              <a:avLst/>
              <a:gdLst/>
              <a:ahLst/>
              <a:cxnLst/>
              <a:rect l="l" t="t" r="r" b="b"/>
              <a:pathLst>
                <a:path w="5720" h="5720" extrusionOk="0">
                  <a:moveTo>
                    <a:pt x="5720" y="2860"/>
                  </a:moveTo>
                  <a:cubicBezTo>
                    <a:pt x="5720" y="4440"/>
                    <a:pt x="4439" y="5719"/>
                    <a:pt x="2860" y="5719"/>
                  </a:cubicBezTo>
                  <a:cubicBezTo>
                    <a:pt x="1281" y="5719"/>
                    <a:pt x="0" y="4440"/>
                    <a:pt x="0" y="2860"/>
                  </a:cubicBezTo>
                  <a:cubicBezTo>
                    <a:pt x="0" y="1281"/>
                    <a:pt x="1281" y="1"/>
                    <a:pt x="2860" y="1"/>
                  </a:cubicBezTo>
                  <a:cubicBezTo>
                    <a:pt x="4439" y="1"/>
                    <a:pt x="5720" y="1281"/>
                    <a:pt x="5720" y="286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682;p76"/>
          <p:cNvSpPr txBox="1"/>
          <p:nvPr/>
        </p:nvSpPr>
        <p:spPr>
          <a:xfrm>
            <a:off x="3460173" y="920229"/>
            <a:ext cx="2136640" cy="1181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 smtClean="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8000" dirty="0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7"/>
          <p:cNvSpPr txBox="1">
            <a:spLocks noGrp="1"/>
          </p:cNvSpPr>
          <p:nvPr>
            <p:ph type="title"/>
          </p:nvPr>
        </p:nvSpPr>
        <p:spPr>
          <a:xfrm>
            <a:off x="1336145" y="2129748"/>
            <a:ext cx="6675246" cy="8504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fr-FR" dirty="0" smtClean="0"/>
              <a:t>HOW IT WORKS</a:t>
            </a:r>
            <a:endParaRPr lang="fr-FR" dirty="0"/>
          </a:p>
        </p:txBody>
      </p:sp>
      <p:grpSp>
        <p:nvGrpSpPr>
          <p:cNvPr id="5" name="Google Shape;1408;p75"/>
          <p:cNvGrpSpPr/>
          <p:nvPr/>
        </p:nvGrpSpPr>
        <p:grpSpPr>
          <a:xfrm>
            <a:off x="6567054" y="3023755"/>
            <a:ext cx="2190989" cy="1203721"/>
            <a:chOff x="996540" y="923919"/>
            <a:chExt cx="1062000" cy="633564"/>
          </a:xfrm>
        </p:grpSpPr>
        <p:sp>
          <p:nvSpPr>
            <p:cNvPr id="6" name="Google Shape;1409;p75"/>
            <p:cNvSpPr/>
            <p:nvPr/>
          </p:nvSpPr>
          <p:spPr>
            <a:xfrm rot="900436">
              <a:off x="1016614" y="1109088"/>
              <a:ext cx="1021852" cy="289484"/>
            </a:xfrm>
            <a:prstGeom prst="donut">
              <a:avLst>
                <a:gd name="adj" fmla="val 3768"/>
              </a:avLst>
            </a:prstGeom>
            <a:gradFill>
              <a:gsLst>
                <a:gs pos="0">
                  <a:srgbClr val="FFECCD"/>
                </a:gs>
                <a:gs pos="100000">
                  <a:srgbClr val="FAB95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oogle Shape;1410;p75"/>
            <p:cNvGrpSpPr/>
            <p:nvPr/>
          </p:nvGrpSpPr>
          <p:grpSpPr>
            <a:xfrm rot="10623523">
              <a:off x="1215800" y="939529"/>
              <a:ext cx="623884" cy="602344"/>
              <a:chOff x="5611437" y="1091819"/>
              <a:chExt cx="822958" cy="794546"/>
            </a:xfrm>
          </p:grpSpPr>
          <p:sp>
            <p:nvSpPr>
              <p:cNvPr id="10" name="Google Shape;1411;p75"/>
              <p:cNvSpPr/>
              <p:nvPr/>
            </p:nvSpPr>
            <p:spPr>
              <a:xfrm>
                <a:off x="5975263" y="1091819"/>
                <a:ext cx="459132" cy="684421"/>
              </a:xfrm>
              <a:custGeom>
                <a:avLst/>
                <a:gdLst/>
                <a:ahLst/>
                <a:cxnLst/>
                <a:rect l="l" t="t" r="r" b="b"/>
                <a:pathLst>
                  <a:path w="12507" h="18644" extrusionOk="0">
                    <a:moveTo>
                      <a:pt x="8208" y="18644"/>
                    </a:moveTo>
                    <a:lnTo>
                      <a:pt x="12506" y="8720"/>
                    </a:lnTo>
                    <a:lnTo>
                      <a:pt x="4300" y="1"/>
                    </a:lnTo>
                    <a:lnTo>
                      <a:pt x="1" y="992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412;p75"/>
              <p:cNvSpPr/>
              <p:nvPr/>
            </p:nvSpPr>
            <p:spPr>
              <a:xfrm>
                <a:off x="5611437" y="1454839"/>
                <a:ext cx="666507" cy="431526"/>
              </a:xfrm>
              <a:custGeom>
                <a:avLst/>
                <a:gdLst/>
                <a:ahLst/>
                <a:cxnLst/>
                <a:rect l="l" t="t" r="r" b="b"/>
                <a:pathLst>
                  <a:path w="18156" h="11755" extrusionOk="0">
                    <a:moveTo>
                      <a:pt x="18156" y="8720"/>
                    </a:moveTo>
                    <a:lnTo>
                      <a:pt x="8206" y="11754"/>
                    </a:lnTo>
                    <a:lnTo>
                      <a:pt x="0" y="3035"/>
                    </a:lnTo>
                    <a:lnTo>
                      <a:pt x="995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413;p75"/>
              <p:cNvSpPr/>
              <p:nvPr/>
            </p:nvSpPr>
            <p:spPr>
              <a:xfrm>
                <a:off x="5611437" y="1091819"/>
                <a:ext cx="521723" cy="474477"/>
              </a:xfrm>
              <a:custGeom>
                <a:avLst/>
                <a:gdLst/>
                <a:ahLst/>
                <a:cxnLst/>
                <a:rect l="l" t="t" r="r" b="b"/>
                <a:pathLst>
                  <a:path w="14212" h="12925" extrusionOk="0">
                    <a:moveTo>
                      <a:pt x="14211" y="1"/>
                    </a:moveTo>
                    <a:lnTo>
                      <a:pt x="4252" y="3250"/>
                    </a:lnTo>
                    <a:lnTo>
                      <a:pt x="0" y="12924"/>
                    </a:lnTo>
                    <a:lnTo>
                      <a:pt x="9950" y="989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4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" name="Google Shape;1414;p75"/>
            <p:cNvSpPr/>
            <p:nvPr/>
          </p:nvSpPr>
          <p:spPr>
            <a:xfrm>
              <a:off x="1854658" y="1188193"/>
              <a:ext cx="131317" cy="131317"/>
            </a:xfrm>
            <a:custGeom>
              <a:avLst/>
              <a:gdLst/>
              <a:ahLst/>
              <a:cxnLst/>
              <a:rect l="l" t="t" r="r" b="b"/>
              <a:pathLst>
                <a:path w="5720" h="5720" extrusionOk="0">
                  <a:moveTo>
                    <a:pt x="5720" y="2860"/>
                  </a:moveTo>
                  <a:cubicBezTo>
                    <a:pt x="5720" y="4440"/>
                    <a:pt x="4439" y="5719"/>
                    <a:pt x="2860" y="5719"/>
                  </a:cubicBezTo>
                  <a:cubicBezTo>
                    <a:pt x="1281" y="5719"/>
                    <a:pt x="0" y="4440"/>
                    <a:pt x="0" y="2860"/>
                  </a:cubicBezTo>
                  <a:cubicBezTo>
                    <a:pt x="0" y="1281"/>
                    <a:pt x="1281" y="1"/>
                    <a:pt x="2860" y="1"/>
                  </a:cubicBezTo>
                  <a:cubicBezTo>
                    <a:pt x="4439" y="1"/>
                    <a:pt x="5720" y="1281"/>
                    <a:pt x="5720" y="286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415;p75"/>
            <p:cNvSpPr/>
            <p:nvPr/>
          </p:nvSpPr>
          <p:spPr>
            <a:xfrm>
              <a:off x="1044120" y="1175093"/>
              <a:ext cx="131317" cy="131317"/>
            </a:xfrm>
            <a:custGeom>
              <a:avLst/>
              <a:gdLst/>
              <a:ahLst/>
              <a:cxnLst/>
              <a:rect l="l" t="t" r="r" b="b"/>
              <a:pathLst>
                <a:path w="5720" h="5720" extrusionOk="0">
                  <a:moveTo>
                    <a:pt x="5720" y="2860"/>
                  </a:moveTo>
                  <a:cubicBezTo>
                    <a:pt x="5720" y="4440"/>
                    <a:pt x="4439" y="5719"/>
                    <a:pt x="2860" y="5719"/>
                  </a:cubicBezTo>
                  <a:cubicBezTo>
                    <a:pt x="1281" y="5719"/>
                    <a:pt x="0" y="4440"/>
                    <a:pt x="0" y="2860"/>
                  </a:cubicBezTo>
                  <a:cubicBezTo>
                    <a:pt x="0" y="1281"/>
                    <a:pt x="1281" y="1"/>
                    <a:pt x="2860" y="1"/>
                  </a:cubicBezTo>
                  <a:cubicBezTo>
                    <a:pt x="4439" y="1"/>
                    <a:pt x="5720" y="1281"/>
                    <a:pt x="5720" y="286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682;p76"/>
          <p:cNvSpPr txBox="1"/>
          <p:nvPr/>
        </p:nvSpPr>
        <p:spPr>
          <a:xfrm>
            <a:off x="3460173" y="920229"/>
            <a:ext cx="2136640" cy="1181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 smtClean="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8000" dirty="0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338676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75"/>
          <p:cNvGrpSpPr/>
          <p:nvPr/>
        </p:nvGrpSpPr>
        <p:grpSpPr>
          <a:xfrm>
            <a:off x="2984762" y="1333486"/>
            <a:ext cx="3174471" cy="3181236"/>
            <a:chOff x="2984762" y="1333486"/>
            <a:chExt cx="3174471" cy="3181235"/>
          </a:xfrm>
        </p:grpSpPr>
        <p:sp>
          <p:nvSpPr>
            <p:cNvPr id="640" name="Google Shape;640;p75"/>
            <p:cNvSpPr/>
            <p:nvPr/>
          </p:nvSpPr>
          <p:spPr>
            <a:xfrm>
              <a:off x="2984762" y="2540205"/>
              <a:ext cx="931239" cy="281010"/>
            </a:xfrm>
            <a:custGeom>
              <a:avLst/>
              <a:gdLst/>
              <a:ahLst/>
              <a:cxnLst/>
              <a:rect l="l" t="t" r="r" b="b"/>
              <a:pathLst>
                <a:path w="61125" h="18445" extrusionOk="0">
                  <a:moveTo>
                    <a:pt x="19344" y="0"/>
                  </a:moveTo>
                  <a:cubicBezTo>
                    <a:pt x="13060" y="0"/>
                    <a:pt x="6502" y="1265"/>
                    <a:pt x="0" y="4495"/>
                  </a:cubicBezTo>
                  <a:cubicBezTo>
                    <a:pt x="0" y="4495"/>
                    <a:pt x="16094" y="18445"/>
                    <a:pt x="43221" y="18445"/>
                  </a:cubicBezTo>
                  <a:cubicBezTo>
                    <a:pt x="48745" y="18445"/>
                    <a:pt x="54728" y="17866"/>
                    <a:pt x="61125" y="16473"/>
                  </a:cubicBezTo>
                  <a:cubicBezTo>
                    <a:pt x="61125" y="16473"/>
                    <a:pt x="42023" y="0"/>
                    <a:pt x="19344" y="0"/>
                  </a:cubicBezTo>
                  <a:close/>
                </a:path>
              </a:pathLst>
            </a:custGeom>
            <a:solidFill>
              <a:srgbClr val="4B6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75"/>
            <p:cNvSpPr/>
            <p:nvPr/>
          </p:nvSpPr>
          <p:spPr>
            <a:xfrm>
              <a:off x="3981329" y="1351509"/>
              <a:ext cx="541482" cy="929746"/>
            </a:xfrm>
            <a:custGeom>
              <a:avLst/>
              <a:gdLst/>
              <a:ahLst/>
              <a:cxnLst/>
              <a:rect l="l" t="t" r="r" b="b"/>
              <a:pathLst>
                <a:path w="35542" h="61027" extrusionOk="0">
                  <a:moveTo>
                    <a:pt x="15380" y="0"/>
                  </a:moveTo>
                  <a:lnTo>
                    <a:pt x="15380" y="0"/>
                  </a:lnTo>
                  <a:cubicBezTo>
                    <a:pt x="1" y="31844"/>
                    <a:pt x="29183" y="61026"/>
                    <a:pt x="29183" y="61026"/>
                  </a:cubicBezTo>
                  <a:cubicBezTo>
                    <a:pt x="35542" y="18239"/>
                    <a:pt x="15381" y="1"/>
                    <a:pt x="15380" y="0"/>
                  </a:cubicBezTo>
                  <a:close/>
                </a:path>
              </a:pathLst>
            </a:custGeom>
            <a:solidFill>
              <a:srgbClr val="4B68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75"/>
            <p:cNvSpPr/>
            <p:nvPr/>
          </p:nvSpPr>
          <p:spPr>
            <a:xfrm>
              <a:off x="5233250" y="2494865"/>
              <a:ext cx="925983" cy="292009"/>
            </a:xfrm>
            <a:custGeom>
              <a:avLst/>
              <a:gdLst/>
              <a:ahLst/>
              <a:cxnLst/>
              <a:rect l="l" t="t" r="r" b="b"/>
              <a:pathLst>
                <a:path w="60780" h="19167" extrusionOk="0">
                  <a:moveTo>
                    <a:pt x="42606" y="1"/>
                  </a:moveTo>
                  <a:cubicBezTo>
                    <a:pt x="19338" y="1"/>
                    <a:pt x="0" y="17675"/>
                    <a:pt x="0" y="17675"/>
                  </a:cubicBezTo>
                  <a:cubicBezTo>
                    <a:pt x="5568" y="18720"/>
                    <a:pt x="10808" y="19167"/>
                    <a:pt x="15697" y="19167"/>
                  </a:cubicBezTo>
                  <a:cubicBezTo>
                    <a:pt x="44219" y="19167"/>
                    <a:pt x="60780" y="3971"/>
                    <a:pt x="60780" y="3971"/>
                  </a:cubicBezTo>
                  <a:cubicBezTo>
                    <a:pt x="54637" y="1133"/>
                    <a:pt x="48495" y="1"/>
                    <a:pt x="426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75"/>
            <p:cNvSpPr/>
            <p:nvPr/>
          </p:nvSpPr>
          <p:spPr>
            <a:xfrm>
              <a:off x="4593395" y="1333486"/>
              <a:ext cx="547485" cy="935749"/>
            </a:xfrm>
            <a:custGeom>
              <a:avLst/>
              <a:gdLst/>
              <a:ahLst/>
              <a:cxnLst/>
              <a:rect l="l" t="t" r="r" b="b"/>
              <a:pathLst>
                <a:path w="35936" h="61421" extrusionOk="0">
                  <a:moveTo>
                    <a:pt x="19619" y="0"/>
                  </a:moveTo>
                  <a:lnTo>
                    <a:pt x="19619" y="0"/>
                  </a:lnTo>
                  <a:cubicBezTo>
                    <a:pt x="19619" y="1"/>
                    <a:pt x="0" y="18831"/>
                    <a:pt x="7592" y="61421"/>
                  </a:cubicBezTo>
                  <a:cubicBezTo>
                    <a:pt x="7592" y="61421"/>
                    <a:pt x="35936" y="31400"/>
                    <a:pt x="196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75"/>
            <p:cNvSpPr/>
            <p:nvPr/>
          </p:nvSpPr>
          <p:spPr>
            <a:xfrm>
              <a:off x="4580629" y="3586468"/>
              <a:ext cx="533225" cy="928253"/>
            </a:xfrm>
            <a:custGeom>
              <a:avLst/>
              <a:gdLst/>
              <a:ahLst/>
              <a:cxnLst/>
              <a:rect l="l" t="t" r="r" b="b"/>
              <a:pathLst>
                <a:path w="35000" h="60929" extrusionOk="0">
                  <a:moveTo>
                    <a:pt x="7592" y="1"/>
                  </a:moveTo>
                  <a:lnTo>
                    <a:pt x="7592" y="1"/>
                  </a:lnTo>
                  <a:cubicBezTo>
                    <a:pt x="0" y="37957"/>
                    <a:pt x="20605" y="60929"/>
                    <a:pt x="20605" y="60929"/>
                  </a:cubicBezTo>
                  <a:cubicBezTo>
                    <a:pt x="34999" y="30712"/>
                    <a:pt x="7592" y="2"/>
                    <a:pt x="75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75"/>
            <p:cNvSpPr/>
            <p:nvPr/>
          </p:nvSpPr>
          <p:spPr>
            <a:xfrm>
              <a:off x="5197951" y="3044940"/>
              <a:ext cx="933509" cy="291187"/>
            </a:xfrm>
            <a:custGeom>
              <a:avLst/>
              <a:gdLst/>
              <a:ahLst/>
              <a:cxnLst/>
              <a:rect l="l" t="t" r="r" b="b"/>
              <a:pathLst>
                <a:path w="61274" h="19113" extrusionOk="0">
                  <a:moveTo>
                    <a:pt x="17770" y="0"/>
                  </a:moveTo>
                  <a:cubicBezTo>
                    <a:pt x="12388" y="0"/>
                    <a:pt x="6471" y="457"/>
                    <a:pt x="0" y="1533"/>
                  </a:cubicBezTo>
                  <a:cubicBezTo>
                    <a:pt x="0" y="1533"/>
                    <a:pt x="18184" y="19112"/>
                    <a:pt x="41239" y="19112"/>
                  </a:cubicBezTo>
                  <a:cubicBezTo>
                    <a:pt x="47637" y="19112"/>
                    <a:pt x="54410" y="17759"/>
                    <a:pt x="61273" y="14300"/>
                  </a:cubicBezTo>
                  <a:cubicBezTo>
                    <a:pt x="61273" y="14300"/>
                    <a:pt x="47896" y="0"/>
                    <a:pt x="1777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75"/>
            <p:cNvSpPr/>
            <p:nvPr/>
          </p:nvSpPr>
          <p:spPr>
            <a:xfrm>
              <a:off x="3016299" y="3044940"/>
              <a:ext cx="925999" cy="290897"/>
            </a:xfrm>
            <a:custGeom>
              <a:avLst/>
              <a:gdLst/>
              <a:ahLst/>
              <a:cxnLst/>
              <a:rect l="l" t="t" r="r" b="b"/>
              <a:pathLst>
                <a:path w="60781" h="19094" extrusionOk="0">
                  <a:moveTo>
                    <a:pt x="44897" y="0"/>
                  </a:moveTo>
                  <a:cubicBezTo>
                    <a:pt x="16519" y="0"/>
                    <a:pt x="0" y="15089"/>
                    <a:pt x="0" y="15089"/>
                  </a:cubicBezTo>
                  <a:cubicBezTo>
                    <a:pt x="6168" y="17952"/>
                    <a:pt x="12338" y="19093"/>
                    <a:pt x="18255" y="19093"/>
                  </a:cubicBezTo>
                  <a:cubicBezTo>
                    <a:pt x="41467" y="19093"/>
                    <a:pt x="60780" y="1533"/>
                    <a:pt x="60780" y="1533"/>
                  </a:cubicBezTo>
                  <a:cubicBezTo>
                    <a:pt x="55143" y="458"/>
                    <a:pt x="49840" y="0"/>
                    <a:pt x="448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75"/>
            <p:cNvSpPr/>
            <p:nvPr/>
          </p:nvSpPr>
          <p:spPr>
            <a:xfrm>
              <a:off x="4032397" y="3564697"/>
              <a:ext cx="546738" cy="935002"/>
            </a:xfrm>
            <a:custGeom>
              <a:avLst/>
              <a:gdLst/>
              <a:ahLst/>
              <a:cxnLst/>
              <a:rect l="l" t="t" r="r" b="b"/>
              <a:pathLst>
                <a:path w="35887" h="61372" extrusionOk="0">
                  <a:moveTo>
                    <a:pt x="28394" y="0"/>
                  </a:moveTo>
                  <a:cubicBezTo>
                    <a:pt x="28393" y="1"/>
                    <a:pt x="1" y="29922"/>
                    <a:pt x="16218" y="61372"/>
                  </a:cubicBezTo>
                  <a:cubicBezTo>
                    <a:pt x="16218" y="61372"/>
                    <a:pt x="35887" y="42591"/>
                    <a:pt x="283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75"/>
            <p:cNvSpPr/>
            <p:nvPr/>
          </p:nvSpPr>
          <p:spPr>
            <a:xfrm>
              <a:off x="3371776" y="1723875"/>
              <a:ext cx="2400300" cy="24006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75"/>
            <p:cNvSpPr/>
            <p:nvPr/>
          </p:nvSpPr>
          <p:spPr>
            <a:xfrm>
              <a:off x="2984762" y="1351509"/>
              <a:ext cx="1441170" cy="1439677"/>
            </a:xfrm>
            <a:custGeom>
              <a:avLst/>
              <a:gdLst/>
              <a:ahLst/>
              <a:cxnLst/>
              <a:rect l="l" t="t" r="r" b="b"/>
              <a:pathLst>
                <a:path w="94596" h="94498" extrusionOk="0">
                  <a:moveTo>
                    <a:pt x="80793" y="0"/>
                  </a:moveTo>
                  <a:cubicBezTo>
                    <a:pt x="80792" y="0"/>
                    <a:pt x="11732" y="16761"/>
                    <a:pt x="0" y="82519"/>
                  </a:cubicBezTo>
                  <a:cubicBezTo>
                    <a:pt x="0" y="82519"/>
                    <a:pt x="5331" y="81438"/>
                    <a:pt x="13659" y="81438"/>
                  </a:cubicBezTo>
                  <a:cubicBezTo>
                    <a:pt x="25608" y="81438"/>
                    <a:pt x="43726" y="83663"/>
                    <a:pt x="61125" y="94497"/>
                  </a:cubicBezTo>
                  <a:cubicBezTo>
                    <a:pt x="61125" y="94497"/>
                    <a:pt x="67188" y="63639"/>
                    <a:pt x="94596" y="61026"/>
                  </a:cubicBezTo>
                  <a:cubicBezTo>
                    <a:pt x="94596" y="61026"/>
                    <a:pt x="74040" y="35985"/>
                    <a:pt x="80793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75"/>
            <p:cNvSpPr/>
            <p:nvPr/>
          </p:nvSpPr>
          <p:spPr>
            <a:xfrm>
              <a:off x="4709044" y="1333486"/>
              <a:ext cx="1450189" cy="1430658"/>
            </a:xfrm>
            <a:custGeom>
              <a:avLst/>
              <a:gdLst/>
              <a:ahLst/>
              <a:cxnLst/>
              <a:rect l="l" t="t" r="r" b="b"/>
              <a:pathLst>
                <a:path w="95188" h="93906" extrusionOk="0">
                  <a:moveTo>
                    <a:pt x="12028" y="0"/>
                  </a:moveTo>
                  <a:cubicBezTo>
                    <a:pt x="19817" y="35788"/>
                    <a:pt x="1" y="61421"/>
                    <a:pt x="50" y="61421"/>
                  </a:cubicBezTo>
                  <a:cubicBezTo>
                    <a:pt x="27507" y="63245"/>
                    <a:pt x="34457" y="93906"/>
                    <a:pt x="34457" y="93906"/>
                  </a:cubicBezTo>
                  <a:cubicBezTo>
                    <a:pt x="52868" y="81694"/>
                    <a:pt x="72392" y="79467"/>
                    <a:pt x="84188" y="79467"/>
                  </a:cubicBezTo>
                  <a:cubicBezTo>
                    <a:pt x="90963" y="79467"/>
                    <a:pt x="95188" y="80202"/>
                    <a:pt x="95188" y="80202"/>
                  </a:cubicBezTo>
                  <a:cubicBezTo>
                    <a:pt x="81534" y="14789"/>
                    <a:pt x="12030" y="0"/>
                    <a:pt x="12028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rgbClr val="842BCF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75"/>
            <p:cNvSpPr/>
            <p:nvPr/>
          </p:nvSpPr>
          <p:spPr>
            <a:xfrm>
              <a:off x="4696277" y="3068280"/>
              <a:ext cx="1435183" cy="1446441"/>
            </a:xfrm>
            <a:custGeom>
              <a:avLst/>
              <a:gdLst/>
              <a:ahLst/>
              <a:cxnLst/>
              <a:rect l="l" t="t" r="r" b="b"/>
              <a:pathLst>
                <a:path w="94203" h="94942" extrusionOk="0">
                  <a:moveTo>
                    <a:pt x="32929" y="1"/>
                  </a:moveTo>
                  <a:cubicBezTo>
                    <a:pt x="30760" y="27458"/>
                    <a:pt x="1" y="34014"/>
                    <a:pt x="1" y="34014"/>
                  </a:cubicBezTo>
                  <a:cubicBezTo>
                    <a:pt x="18880" y="63245"/>
                    <a:pt x="13014" y="94942"/>
                    <a:pt x="13014" y="94942"/>
                  </a:cubicBezTo>
                  <a:cubicBezTo>
                    <a:pt x="78575" y="82125"/>
                    <a:pt x="94202" y="12769"/>
                    <a:pt x="94202" y="12768"/>
                  </a:cubicBezTo>
                  <a:lnTo>
                    <a:pt x="94202" y="12768"/>
                  </a:lnTo>
                  <a:cubicBezTo>
                    <a:pt x="88669" y="13902"/>
                    <a:pt x="83383" y="14382"/>
                    <a:pt x="78401" y="14382"/>
                  </a:cubicBezTo>
                  <a:cubicBezTo>
                    <a:pt x="51117" y="14382"/>
                    <a:pt x="32929" y="1"/>
                    <a:pt x="32929" y="1"/>
                  </a:cubicBezTo>
                  <a:close/>
                </a:path>
              </a:pathLst>
            </a:custGeom>
            <a:gradFill>
              <a:gsLst>
                <a:gs pos="0">
                  <a:srgbClr val="F742EA"/>
                </a:gs>
                <a:gs pos="100000">
                  <a:schemeClr val="l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75"/>
            <p:cNvSpPr/>
            <p:nvPr/>
          </p:nvSpPr>
          <p:spPr>
            <a:xfrm>
              <a:off x="3016299" y="3068280"/>
              <a:ext cx="1448696" cy="1431420"/>
            </a:xfrm>
            <a:custGeom>
              <a:avLst/>
              <a:gdLst/>
              <a:ahLst/>
              <a:cxnLst/>
              <a:rect l="l" t="t" r="r" b="b"/>
              <a:pathLst>
                <a:path w="95090" h="93956" extrusionOk="0">
                  <a:moveTo>
                    <a:pt x="60780" y="1"/>
                  </a:moveTo>
                  <a:cubicBezTo>
                    <a:pt x="42402" y="12087"/>
                    <a:pt x="22980" y="14311"/>
                    <a:pt x="11172" y="14311"/>
                  </a:cubicBezTo>
                  <a:cubicBezTo>
                    <a:pt x="4295" y="14311"/>
                    <a:pt x="1" y="13557"/>
                    <a:pt x="0" y="13557"/>
                  </a:cubicBezTo>
                  <a:lnTo>
                    <a:pt x="0" y="13557"/>
                  </a:lnTo>
                  <a:cubicBezTo>
                    <a:pt x="13458" y="78970"/>
                    <a:pt x="82913" y="93956"/>
                    <a:pt x="82913" y="93956"/>
                  </a:cubicBezTo>
                  <a:cubicBezTo>
                    <a:pt x="75223" y="58168"/>
                    <a:pt x="95089" y="32584"/>
                    <a:pt x="95089" y="32584"/>
                  </a:cubicBezTo>
                  <a:cubicBezTo>
                    <a:pt x="67632" y="30662"/>
                    <a:pt x="60780" y="1"/>
                    <a:pt x="60780" y="1"/>
                  </a:cubicBezTo>
                  <a:close/>
                </a:path>
              </a:pathLst>
            </a:custGeom>
            <a:gradFill>
              <a:gsLst>
                <a:gs pos="0">
                  <a:srgbClr val="463CBE"/>
                </a:gs>
                <a:gs pos="100000">
                  <a:srgbClr val="2E277B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8" name="Google Shape;658;p75"/>
          <p:cNvSpPr txBox="1"/>
          <p:nvPr/>
        </p:nvSpPr>
        <p:spPr>
          <a:xfrm flipH="1">
            <a:off x="665473" y="1723875"/>
            <a:ext cx="2532532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fr-FR" sz="1600" dirty="0" smtClean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SENSORS AND CONNECTED DEVICES</a:t>
            </a:r>
            <a:endParaRPr lang="fr-FR" sz="16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p75"/>
          <p:cNvSpPr txBox="1"/>
          <p:nvPr/>
        </p:nvSpPr>
        <p:spPr>
          <a:xfrm>
            <a:off x="5077863" y="1842575"/>
            <a:ext cx="6819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3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3" name="Google Shape;663;p75"/>
          <p:cNvSpPr txBox="1"/>
          <p:nvPr/>
        </p:nvSpPr>
        <p:spPr>
          <a:xfrm>
            <a:off x="5077863" y="3507925"/>
            <a:ext cx="6819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3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4" name="Google Shape;664;p75"/>
          <p:cNvSpPr txBox="1"/>
          <p:nvPr/>
        </p:nvSpPr>
        <p:spPr>
          <a:xfrm>
            <a:off x="3384238" y="3507925"/>
            <a:ext cx="6819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</a:t>
            </a:r>
            <a:r>
              <a:rPr lang="en" sz="2800" dirty="0" smtClean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8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5" name="Google Shape;665;p75"/>
          <p:cNvSpPr txBox="1"/>
          <p:nvPr/>
        </p:nvSpPr>
        <p:spPr>
          <a:xfrm>
            <a:off x="3384238" y="1842575"/>
            <a:ext cx="681900" cy="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30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Google Shape;658;p75"/>
          <p:cNvSpPr txBox="1"/>
          <p:nvPr/>
        </p:nvSpPr>
        <p:spPr>
          <a:xfrm flipH="1">
            <a:off x="5233250" y="1717997"/>
            <a:ext cx="2532532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fr-FR" sz="1600" dirty="0" smtClean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CONNECTIVITY</a:t>
            </a:r>
            <a:endParaRPr lang="fr-FR" sz="16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" name="Google Shape;658;p75"/>
          <p:cNvSpPr txBox="1"/>
          <p:nvPr/>
        </p:nvSpPr>
        <p:spPr>
          <a:xfrm flipH="1">
            <a:off x="5772076" y="3643151"/>
            <a:ext cx="2532532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fr-FR" sz="1600" dirty="0" smtClean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SENSORS AND CONNECTED DEVICES</a:t>
            </a:r>
            <a:endParaRPr lang="fr-FR" sz="16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" name="Google Shape;658;p75"/>
          <p:cNvSpPr txBox="1"/>
          <p:nvPr/>
        </p:nvSpPr>
        <p:spPr>
          <a:xfrm flipH="1">
            <a:off x="521396" y="3409788"/>
            <a:ext cx="2532532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fr-FR" sz="1600" dirty="0" smtClean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DATA ANALYSIS</a:t>
            </a:r>
            <a:endParaRPr lang="fr-FR" sz="16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" name="Google Shape;658;p75"/>
          <p:cNvSpPr txBox="1"/>
          <p:nvPr/>
        </p:nvSpPr>
        <p:spPr>
          <a:xfrm flipH="1">
            <a:off x="1829680" y="3638691"/>
            <a:ext cx="498835" cy="457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fr-FR" sz="2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&amp;</a:t>
            </a:r>
            <a:endParaRPr lang="fr-FR" sz="24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658;p75"/>
          <p:cNvSpPr txBox="1"/>
          <p:nvPr/>
        </p:nvSpPr>
        <p:spPr>
          <a:xfrm flipH="1">
            <a:off x="915875" y="4146711"/>
            <a:ext cx="2430473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fr-FR" sz="1600" dirty="0" smtClean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ACTION AND FEEDBACK</a:t>
            </a:r>
            <a:endParaRPr lang="fr-FR" sz="16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7"/>
          <p:cNvSpPr txBox="1">
            <a:spLocks noGrp="1"/>
          </p:cNvSpPr>
          <p:nvPr>
            <p:ph type="title"/>
          </p:nvPr>
        </p:nvSpPr>
        <p:spPr>
          <a:xfrm>
            <a:off x="1336145" y="2129748"/>
            <a:ext cx="6675246" cy="8504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fr-FR" dirty="0" smtClean="0"/>
              <a:t>AREAS OF USE</a:t>
            </a:r>
            <a:r>
              <a:rPr lang="fr-FR" dirty="0" smtClean="0"/>
              <a:t> </a:t>
            </a:r>
            <a:endParaRPr lang="fr-FR" dirty="0"/>
          </a:p>
        </p:txBody>
      </p:sp>
      <p:grpSp>
        <p:nvGrpSpPr>
          <p:cNvPr id="5" name="Google Shape;1408;p75"/>
          <p:cNvGrpSpPr/>
          <p:nvPr/>
        </p:nvGrpSpPr>
        <p:grpSpPr>
          <a:xfrm>
            <a:off x="6567054" y="3023755"/>
            <a:ext cx="2190989" cy="1203721"/>
            <a:chOff x="996540" y="923919"/>
            <a:chExt cx="1062000" cy="633564"/>
          </a:xfrm>
        </p:grpSpPr>
        <p:sp>
          <p:nvSpPr>
            <p:cNvPr id="6" name="Google Shape;1409;p75"/>
            <p:cNvSpPr/>
            <p:nvPr/>
          </p:nvSpPr>
          <p:spPr>
            <a:xfrm rot="900436">
              <a:off x="1016614" y="1109088"/>
              <a:ext cx="1021852" cy="289484"/>
            </a:xfrm>
            <a:prstGeom prst="donut">
              <a:avLst>
                <a:gd name="adj" fmla="val 3768"/>
              </a:avLst>
            </a:prstGeom>
            <a:gradFill>
              <a:gsLst>
                <a:gs pos="0">
                  <a:srgbClr val="FFECCD"/>
                </a:gs>
                <a:gs pos="100000">
                  <a:srgbClr val="FAB950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oogle Shape;1410;p75"/>
            <p:cNvGrpSpPr/>
            <p:nvPr/>
          </p:nvGrpSpPr>
          <p:grpSpPr>
            <a:xfrm rot="10623523">
              <a:off x="1215800" y="939529"/>
              <a:ext cx="623884" cy="602344"/>
              <a:chOff x="5611437" y="1091819"/>
              <a:chExt cx="822958" cy="794546"/>
            </a:xfrm>
          </p:grpSpPr>
          <p:sp>
            <p:nvSpPr>
              <p:cNvPr id="10" name="Google Shape;1411;p75"/>
              <p:cNvSpPr/>
              <p:nvPr/>
            </p:nvSpPr>
            <p:spPr>
              <a:xfrm>
                <a:off x="5975263" y="1091819"/>
                <a:ext cx="459132" cy="684421"/>
              </a:xfrm>
              <a:custGeom>
                <a:avLst/>
                <a:gdLst/>
                <a:ahLst/>
                <a:cxnLst/>
                <a:rect l="l" t="t" r="r" b="b"/>
                <a:pathLst>
                  <a:path w="12507" h="18644" extrusionOk="0">
                    <a:moveTo>
                      <a:pt x="8208" y="18644"/>
                    </a:moveTo>
                    <a:lnTo>
                      <a:pt x="12506" y="8720"/>
                    </a:lnTo>
                    <a:lnTo>
                      <a:pt x="4300" y="1"/>
                    </a:lnTo>
                    <a:lnTo>
                      <a:pt x="1" y="9924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/>
                  </a:gs>
                  <a:gs pos="100000">
                    <a:schemeClr val="accent4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1412;p75"/>
              <p:cNvSpPr/>
              <p:nvPr/>
            </p:nvSpPr>
            <p:spPr>
              <a:xfrm>
                <a:off x="5611437" y="1454839"/>
                <a:ext cx="666507" cy="431526"/>
              </a:xfrm>
              <a:custGeom>
                <a:avLst/>
                <a:gdLst/>
                <a:ahLst/>
                <a:cxnLst/>
                <a:rect l="l" t="t" r="r" b="b"/>
                <a:pathLst>
                  <a:path w="18156" h="11755" extrusionOk="0">
                    <a:moveTo>
                      <a:pt x="18156" y="8720"/>
                    </a:moveTo>
                    <a:lnTo>
                      <a:pt x="8206" y="11754"/>
                    </a:lnTo>
                    <a:lnTo>
                      <a:pt x="0" y="3035"/>
                    </a:lnTo>
                    <a:lnTo>
                      <a:pt x="9950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6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413;p75"/>
              <p:cNvSpPr/>
              <p:nvPr/>
            </p:nvSpPr>
            <p:spPr>
              <a:xfrm>
                <a:off x="5611437" y="1091819"/>
                <a:ext cx="521723" cy="474477"/>
              </a:xfrm>
              <a:custGeom>
                <a:avLst/>
                <a:gdLst/>
                <a:ahLst/>
                <a:cxnLst/>
                <a:rect l="l" t="t" r="r" b="b"/>
                <a:pathLst>
                  <a:path w="14212" h="12925" extrusionOk="0">
                    <a:moveTo>
                      <a:pt x="14211" y="1"/>
                    </a:moveTo>
                    <a:lnTo>
                      <a:pt x="4252" y="3250"/>
                    </a:lnTo>
                    <a:lnTo>
                      <a:pt x="0" y="12924"/>
                    </a:lnTo>
                    <a:lnTo>
                      <a:pt x="9950" y="989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5"/>
                  </a:gs>
                  <a:gs pos="100000">
                    <a:schemeClr val="accent4"/>
                  </a:gs>
                </a:gsLst>
                <a:lin ang="10800025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" name="Google Shape;1414;p75"/>
            <p:cNvSpPr/>
            <p:nvPr/>
          </p:nvSpPr>
          <p:spPr>
            <a:xfrm>
              <a:off x="1854658" y="1188193"/>
              <a:ext cx="131317" cy="131317"/>
            </a:xfrm>
            <a:custGeom>
              <a:avLst/>
              <a:gdLst/>
              <a:ahLst/>
              <a:cxnLst/>
              <a:rect l="l" t="t" r="r" b="b"/>
              <a:pathLst>
                <a:path w="5720" h="5720" extrusionOk="0">
                  <a:moveTo>
                    <a:pt x="5720" y="2860"/>
                  </a:moveTo>
                  <a:cubicBezTo>
                    <a:pt x="5720" y="4440"/>
                    <a:pt x="4439" y="5719"/>
                    <a:pt x="2860" y="5719"/>
                  </a:cubicBezTo>
                  <a:cubicBezTo>
                    <a:pt x="1281" y="5719"/>
                    <a:pt x="0" y="4440"/>
                    <a:pt x="0" y="2860"/>
                  </a:cubicBezTo>
                  <a:cubicBezTo>
                    <a:pt x="0" y="1281"/>
                    <a:pt x="1281" y="1"/>
                    <a:pt x="2860" y="1"/>
                  </a:cubicBezTo>
                  <a:cubicBezTo>
                    <a:pt x="4439" y="1"/>
                    <a:pt x="5720" y="1281"/>
                    <a:pt x="5720" y="286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415;p75"/>
            <p:cNvSpPr/>
            <p:nvPr/>
          </p:nvSpPr>
          <p:spPr>
            <a:xfrm>
              <a:off x="1044120" y="1175093"/>
              <a:ext cx="131317" cy="131317"/>
            </a:xfrm>
            <a:custGeom>
              <a:avLst/>
              <a:gdLst/>
              <a:ahLst/>
              <a:cxnLst/>
              <a:rect l="l" t="t" r="r" b="b"/>
              <a:pathLst>
                <a:path w="5720" h="5720" extrusionOk="0">
                  <a:moveTo>
                    <a:pt x="5720" y="2860"/>
                  </a:moveTo>
                  <a:cubicBezTo>
                    <a:pt x="5720" y="4440"/>
                    <a:pt x="4439" y="5719"/>
                    <a:pt x="2860" y="5719"/>
                  </a:cubicBezTo>
                  <a:cubicBezTo>
                    <a:pt x="1281" y="5719"/>
                    <a:pt x="0" y="4440"/>
                    <a:pt x="0" y="2860"/>
                  </a:cubicBezTo>
                  <a:cubicBezTo>
                    <a:pt x="0" y="1281"/>
                    <a:pt x="1281" y="1"/>
                    <a:pt x="2860" y="1"/>
                  </a:cubicBezTo>
                  <a:cubicBezTo>
                    <a:pt x="4439" y="1"/>
                    <a:pt x="5720" y="1281"/>
                    <a:pt x="5720" y="286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682;p76"/>
          <p:cNvSpPr txBox="1"/>
          <p:nvPr/>
        </p:nvSpPr>
        <p:spPr>
          <a:xfrm>
            <a:off x="3460173" y="920229"/>
            <a:ext cx="2136640" cy="1181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 smtClean="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8000" dirty="0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9421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76"/>
          <p:cNvSpPr txBox="1">
            <a:spLocks noGrp="1"/>
          </p:cNvSpPr>
          <p:nvPr>
            <p:ph type="title"/>
          </p:nvPr>
        </p:nvSpPr>
        <p:spPr>
          <a:xfrm>
            <a:off x="716550" y="538975"/>
            <a:ext cx="7710900" cy="4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SOMETIMES, REVIEWING CONCEPTS IS A GOOD IDEA</a:t>
            </a:r>
            <a:endParaRPr/>
          </a:p>
        </p:txBody>
      </p:sp>
      <p:grpSp>
        <p:nvGrpSpPr>
          <p:cNvPr id="671" name="Google Shape;671;p76"/>
          <p:cNvGrpSpPr/>
          <p:nvPr/>
        </p:nvGrpSpPr>
        <p:grpSpPr>
          <a:xfrm>
            <a:off x="1080900" y="1694526"/>
            <a:ext cx="2949606" cy="2497141"/>
            <a:chOff x="1080900" y="1694526"/>
            <a:chExt cx="2949606" cy="2497141"/>
          </a:xfrm>
        </p:grpSpPr>
        <p:sp>
          <p:nvSpPr>
            <p:cNvPr id="672" name="Google Shape;672;p76"/>
            <p:cNvSpPr/>
            <p:nvPr/>
          </p:nvSpPr>
          <p:spPr>
            <a:xfrm>
              <a:off x="1080900" y="1882243"/>
              <a:ext cx="2949606" cy="1457432"/>
            </a:xfrm>
            <a:custGeom>
              <a:avLst/>
              <a:gdLst/>
              <a:ahLst/>
              <a:cxnLst/>
              <a:rect l="l" t="t" r="r" b="b"/>
              <a:pathLst>
                <a:path w="33280" h="16444" extrusionOk="0">
                  <a:moveTo>
                    <a:pt x="16640" y="1"/>
                  </a:moveTo>
                  <a:cubicBezTo>
                    <a:pt x="12382" y="1"/>
                    <a:pt x="8124" y="940"/>
                    <a:pt x="4870" y="2818"/>
                  </a:cubicBezTo>
                  <a:cubicBezTo>
                    <a:pt x="1638" y="4696"/>
                    <a:pt x="1" y="7141"/>
                    <a:pt x="1" y="9609"/>
                  </a:cubicBezTo>
                  <a:lnTo>
                    <a:pt x="1" y="16443"/>
                  </a:lnTo>
                  <a:lnTo>
                    <a:pt x="5285" y="16443"/>
                  </a:lnTo>
                  <a:cubicBezTo>
                    <a:pt x="5285" y="14762"/>
                    <a:pt x="6399" y="13103"/>
                    <a:pt x="8626" y="11814"/>
                  </a:cubicBezTo>
                  <a:cubicBezTo>
                    <a:pt x="10831" y="10526"/>
                    <a:pt x="13730" y="9882"/>
                    <a:pt x="16632" y="9882"/>
                  </a:cubicBezTo>
                  <a:cubicBezTo>
                    <a:pt x="19533" y="9882"/>
                    <a:pt x="22437" y="10526"/>
                    <a:pt x="24654" y="11814"/>
                  </a:cubicBezTo>
                  <a:cubicBezTo>
                    <a:pt x="26881" y="13081"/>
                    <a:pt x="27995" y="14762"/>
                    <a:pt x="27995" y="16443"/>
                  </a:cubicBezTo>
                  <a:lnTo>
                    <a:pt x="33279" y="16443"/>
                  </a:lnTo>
                  <a:lnTo>
                    <a:pt x="33279" y="9609"/>
                  </a:lnTo>
                  <a:cubicBezTo>
                    <a:pt x="33279" y="7141"/>
                    <a:pt x="31641" y="4696"/>
                    <a:pt x="28410" y="2818"/>
                  </a:cubicBezTo>
                  <a:cubicBezTo>
                    <a:pt x="25156" y="940"/>
                    <a:pt x="20898" y="1"/>
                    <a:pt x="166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76"/>
            <p:cNvSpPr/>
            <p:nvPr/>
          </p:nvSpPr>
          <p:spPr>
            <a:xfrm>
              <a:off x="1080900" y="1882243"/>
              <a:ext cx="2949606" cy="851646"/>
            </a:xfrm>
            <a:custGeom>
              <a:avLst/>
              <a:gdLst/>
              <a:ahLst/>
              <a:cxnLst/>
              <a:rect l="l" t="t" r="r" b="b"/>
              <a:pathLst>
                <a:path w="33280" h="9609" extrusionOk="0">
                  <a:moveTo>
                    <a:pt x="16640" y="1"/>
                  </a:moveTo>
                  <a:cubicBezTo>
                    <a:pt x="12382" y="1"/>
                    <a:pt x="8124" y="940"/>
                    <a:pt x="4870" y="2818"/>
                  </a:cubicBezTo>
                  <a:cubicBezTo>
                    <a:pt x="1638" y="4696"/>
                    <a:pt x="1" y="7141"/>
                    <a:pt x="1" y="9609"/>
                  </a:cubicBezTo>
                  <a:lnTo>
                    <a:pt x="5285" y="9609"/>
                  </a:lnTo>
                  <a:cubicBezTo>
                    <a:pt x="5285" y="7927"/>
                    <a:pt x="6399" y="6246"/>
                    <a:pt x="8626" y="4958"/>
                  </a:cubicBezTo>
                  <a:cubicBezTo>
                    <a:pt x="10831" y="3680"/>
                    <a:pt x="13736" y="3041"/>
                    <a:pt x="16640" y="3041"/>
                  </a:cubicBezTo>
                  <a:cubicBezTo>
                    <a:pt x="19544" y="3041"/>
                    <a:pt x="22448" y="3680"/>
                    <a:pt x="24654" y="4958"/>
                  </a:cubicBezTo>
                  <a:cubicBezTo>
                    <a:pt x="26881" y="6246"/>
                    <a:pt x="27995" y="7927"/>
                    <a:pt x="27995" y="9609"/>
                  </a:cubicBezTo>
                  <a:lnTo>
                    <a:pt x="33279" y="9609"/>
                  </a:lnTo>
                  <a:cubicBezTo>
                    <a:pt x="33279" y="7141"/>
                    <a:pt x="31663" y="4696"/>
                    <a:pt x="28410" y="2818"/>
                  </a:cubicBezTo>
                  <a:cubicBezTo>
                    <a:pt x="25156" y="940"/>
                    <a:pt x="20898" y="1"/>
                    <a:pt x="166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76"/>
            <p:cNvSpPr/>
            <p:nvPr/>
          </p:nvSpPr>
          <p:spPr>
            <a:xfrm>
              <a:off x="1628631" y="1694526"/>
              <a:ext cx="1854140" cy="2392212"/>
            </a:xfrm>
            <a:custGeom>
              <a:avLst/>
              <a:gdLst/>
              <a:ahLst/>
              <a:cxnLst/>
              <a:rect l="l" t="t" r="r" b="b"/>
              <a:pathLst>
                <a:path w="20920" h="26991" extrusionOk="0">
                  <a:moveTo>
                    <a:pt x="10449" y="1"/>
                  </a:moveTo>
                  <a:cubicBezTo>
                    <a:pt x="7774" y="1"/>
                    <a:pt x="5099" y="590"/>
                    <a:pt x="3057" y="1769"/>
                  </a:cubicBezTo>
                  <a:cubicBezTo>
                    <a:pt x="1026" y="2949"/>
                    <a:pt x="0" y="4499"/>
                    <a:pt x="0" y="6027"/>
                  </a:cubicBezTo>
                  <a:lnTo>
                    <a:pt x="0" y="20942"/>
                  </a:lnTo>
                  <a:cubicBezTo>
                    <a:pt x="0" y="22492"/>
                    <a:pt x="1026" y="24042"/>
                    <a:pt x="3057" y="25221"/>
                  </a:cubicBezTo>
                  <a:cubicBezTo>
                    <a:pt x="5110" y="26401"/>
                    <a:pt x="7785" y="26990"/>
                    <a:pt x="10457" y="26990"/>
                  </a:cubicBezTo>
                  <a:cubicBezTo>
                    <a:pt x="13129" y="26990"/>
                    <a:pt x="15799" y="26401"/>
                    <a:pt x="17840" y="25221"/>
                  </a:cubicBezTo>
                  <a:cubicBezTo>
                    <a:pt x="19871" y="24042"/>
                    <a:pt x="20898" y="22492"/>
                    <a:pt x="20898" y="20942"/>
                  </a:cubicBezTo>
                  <a:lnTo>
                    <a:pt x="20898" y="6027"/>
                  </a:lnTo>
                  <a:cubicBezTo>
                    <a:pt x="20919" y="4499"/>
                    <a:pt x="19893" y="2949"/>
                    <a:pt x="17840" y="1769"/>
                  </a:cubicBezTo>
                  <a:cubicBezTo>
                    <a:pt x="15799" y="590"/>
                    <a:pt x="13124" y="1"/>
                    <a:pt x="104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76"/>
            <p:cNvSpPr/>
            <p:nvPr/>
          </p:nvSpPr>
          <p:spPr>
            <a:xfrm>
              <a:off x="1537609" y="1694526"/>
              <a:ext cx="2036097" cy="1070385"/>
            </a:xfrm>
            <a:custGeom>
              <a:avLst/>
              <a:gdLst/>
              <a:ahLst/>
              <a:cxnLst/>
              <a:rect l="l" t="t" r="r" b="b"/>
              <a:pathLst>
                <a:path w="22973" h="12077" extrusionOk="0">
                  <a:moveTo>
                    <a:pt x="11487" y="1933"/>
                  </a:moveTo>
                  <a:cubicBezTo>
                    <a:pt x="13310" y="1933"/>
                    <a:pt x="15133" y="2337"/>
                    <a:pt x="16531" y="3145"/>
                  </a:cubicBezTo>
                  <a:cubicBezTo>
                    <a:pt x="19304" y="4739"/>
                    <a:pt x="19304" y="7338"/>
                    <a:pt x="16531" y="8954"/>
                  </a:cubicBezTo>
                  <a:cubicBezTo>
                    <a:pt x="15133" y="9761"/>
                    <a:pt x="13310" y="10165"/>
                    <a:pt x="11487" y="10165"/>
                  </a:cubicBezTo>
                  <a:cubicBezTo>
                    <a:pt x="9663" y="10165"/>
                    <a:pt x="7840" y="9761"/>
                    <a:pt x="6443" y="8954"/>
                  </a:cubicBezTo>
                  <a:cubicBezTo>
                    <a:pt x="3669" y="7359"/>
                    <a:pt x="3669" y="4739"/>
                    <a:pt x="6443" y="3145"/>
                  </a:cubicBezTo>
                  <a:cubicBezTo>
                    <a:pt x="7840" y="2337"/>
                    <a:pt x="9663" y="1933"/>
                    <a:pt x="11487" y="1933"/>
                  </a:cubicBezTo>
                  <a:close/>
                  <a:moveTo>
                    <a:pt x="11476" y="1"/>
                  </a:moveTo>
                  <a:cubicBezTo>
                    <a:pt x="8801" y="1"/>
                    <a:pt x="6126" y="590"/>
                    <a:pt x="4084" y="1769"/>
                  </a:cubicBezTo>
                  <a:cubicBezTo>
                    <a:pt x="1" y="4128"/>
                    <a:pt x="1" y="7949"/>
                    <a:pt x="4084" y="10307"/>
                  </a:cubicBezTo>
                  <a:cubicBezTo>
                    <a:pt x="6137" y="11487"/>
                    <a:pt x="8812" y="12076"/>
                    <a:pt x="11484" y="12076"/>
                  </a:cubicBezTo>
                  <a:cubicBezTo>
                    <a:pt x="14156" y="12076"/>
                    <a:pt x="16826" y="11487"/>
                    <a:pt x="18867" y="10307"/>
                  </a:cubicBezTo>
                  <a:cubicBezTo>
                    <a:pt x="22951" y="7949"/>
                    <a:pt x="22973" y="4128"/>
                    <a:pt x="18867" y="1769"/>
                  </a:cubicBezTo>
                  <a:cubicBezTo>
                    <a:pt x="16826" y="590"/>
                    <a:pt x="14151" y="1"/>
                    <a:pt x="114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76"/>
            <p:cNvSpPr/>
            <p:nvPr/>
          </p:nvSpPr>
          <p:spPr>
            <a:xfrm>
              <a:off x="1922793" y="1864871"/>
              <a:ext cx="1263864" cy="729691"/>
            </a:xfrm>
            <a:custGeom>
              <a:avLst/>
              <a:gdLst/>
              <a:ahLst/>
              <a:cxnLst/>
              <a:rect l="l" t="t" r="r" b="b"/>
              <a:pathLst>
                <a:path w="14260" h="8233" extrusionOk="0">
                  <a:moveTo>
                    <a:pt x="7141" y="0"/>
                  </a:moveTo>
                  <a:cubicBezTo>
                    <a:pt x="3210" y="0"/>
                    <a:pt x="0" y="1835"/>
                    <a:pt x="0" y="4105"/>
                  </a:cubicBezTo>
                  <a:cubicBezTo>
                    <a:pt x="0" y="6376"/>
                    <a:pt x="3210" y="8233"/>
                    <a:pt x="7141" y="8233"/>
                  </a:cubicBezTo>
                  <a:cubicBezTo>
                    <a:pt x="11071" y="8233"/>
                    <a:pt x="14259" y="6376"/>
                    <a:pt x="14259" y="4105"/>
                  </a:cubicBezTo>
                  <a:cubicBezTo>
                    <a:pt x="14259" y="1835"/>
                    <a:pt x="11071" y="0"/>
                    <a:pt x="71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76"/>
            <p:cNvSpPr/>
            <p:nvPr/>
          </p:nvSpPr>
          <p:spPr>
            <a:xfrm>
              <a:off x="1080900" y="2733793"/>
              <a:ext cx="2949606" cy="1457875"/>
            </a:xfrm>
            <a:custGeom>
              <a:avLst/>
              <a:gdLst/>
              <a:ahLst/>
              <a:cxnLst/>
              <a:rect l="l" t="t" r="r" b="b"/>
              <a:pathLst>
                <a:path w="33280" h="16449" extrusionOk="0">
                  <a:moveTo>
                    <a:pt x="1" y="1"/>
                  </a:moveTo>
                  <a:lnTo>
                    <a:pt x="1" y="6835"/>
                  </a:lnTo>
                  <a:cubicBezTo>
                    <a:pt x="1" y="9303"/>
                    <a:pt x="1638" y="11749"/>
                    <a:pt x="4870" y="13648"/>
                  </a:cubicBezTo>
                  <a:cubicBezTo>
                    <a:pt x="8124" y="15515"/>
                    <a:pt x="12382" y="16449"/>
                    <a:pt x="16640" y="16449"/>
                  </a:cubicBezTo>
                  <a:cubicBezTo>
                    <a:pt x="20898" y="16449"/>
                    <a:pt x="25156" y="15515"/>
                    <a:pt x="28410" y="13648"/>
                  </a:cubicBezTo>
                  <a:cubicBezTo>
                    <a:pt x="31663" y="11770"/>
                    <a:pt x="33279" y="9303"/>
                    <a:pt x="33279" y="6835"/>
                  </a:cubicBezTo>
                  <a:lnTo>
                    <a:pt x="33279" y="1"/>
                  </a:lnTo>
                  <a:lnTo>
                    <a:pt x="27995" y="1"/>
                  </a:lnTo>
                  <a:cubicBezTo>
                    <a:pt x="27995" y="1682"/>
                    <a:pt x="26881" y="3342"/>
                    <a:pt x="24654" y="4630"/>
                  </a:cubicBezTo>
                  <a:cubicBezTo>
                    <a:pt x="22448" y="5907"/>
                    <a:pt x="19544" y="6546"/>
                    <a:pt x="16640" y="6546"/>
                  </a:cubicBezTo>
                  <a:cubicBezTo>
                    <a:pt x="13736" y="6546"/>
                    <a:pt x="10831" y="5907"/>
                    <a:pt x="8626" y="4630"/>
                  </a:cubicBezTo>
                  <a:cubicBezTo>
                    <a:pt x="6792" y="3582"/>
                    <a:pt x="5722" y="2250"/>
                    <a:pt x="5394" y="874"/>
                  </a:cubicBezTo>
                  <a:lnTo>
                    <a:pt x="528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76"/>
            <p:cNvSpPr/>
            <p:nvPr/>
          </p:nvSpPr>
          <p:spPr>
            <a:xfrm>
              <a:off x="1080900" y="2733793"/>
              <a:ext cx="2949606" cy="851646"/>
            </a:xfrm>
            <a:custGeom>
              <a:avLst/>
              <a:gdLst/>
              <a:ahLst/>
              <a:cxnLst/>
              <a:rect l="l" t="t" r="r" b="b"/>
              <a:pathLst>
                <a:path w="33280" h="9609" extrusionOk="0">
                  <a:moveTo>
                    <a:pt x="1" y="1"/>
                  </a:moveTo>
                  <a:cubicBezTo>
                    <a:pt x="1" y="2446"/>
                    <a:pt x="1638" y="4914"/>
                    <a:pt x="4870" y="6792"/>
                  </a:cubicBezTo>
                  <a:cubicBezTo>
                    <a:pt x="8124" y="8670"/>
                    <a:pt x="12382" y="9609"/>
                    <a:pt x="16640" y="9609"/>
                  </a:cubicBezTo>
                  <a:cubicBezTo>
                    <a:pt x="20898" y="9609"/>
                    <a:pt x="25156" y="8670"/>
                    <a:pt x="28410" y="6792"/>
                  </a:cubicBezTo>
                  <a:cubicBezTo>
                    <a:pt x="31663" y="4914"/>
                    <a:pt x="33279" y="2446"/>
                    <a:pt x="33279" y="1"/>
                  </a:cubicBezTo>
                  <a:lnTo>
                    <a:pt x="27995" y="1"/>
                  </a:lnTo>
                  <a:cubicBezTo>
                    <a:pt x="27995" y="1682"/>
                    <a:pt x="26881" y="3342"/>
                    <a:pt x="24654" y="4630"/>
                  </a:cubicBezTo>
                  <a:cubicBezTo>
                    <a:pt x="22448" y="5907"/>
                    <a:pt x="19544" y="6546"/>
                    <a:pt x="16640" y="6546"/>
                  </a:cubicBezTo>
                  <a:cubicBezTo>
                    <a:pt x="13736" y="6546"/>
                    <a:pt x="10831" y="5907"/>
                    <a:pt x="8626" y="4630"/>
                  </a:cubicBezTo>
                  <a:cubicBezTo>
                    <a:pt x="6399" y="3363"/>
                    <a:pt x="5285" y="1682"/>
                    <a:pt x="52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9" name="Google Shape;679;p76"/>
          <p:cNvSpPr txBox="1"/>
          <p:nvPr/>
        </p:nvSpPr>
        <p:spPr>
          <a:xfrm>
            <a:off x="5028100" y="1601288"/>
            <a:ext cx="1035600" cy="7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5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0" name="Google Shape;680;p76"/>
          <p:cNvSpPr txBox="1"/>
          <p:nvPr/>
        </p:nvSpPr>
        <p:spPr>
          <a:xfrm>
            <a:off x="6063589" y="1601300"/>
            <a:ext cx="1999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MARS</a:t>
            </a:r>
            <a:endParaRPr sz="17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1" name="Google Shape;681;p76"/>
          <p:cNvSpPr txBox="1"/>
          <p:nvPr/>
        </p:nvSpPr>
        <p:spPr>
          <a:xfrm>
            <a:off x="6063589" y="1921600"/>
            <a:ext cx="19995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Despite being red, Mars is actually very a cold</a:t>
            </a:r>
            <a:endParaRPr>
              <a:solidFill>
                <a:schemeClr val="lt1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682" name="Google Shape;682;p76"/>
          <p:cNvSpPr txBox="1"/>
          <p:nvPr/>
        </p:nvSpPr>
        <p:spPr>
          <a:xfrm>
            <a:off x="5028100" y="2551456"/>
            <a:ext cx="1035600" cy="7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5000" dirty="0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3" name="Google Shape;683;p76"/>
          <p:cNvSpPr txBox="1"/>
          <p:nvPr/>
        </p:nvSpPr>
        <p:spPr>
          <a:xfrm>
            <a:off x="5028100" y="3501099"/>
            <a:ext cx="1035600" cy="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5000">
              <a:solidFill>
                <a:schemeClr val="accen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4" name="Google Shape;684;p76"/>
          <p:cNvSpPr txBox="1"/>
          <p:nvPr/>
        </p:nvSpPr>
        <p:spPr>
          <a:xfrm>
            <a:off x="6063589" y="2551507"/>
            <a:ext cx="1999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NEPTUNE</a:t>
            </a:r>
            <a:endParaRPr sz="17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5" name="Google Shape;685;p76"/>
          <p:cNvSpPr txBox="1"/>
          <p:nvPr/>
        </p:nvSpPr>
        <p:spPr>
          <a:xfrm>
            <a:off x="6063589" y="2871807"/>
            <a:ext cx="19995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Neptune is the farthest planet from the Sun</a:t>
            </a:r>
            <a:endParaRPr>
              <a:solidFill>
                <a:schemeClr val="lt1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686" name="Google Shape;686;p76"/>
          <p:cNvSpPr txBox="1"/>
          <p:nvPr/>
        </p:nvSpPr>
        <p:spPr>
          <a:xfrm>
            <a:off x="6063589" y="3501627"/>
            <a:ext cx="1999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 SUN </a:t>
            </a:r>
            <a:endParaRPr sz="17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7" name="Google Shape;687;p76"/>
          <p:cNvSpPr txBox="1"/>
          <p:nvPr/>
        </p:nvSpPr>
        <p:spPr>
          <a:xfrm>
            <a:off x="6063589" y="3821927"/>
            <a:ext cx="1999500" cy="4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rPr>
              <a:t>The Sun is the star at the center of the Solar System</a:t>
            </a:r>
            <a:endParaRPr>
              <a:solidFill>
                <a:schemeClr val="lt1"/>
              </a:solidFill>
              <a:latin typeface="Abel"/>
              <a:ea typeface="Abel"/>
              <a:cs typeface="Abel"/>
              <a:sym typeface="A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8"/>
          <p:cNvSpPr txBox="1">
            <a:spLocks noGrp="1"/>
          </p:cNvSpPr>
          <p:nvPr>
            <p:ph type="title"/>
          </p:nvPr>
        </p:nvSpPr>
        <p:spPr>
          <a:xfrm>
            <a:off x="911490" y="482544"/>
            <a:ext cx="5012845" cy="7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dirty="0" smtClean="0"/>
              <a:t>INTELLIGENT HOMES </a:t>
            </a:r>
            <a:endParaRPr sz="3600" dirty="0"/>
          </a:p>
        </p:txBody>
      </p:sp>
      <p:grpSp>
        <p:nvGrpSpPr>
          <p:cNvPr id="436" name="Google Shape;436;p58"/>
          <p:cNvGrpSpPr/>
          <p:nvPr/>
        </p:nvGrpSpPr>
        <p:grpSpPr>
          <a:xfrm>
            <a:off x="5924335" y="1160302"/>
            <a:ext cx="2725580" cy="2373122"/>
            <a:chOff x="5354461" y="1385190"/>
            <a:chExt cx="2725580" cy="2373122"/>
          </a:xfrm>
        </p:grpSpPr>
        <p:pic>
          <p:nvPicPr>
            <p:cNvPr id="437" name="Google Shape;437;p5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5481811" y="2117112"/>
              <a:ext cx="2598230" cy="1641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8" name="Google Shape;438;p5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5354461" y="1559474"/>
              <a:ext cx="2598230" cy="1641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9" name="Google Shape;439;p5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5864952" y="1385190"/>
              <a:ext cx="1407560" cy="143967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" name="Imag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40" y="1223405"/>
            <a:ext cx="4673016" cy="35047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2868" y="1120404"/>
            <a:ext cx="2774977" cy="255752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434;p58"/>
          <p:cNvSpPr txBox="1">
            <a:spLocks noGrp="1"/>
          </p:cNvSpPr>
          <p:nvPr>
            <p:ph type="title"/>
          </p:nvPr>
        </p:nvSpPr>
        <p:spPr>
          <a:xfrm>
            <a:off x="702205" y="440980"/>
            <a:ext cx="5012845" cy="7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fr-FR" sz="3600" dirty="0" smtClean="0"/>
              <a:t>HEALTHCARE</a:t>
            </a:r>
            <a:endParaRPr sz="36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05" y="1120404"/>
            <a:ext cx="4673016" cy="46730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34;p58"/>
          <p:cNvSpPr txBox="1">
            <a:spLocks noGrp="1"/>
          </p:cNvSpPr>
          <p:nvPr>
            <p:ph type="title"/>
          </p:nvPr>
        </p:nvSpPr>
        <p:spPr>
          <a:xfrm>
            <a:off x="2094587" y="690363"/>
            <a:ext cx="5012845" cy="7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fr-FR" sz="3600" dirty="0" smtClean="0"/>
              <a:t>INDUSTRY</a:t>
            </a:r>
            <a:endParaRPr sz="36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661" y="1375045"/>
            <a:ext cx="3624981" cy="36249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34;p58"/>
          <p:cNvSpPr txBox="1">
            <a:spLocks noGrp="1"/>
          </p:cNvSpPr>
          <p:nvPr>
            <p:ph type="title"/>
          </p:nvPr>
        </p:nvSpPr>
        <p:spPr>
          <a:xfrm>
            <a:off x="951587" y="337072"/>
            <a:ext cx="5999931" cy="7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fr-FR" sz="3600" dirty="0" smtClean="0"/>
              <a:t>INTELLIGENT TRANSPORT</a:t>
            </a:r>
            <a:endParaRPr lang="fr-FR" sz="36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947" y="1573233"/>
            <a:ext cx="4673016" cy="26412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48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7577" y="1959565"/>
            <a:ext cx="2706423" cy="308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434;p58"/>
          <p:cNvSpPr txBox="1">
            <a:spLocks noGrp="1"/>
          </p:cNvSpPr>
          <p:nvPr>
            <p:ph type="title"/>
          </p:nvPr>
        </p:nvSpPr>
        <p:spPr>
          <a:xfrm>
            <a:off x="753716" y="412438"/>
            <a:ext cx="5012845" cy="7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fr-FR" sz="3600" dirty="0" smtClean="0"/>
              <a:t>SMART CITY</a:t>
            </a:r>
            <a:endParaRPr sz="3600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379" y="932019"/>
            <a:ext cx="3619517" cy="39932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79"/>
          <p:cNvSpPr txBox="1">
            <a:spLocks noGrp="1"/>
          </p:cNvSpPr>
          <p:nvPr>
            <p:ph type="title"/>
          </p:nvPr>
        </p:nvSpPr>
        <p:spPr>
          <a:xfrm>
            <a:off x="2325449" y="2533150"/>
            <a:ext cx="5270305" cy="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IoT ADVANTAGES</a:t>
            </a:r>
            <a:endParaRPr dirty="0"/>
          </a:p>
        </p:txBody>
      </p:sp>
      <p:sp>
        <p:nvSpPr>
          <p:cNvPr id="725" name="Google Shape;725;p79"/>
          <p:cNvSpPr txBox="1">
            <a:spLocks noGrp="1"/>
          </p:cNvSpPr>
          <p:nvPr>
            <p:ph type="title" idx="2"/>
          </p:nvPr>
        </p:nvSpPr>
        <p:spPr>
          <a:xfrm>
            <a:off x="3648000" y="1582850"/>
            <a:ext cx="1848000" cy="76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26" name="Google Shape;726;p79"/>
          <p:cNvSpPr/>
          <p:nvPr/>
        </p:nvSpPr>
        <p:spPr>
          <a:xfrm>
            <a:off x="8374450" y="287050"/>
            <a:ext cx="408300" cy="408300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79">
            <a:hlinkClick r:id="rId3" action="ppaction://hlinksldjump"/>
          </p:cNvPr>
          <p:cNvSpPr/>
          <p:nvPr/>
        </p:nvSpPr>
        <p:spPr>
          <a:xfrm>
            <a:off x="4466816" y="4426587"/>
            <a:ext cx="210367" cy="210316"/>
          </a:xfrm>
          <a:custGeom>
            <a:avLst/>
            <a:gdLst/>
            <a:ahLst/>
            <a:cxnLst/>
            <a:rect l="l" t="t" r="r" b="b"/>
            <a:pathLst>
              <a:path w="60712" h="60349" extrusionOk="0">
                <a:moveTo>
                  <a:pt x="36809" y="38794"/>
                </a:moveTo>
                <a:lnTo>
                  <a:pt x="36809" y="56043"/>
                </a:lnTo>
                <a:lnTo>
                  <a:pt x="23879" y="56043"/>
                </a:lnTo>
                <a:lnTo>
                  <a:pt x="23879" y="38794"/>
                </a:lnTo>
                <a:close/>
                <a:moveTo>
                  <a:pt x="30344" y="5206"/>
                </a:moveTo>
                <a:lnTo>
                  <a:pt x="51898" y="26761"/>
                </a:lnTo>
                <a:lnTo>
                  <a:pt x="51898" y="56043"/>
                </a:lnTo>
                <a:lnTo>
                  <a:pt x="41115" y="56043"/>
                </a:lnTo>
                <a:lnTo>
                  <a:pt x="41115" y="36635"/>
                </a:lnTo>
                <a:cubicBezTo>
                  <a:pt x="41115" y="35448"/>
                  <a:pt x="40155" y="34488"/>
                  <a:pt x="38968" y="34488"/>
                </a:cubicBezTo>
                <a:lnTo>
                  <a:pt x="21719" y="34488"/>
                </a:lnTo>
                <a:cubicBezTo>
                  <a:pt x="21712" y="34488"/>
                  <a:pt x="21704" y="34488"/>
                  <a:pt x="21697" y="34488"/>
                </a:cubicBezTo>
                <a:cubicBezTo>
                  <a:pt x="20520" y="34488"/>
                  <a:pt x="19573" y="35456"/>
                  <a:pt x="19573" y="36635"/>
                </a:cubicBezTo>
                <a:lnTo>
                  <a:pt x="19573" y="56043"/>
                </a:lnTo>
                <a:lnTo>
                  <a:pt x="8789" y="56043"/>
                </a:lnTo>
                <a:lnTo>
                  <a:pt x="8789" y="26761"/>
                </a:lnTo>
                <a:lnTo>
                  <a:pt x="30344" y="5206"/>
                </a:lnTo>
                <a:close/>
                <a:moveTo>
                  <a:pt x="30344" y="1"/>
                </a:moveTo>
                <a:cubicBezTo>
                  <a:pt x="29791" y="1"/>
                  <a:pt x="29239" y="212"/>
                  <a:pt x="28816" y="635"/>
                </a:cubicBezTo>
                <a:lnTo>
                  <a:pt x="5115" y="24336"/>
                </a:lnTo>
                <a:lnTo>
                  <a:pt x="796" y="28655"/>
                </a:lnTo>
                <a:cubicBezTo>
                  <a:pt x="1" y="29501"/>
                  <a:pt x="14" y="30827"/>
                  <a:pt x="847" y="31660"/>
                </a:cubicBezTo>
                <a:cubicBezTo>
                  <a:pt x="1264" y="32077"/>
                  <a:pt x="1811" y="32285"/>
                  <a:pt x="2361" y="32285"/>
                </a:cubicBezTo>
                <a:cubicBezTo>
                  <a:pt x="2894" y="32285"/>
                  <a:pt x="3430" y="32089"/>
                  <a:pt x="3852" y="31698"/>
                </a:cubicBezTo>
                <a:lnTo>
                  <a:pt x="4483" y="31066"/>
                </a:lnTo>
                <a:lnTo>
                  <a:pt x="4483" y="58189"/>
                </a:lnTo>
                <a:cubicBezTo>
                  <a:pt x="4483" y="59376"/>
                  <a:pt x="5443" y="60349"/>
                  <a:pt x="6630" y="60349"/>
                </a:cubicBezTo>
                <a:lnTo>
                  <a:pt x="54045" y="60349"/>
                </a:lnTo>
                <a:cubicBezTo>
                  <a:pt x="55232" y="60336"/>
                  <a:pt x="56191" y="59376"/>
                  <a:pt x="56204" y="58189"/>
                </a:cubicBezTo>
                <a:lnTo>
                  <a:pt x="56204" y="31066"/>
                </a:lnTo>
                <a:lnTo>
                  <a:pt x="56835" y="31698"/>
                </a:lnTo>
                <a:cubicBezTo>
                  <a:pt x="57252" y="32115"/>
                  <a:pt x="57801" y="32323"/>
                  <a:pt x="58352" y="32323"/>
                </a:cubicBezTo>
                <a:cubicBezTo>
                  <a:pt x="58903" y="32323"/>
                  <a:pt x="59455" y="32115"/>
                  <a:pt x="59878" y="31698"/>
                </a:cubicBezTo>
                <a:cubicBezTo>
                  <a:pt x="60712" y="30852"/>
                  <a:pt x="60712" y="29488"/>
                  <a:pt x="59878" y="28642"/>
                </a:cubicBezTo>
                <a:lnTo>
                  <a:pt x="59878" y="28655"/>
                </a:lnTo>
                <a:lnTo>
                  <a:pt x="31872" y="635"/>
                </a:lnTo>
                <a:cubicBezTo>
                  <a:pt x="31449" y="212"/>
                  <a:pt x="30896" y="1"/>
                  <a:pt x="3034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6126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9" name="Google Shape;1489;p96"/>
          <p:cNvCxnSpPr/>
          <p:nvPr/>
        </p:nvCxnSpPr>
        <p:spPr>
          <a:xfrm>
            <a:off x="719100" y="2122850"/>
            <a:ext cx="7705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1491" name="Google Shape;1491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5385" y="4098499"/>
            <a:ext cx="710070" cy="929164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Google Shape;1494;p96"/>
          <p:cNvSpPr txBox="1"/>
          <p:nvPr/>
        </p:nvSpPr>
        <p:spPr>
          <a:xfrm>
            <a:off x="602785" y="2850275"/>
            <a:ext cx="2532113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fr-FR" sz="1500" dirty="0" smtClean="0">
                <a:solidFill>
                  <a:schemeClr val="lt1"/>
                </a:solidFill>
                <a:latin typeface="Poppins"/>
                <a:ea typeface="Poppins"/>
                <a:cs typeface="Poppins"/>
              </a:rPr>
              <a:t>AUTOMATISATION ET EFFICACITÉ</a:t>
            </a:r>
            <a:endParaRPr lang="fr-FR" sz="15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6" name="Google Shape;1496;p96"/>
          <p:cNvSpPr txBox="1"/>
          <p:nvPr/>
        </p:nvSpPr>
        <p:spPr>
          <a:xfrm>
            <a:off x="2969450" y="2850275"/>
            <a:ext cx="1789585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fr-FR" sz="1500" dirty="0" smtClean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MONITORING AND TRACKING</a:t>
            </a:r>
            <a:endParaRPr lang="fr-FR" sz="15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8" name="Google Shape;1498;p96"/>
          <p:cNvSpPr txBox="1"/>
          <p:nvPr/>
        </p:nvSpPr>
        <p:spPr>
          <a:xfrm>
            <a:off x="4968382" y="2833914"/>
            <a:ext cx="2044104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fr-FR" sz="1500" dirty="0" smtClean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DATA-DRIVEN DECISION-MAKING</a:t>
            </a:r>
            <a:endParaRPr lang="fr-FR" sz="15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0" name="Google Shape;1500;p96"/>
          <p:cNvSpPr txBox="1"/>
          <p:nvPr/>
        </p:nvSpPr>
        <p:spPr>
          <a:xfrm>
            <a:off x="6883329" y="2833914"/>
            <a:ext cx="1757235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fr-FR" sz="1500" dirty="0" smtClean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IMPROVING QUALITY OF LIFE</a:t>
            </a:r>
            <a:endParaRPr lang="en" sz="1500" dirty="0" smtClean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382" y="786416"/>
            <a:ext cx="1651806" cy="1925611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470" y="1645897"/>
            <a:ext cx="2040912" cy="95390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539" y="1018417"/>
            <a:ext cx="1785790" cy="1698441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983" y="1021906"/>
            <a:ext cx="1552264" cy="169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479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79"/>
          <p:cNvSpPr txBox="1">
            <a:spLocks noGrp="1"/>
          </p:cNvSpPr>
          <p:nvPr>
            <p:ph type="title"/>
          </p:nvPr>
        </p:nvSpPr>
        <p:spPr>
          <a:xfrm>
            <a:off x="1724892" y="2605886"/>
            <a:ext cx="6317672" cy="6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IoT DISADVANTAGES</a:t>
            </a:r>
            <a:endParaRPr dirty="0"/>
          </a:p>
        </p:txBody>
      </p:sp>
      <p:sp>
        <p:nvSpPr>
          <p:cNvPr id="725" name="Google Shape;725;p79"/>
          <p:cNvSpPr txBox="1">
            <a:spLocks noGrp="1"/>
          </p:cNvSpPr>
          <p:nvPr>
            <p:ph type="title" idx="2"/>
          </p:nvPr>
        </p:nvSpPr>
        <p:spPr>
          <a:xfrm>
            <a:off x="3648000" y="1582850"/>
            <a:ext cx="1848000" cy="76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26" name="Google Shape;726;p79"/>
          <p:cNvSpPr/>
          <p:nvPr/>
        </p:nvSpPr>
        <p:spPr>
          <a:xfrm>
            <a:off x="8374450" y="287050"/>
            <a:ext cx="408300" cy="408300"/>
          </a:xfrm>
          <a:prstGeom prst="ellipse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79">
            <a:hlinkClick r:id="rId3" action="ppaction://hlinksldjump"/>
          </p:cNvPr>
          <p:cNvSpPr/>
          <p:nvPr/>
        </p:nvSpPr>
        <p:spPr>
          <a:xfrm>
            <a:off x="4466816" y="4426587"/>
            <a:ext cx="210367" cy="210316"/>
          </a:xfrm>
          <a:custGeom>
            <a:avLst/>
            <a:gdLst/>
            <a:ahLst/>
            <a:cxnLst/>
            <a:rect l="l" t="t" r="r" b="b"/>
            <a:pathLst>
              <a:path w="60712" h="60349" extrusionOk="0">
                <a:moveTo>
                  <a:pt x="36809" y="38794"/>
                </a:moveTo>
                <a:lnTo>
                  <a:pt x="36809" y="56043"/>
                </a:lnTo>
                <a:lnTo>
                  <a:pt x="23879" y="56043"/>
                </a:lnTo>
                <a:lnTo>
                  <a:pt x="23879" y="38794"/>
                </a:lnTo>
                <a:close/>
                <a:moveTo>
                  <a:pt x="30344" y="5206"/>
                </a:moveTo>
                <a:lnTo>
                  <a:pt x="51898" y="26761"/>
                </a:lnTo>
                <a:lnTo>
                  <a:pt x="51898" y="56043"/>
                </a:lnTo>
                <a:lnTo>
                  <a:pt x="41115" y="56043"/>
                </a:lnTo>
                <a:lnTo>
                  <a:pt x="41115" y="36635"/>
                </a:lnTo>
                <a:cubicBezTo>
                  <a:pt x="41115" y="35448"/>
                  <a:pt x="40155" y="34488"/>
                  <a:pt x="38968" y="34488"/>
                </a:cubicBezTo>
                <a:lnTo>
                  <a:pt x="21719" y="34488"/>
                </a:lnTo>
                <a:cubicBezTo>
                  <a:pt x="21712" y="34488"/>
                  <a:pt x="21704" y="34488"/>
                  <a:pt x="21697" y="34488"/>
                </a:cubicBezTo>
                <a:cubicBezTo>
                  <a:pt x="20520" y="34488"/>
                  <a:pt x="19573" y="35456"/>
                  <a:pt x="19573" y="36635"/>
                </a:cubicBezTo>
                <a:lnTo>
                  <a:pt x="19573" y="56043"/>
                </a:lnTo>
                <a:lnTo>
                  <a:pt x="8789" y="56043"/>
                </a:lnTo>
                <a:lnTo>
                  <a:pt x="8789" y="26761"/>
                </a:lnTo>
                <a:lnTo>
                  <a:pt x="30344" y="5206"/>
                </a:lnTo>
                <a:close/>
                <a:moveTo>
                  <a:pt x="30344" y="1"/>
                </a:moveTo>
                <a:cubicBezTo>
                  <a:pt x="29791" y="1"/>
                  <a:pt x="29239" y="212"/>
                  <a:pt x="28816" y="635"/>
                </a:cubicBezTo>
                <a:lnTo>
                  <a:pt x="5115" y="24336"/>
                </a:lnTo>
                <a:lnTo>
                  <a:pt x="796" y="28655"/>
                </a:lnTo>
                <a:cubicBezTo>
                  <a:pt x="1" y="29501"/>
                  <a:pt x="14" y="30827"/>
                  <a:pt x="847" y="31660"/>
                </a:cubicBezTo>
                <a:cubicBezTo>
                  <a:pt x="1264" y="32077"/>
                  <a:pt x="1811" y="32285"/>
                  <a:pt x="2361" y="32285"/>
                </a:cubicBezTo>
                <a:cubicBezTo>
                  <a:pt x="2894" y="32285"/>
                  <a:pt x="3430" y="32089"/>
                  <a:pt x="3852" y="31698"/>
                </a:cubicBezTo>
                <a:lnTo>
                  <a:pt x="4483" y="31066"/>
                </a:lnTo>
                <a:lnTo>
                  <a:pt x="4483" y="58189"/>
                </a:lnTo>
                <a:cubicBezTo>
                  <a:pt x="4483" y="59376"/>
                  <a:pt x="5443" y="60349"/>
                  <a:pt x="6630" y="60349"/>
                </a:cubicBezTo>
                <a:lnTo>
                  <a:pt x="54045" y="60349"/>
                </a:lnTo>
                <a:cubicBezTo>
                  <a:pt x="55232" y="60336"/>
                  <a:pt x="56191" y="59376"/>
                  <a:pt x="56204" y="58189"/>
                </a:cubicBezTo>
                <a:lnTo>
                  <a:pt x="56204" y="31066"/>
                </a:lnTo>
                <a:lnTo>
                  <a:pt x="56835" y="31698"/>
                </a:lnTo>
                <a:cubicBezTo>
                  <a:pt x="57252" y="32115"/>
                  <a:pt x="57801" y="32323"/>
                  <a:pt x="58352" y="32323"/>
                </a:cubicBezTo>
                <a:cubicBezTo>
                  <a:pt x="58903" y="32323"/>
                  <a:pt x="59455" y="32115"/>
                  <a:pt x="59878" y="31698"/>
                </a:cubicBezTo>
                <a:cubicBezTo>
                  <a:pt x="60712" y="30852"/>
                  <a:pt x="60712" y="29488"/>
                  <a:pt x="59878" y="28642"/>
                </a:cubicBezTo>
                <a:lnTo>
                  <a:pt x="59878" y="28655"/>
                </a:lnTo>
                <a:lnTo>
                  <a:pt x="31872" y="635"/>
                </a:lnTo>
                <a:cubicBezTo>
                  <a:pt x="31449" y="212"/>
                  <a:pt x="30896" y="1"/>
                  <a:pt x="3034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7572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9" name="Google Shape;1489;p96"/>
          <p:cNvCxnSpPr/>
          <p:nvPr/>
        </p:nvCxnSpPr>
        <p:spPr>
          <a:xfrm>
            <a:off x="719100" y="2122850"/>
            <a:ext cx="7705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pic>
        <p:nvPicPr>
          <p:cNvPr id="1491" name="Google Shape;1491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5385" y="4098499"/>
            <a:ext cx="710070" cy="929164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Google Shape;1494;p96"/>
          <p:cNvSpPr txBox="1"/>
          <p:nvPr/>
        </p:nvSpPr>
        <p:spPr>
          <a:xfrm>
            <a:off x="557228" y="2850275"/>
            <a:ext cx="2532113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fr-FR" sz="1500" dirty="0" smtClean="0">
                <a:solidFill>
                  <a:schemeClr val="lt1"/>
                </a:solidFill>
                <a:latin typeface="Poppins"/>
                <a:ea typeface="Poppins"/>
                <a:cs typeface="Poppins"/>
              </a:rPr>
              <a:t>SECURITY AND PRIVACY</a:t>
            </a:r>
            <a:endParaRPr lang="fr-FR" sz="15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6" name="Google Shape;1496;p96"/>
          <p:cNvSpPr txBox="1"/>
          <p:nvPr/>
        </p:nvSpPr>
        <p:spPr>
          <a:xfrm>
            <a:off x="2899925" y="2850275"/>
            <a:ext cx="1789585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fr-FR" sz="1500" dirty="0" smtClean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COST</a:t>
            </a:r>
            <a:endParaRPr lang="fr-FR" sz="15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8" name="Google Shape;1498;p96"/>
          <p:cNvSpPr txBox="1"/>
          <p:nvPr/>
        </p:nvSpPr>
        <p:spPr>
          <a:xfrm>
            <a:off x="4553962" y="3094314"/>
            <a:ext cx="2249853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fr-FR" sz="1500" dirty="0" smtClean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ENVIRONMENTAL IMPACT</a:t>
            </a:r>
            <a:endParaRPr lang="fr-FR" sz="1500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0" name="Google Shape;1500;p96"/>
          <p:cNvSpPr txBox="1"/>
          <p:nvPr/>
        </p:nvSpPr>
        <p:spPr>
          <a:xfrm>
            <a:off x="6496864" y="3094314"/>
            <a:ext cx="2208591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fr-FR" sz="1500" dirty="0" smtClean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DATA COMPLEXITY AND MANAGEMENT</a:t>
            </a:r>
            <a:endParaRPr lang="en" sz="1500" dirty="0" smtClean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870" y="1075149"/>
            <a:ext cx="1858776" cy="1858776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732" y="1655013"/>
            <a:ext cx="1973520" cy="935674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252" y="1254643"/>
            <a:ext cx="1864601" cy="1499788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120" y="914759"/>
            <a:ext cx="2255270" cy="225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051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107"/>
          <p:cNvSpPr txBox="1">
            <a:spLocks noGrp="1"/>
          </p:cNvSpPr>
          <p:nvPr>
            <p:ph type="title"/>
          </p:nvPr>
        </p:nvSpPr>
        <p:spPr>
          <a:xfrm>
            <a:off x="1848725" y="1356150"/>
            <a:ext cx="5446500" cy="24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THANKS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3D Background XL by Slidesgo">
  <a:themeElements>
    <a:clrScheme name="Simple Light">
      <a:dk1>
        <a:srgbClr val="140B84"/>
      </a:dk1>
      <a:lt1>
        <a:srgbClr val="FFFFFF"/>
      </a:lt1>
      <a:dk2>
        <a:srgbClr val="11FFFF"/>
      </a:dk2>
      <a:lt2>
        <a:srgbClr val="EF00DE"/>
      </a:lt2>
      <a:accent1>
        <a:srgbClr val="781FC2"/>
      </a:accent1>
      <a:accent2>
        <a:srgbClr val="617EFF"/>
      </a:accent2>
      <a:accent3>
        <a:srgbClr val="392FB4"/>
      </a:accent3>
      <a:accent4>
        <a:srgbClr val="01C4C4"/>
      </a:accent4>
      <a:accent5>
        <a:srgbClr val="B800AB"/>
      </a:accent5>
      <a:accent6>
        <a:srgbClr val="392FB4"/>
      </a:accent6>
      <a:hlink>
        <a:srgbClr val="395BF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134</Words>
  <Application>Microsoft Office PowerPoint</Application>
  <PresentationFormat>Affichage à l'écran (16:9)</PresentationFormat>
  <Paragraphs>56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Abel</vt:lpstr>
      <vt:lpstr>Arial</vt:lpstr>
      <vt:lpstr>Poppins</vt:lpstr>
      <vt:lpstr>3D Background XL by Slidesgo</vt:lpstr>
      <vt:lpstr>Internet of things</vt:lpstr>
      <vt:lpstr>01</vt:lpstr>
      <vt:lpstr>WHAT’S INTERNET OF THINGS ? </vt:lpstr>
      <vt:lpstr>HOW IT WORKS</vt:lpstr>
      <vt:lpstr>Présentation PowerPoint</vt:lpstr>
      <vt:lpstr>AREAS OF USE </vt:lpstr>
      <vt:lpstr>SOMETIMES, REVIEWING CONCEPTS IS A GOOD IDEA</vt:lpstr>
      <vt:lpstr>INTELLIGENT HOMES </vt:lpstr>
      <vt:lpstr>HEALTHCARE</vt:lpstr>
      <vt:lpstr>INDUSTRY</vt:lpstr>
      <vt:lpstr>INTELLIGENT TRANSPORT</vt:lpstr>
      <vt:lpstr>SMART CITY</vt:lpstr>
      <vt:lpstr>IoT ADVANTAGES</vt:lpstr>
      <vt:lpstr>Présentation PowerPoint</vt:lpstr>
      <vt:lpstr>IoT DISADVANTAGES</vt:lpstr>
      <vt:lpstr>Présentation PowerPoint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of things</dc:title>
  <cp:lastModifiedBy>HP</cp:lastModifiedBy>
  <cp:revision>28</cp:revision>
  <dcterms:modified xsi:type="dcterms:W3CDTF">2024-02-07T23:43:12Z</dcterms:modified>
</cp:coreProperties>
</file>