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59" r:id="rId6"/>
    <p:sldId id="263" r:id="rId7"/>
    <p:sldId id="268" r:id="rId8"/>
    <p:sldId id="261" r:id="rId9"/>
    <p:sldId id="270" r:id="rId10"/>
    <p:sldId id="306" r:id="rId11"/>
    <p:sldId id="260" r:id="rId12"/>
    <p:sldId id="264" r:id="rId13"/>
  </p:sldIdLst>
  <p:sldSz cx="9144000" cy="51435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617" userDrawn="1">
          <p15:clr>
            <a:srgbClr val="9AA0A6"/>
          </p15:clr>
        </p15:guide>
        <p15:guide id="2" orient="horz" pos="709" userDrawn="1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09DD6E6-52AF-404E-89F4-E5EB850447E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617"/>
        <p:guide orient="horz" pos="709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p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10e91f73e27_0_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10e91f73e27_0_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10e91f73e27_0_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10e91f73e27_0_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10d7ae03d46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10d7ae03d46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47" name="Shape 2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8" name="Google Shape;2148;g10d7ae03d46_0_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9" name="Google Shape;2149;g10d7ae03d46_0_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10e413425e1_0_7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10e413425e1_0_7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18" name="Shape 2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Google Shape;2219;g10e91f73e27_0_182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0" name="Google Shape;2220;g10e91f73e27_0_182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47" name="Shape 2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8" name="Google Shape;2148;g10d7ae03d46_0_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9" name="Google Shape;2149;g10d7ae03d46_0_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10e84aac6d0_0_8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10e84aac6d0_0_8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10e91f73e27_0_19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10e91f73e27_0_19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4" Type="http://schemas.openxmlformats.org/officeDocument/2006/relationships/hyperlink" Target="http://bit.ly/2TtBDfr" TargetMode="External"/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bg>
      <p:bgPr>
        <a:gradFill>
          <a:gsLst>
            <a:gs pos="0">
              <a:schemeClr val="accent5"/>
            </a:gs>
            <a:gs pos="48000">
              <a:schemeClr val="accent4"/>
            </a:gs>
            <a:gs pos="100000">
              <a:schemeClr val="accent2"/>
            </a:gs>
          </a:gsLst>
          <a:lin ang="2698631" scaled="0"/>
        </a:gradFill>
        <a:effectLst/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3225" y="967650"/>
            <a:ext cx="3972000" cy="302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None/>
              <a:defRPr sz="5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type="subTitle" idx="1"/>
          </p:nvPr>
        </p:nvSpPr>
        <p:spPr>
          <a:xfrm>
            <a:off x="713225" y="3995250"/>
            <a:ext cx="43590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11" name="Google Shape;11;p2"/>
          <p:cNvGrpSpPr/>
          <p:nvPr/>
        </p:nvGrpSpPr>
        <p:grpSpPr>
          <a:xfrm rot="5400000">
            <a:off x="7002555" y="-662466"/>
            <a:ext cx="1673084" cy="3614193"/>
            <a:chOff x="7350442" y="2608992"/>
            <a:chExt cx="777239" cy="1673160"/>
          </a:xfrm>
        </p:grpSpPr>
        <p:sp>
          <p:nvSpPr>
            <p:cNvPr id="12" name="Google Shape;12;p2"/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5540775" y="1840338"/>
            <a:ext cx="2421900" cy="106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/>
        </p:txBody>
      </p:sp>
      <p:sp>
        <p:nvSpPr>
          <p:cNvPr id="22" name="Google Shape;22;p3"/>
          <p:cNvSpPr txBox="1"/>
          <p:nvPr>
            <p:ph type="title" idx="2" hasCustomPrompt="1"/>
          </p:nvPr>
        </p:nvSpPr>
        <p:spPr>
          <a:xfrm>
            <a:off x="4768453" y="1840338"/>
            <a:ext cx="596100" cy="50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>
            <a:r>
              <a:t>xx%</a:t>
            </a:r>
          </a:p>
        </p:txBody>
      </p:sp>
      <p:sp>
        <p:nvSpPr>
          <p:cNvPr id="23" name="Google Shape;23;p3"/>
          <p:cNvSpPr txBox="1"/>
          <p:nvPr>
            <p:ph type="subTitle" idx="1"/>
          </p:nvPr>
        </p:nvSpPr>
        <p:spPr>
          <a:xfrm>
            <a:off x="5514500" y="3055663"/>
            <a:ext cx="2421900" cy="4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24" name="Google Shape;24;p3"/>
          <p:cNvGrpSpPr/>
          <p:nvPr/>
        </p:nvGrpSpPr>
        <p:grpSpPr>
          <a:xfrm rot="5400000">
            <a:off x="976911" y="3061602"/>
            <a:ext cx="1683966" cy="3637785"/>
            <a:chOff x="7350442" y="2608992"/>
            <a:chExt cx="777239" cy="1673160"/>
          </a:xfrm>
        </p:grpSpPr>
        <p:sp>
          <p:nvSpPr>
            <p:cNvPr id="25" name="Google Shape;25;p3"/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9" name="Google Shape;29;p3"/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33" name="Google Shape;33;p3"/>
          <p:cNvGrpSpPr/>
          <p:nvPr/>
        </p:nvGrpSpPr>
        <p:grpSpPr>
          <a:xfrm rot="5400000" flipH="1">
            <a:off x="6568632" y="-1639800"/>
            <a:ext cx="1684044" cy="3637785"/>
            <a:chOff x="7350442" y="2608992"/>
            <a:chExt cx="777239" cy="1673160"/>
          </a:xfrm>
        </p:grpSpPr>
        <p:sp>
          <p:nvSpPr>
            <p:cNvPr id="34" name="Google Shape;34;p3"/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4" name="Google Shape;44;p4"/>
          <p:cNvSpPr txBox="1"/>
          <p:nvPr>
            <p:ph type="body" idx="1"/>
          </p:nvPr>
        </p:nvSpPr>
        <p:spPr>
          <a:xfrm>
            <a:off x="720000" y="1112200"/>
            <a:ext cx="7704000" cy="349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 txBox="1"/>
          <p:nvPr>
            <p:ph type="subTitle" idx="1"/>
          </p:nvPr>
        </p:nvSpPr>
        <p:spPr>
          <a:xfrm>
            <a:off x="1786775" y="2952775"/>
            <a:ext cx="2386500" cy="3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47" name="Google Shape;47;p5"/>
          <p:cNvSpPr txBox="1"/>
          <p:nvPr>
            <p:ph type="subTitle" idx="2"/>
          </p:nvPr>
        </p:nvSpPr>
        <p:spPr>
          <a:xfrm>
            <a:off x="4970850" y="2952775"/>
            <a:ext cx="2386500" cy="3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48" name="Google Shape;48;p5"/>
          <p:cNvSpPr txBox="1"/>
          <p:nvPr>
            <p:ph type="subTitle" idx="3"/>
          </p:nvPr>
        </p:nvSpPr>
        <p:spPr>
          <a:xfrm>
            <a:off x="1786625" y="3458825"/>
            <a:ext cx="2386500" cy="11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9" name="Google Shape;49;p5"/>
          <p:cNvSpPr txBox="1"/>
          <p:nvPr>
            <p:ph type="subTitle" idx="4"/>
          </p:nvPr>
        </p:nvSpPr>
        <p:spPr>
          <a:xfrm>
            <a:off x="4970855" y="3458825"/>
            <a:ext cx="2386500" cy="11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0" name="Google Shape;50;p5"/>
          <p:cNvSpPr txBox="1"/>
          <p:nvPr>
            <p:ph type="title"/>
          </p:nvPr>
        </p:nvSpPr>
        <p:spPr>
          <a:xfrm>
            <a:off x="713225" y="539496"/>
            <a:ext cx="77085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"/>
          <p:cNvSpPr txBox="1"/>
          <p:nvPr>
            <p:ph type="title"/>
          </p:nvPr>
        </p:nvSpPr>
        <p:spPr>
          <a:xfrm>
            <a:off x="720000" y="539500"/>
            <a:ext cx="77109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/>
          <p:nvPr>
            <p:ph type="title"/>
          </p:nvPr>
        </p:nvSpPr>
        <p:spPr>
          <a:xfrm>
            <a:off x="1321350" y="1039750"/>
            <a:ext cx="38664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type="body" idx="1"/>
          </p:nvPr>
        </p:nvSpPr>
        <p:spPr>
          <a:xfrm>
            <a:off x="1321350" y="1984800"/>
            <a:ext cx="3866400" cy="23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⏣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56" name="Google Shape;56;p7"/>
          <p:cNvGrpSpPr/>
          <p:nvPr/>
        </p:nvGrpSpPr>
        <p:grpSpPr>
          <a:xfrm flipH="1">
            <a:off x="-1145294" y="-39521"/>
            <a:ext cx="2029371" cy="4383847"/>
            <a:chOff x="7350442" y="2608992"/>
            <a:chExt cx="777239" cy="1673160"/>
          </a:xfrm>
        </p:grpSpPr>
        <p:sp>
          <p:nvSpPr>
            <p:cNvPr id="57" name="Google Shape;57;p7"/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8" name="Google Shape;58;p7"/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9" name="Google Shape;59;p7"/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0" name="Google Shape;60;p7"/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1" name="Google Shape;61;p7"/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2" name="Google Shape;62;p7"/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3" name="Google Shape;63;p7"/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4" name="Google Shape;64;p7"/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 txBox="1"/>
          <p:nvPr>
            <p:ph type="title"/>
          </p:nvPr>
        </p:nvSpPr>
        <p:spPr>
          <a:xfrm>
            <a:off x="1713900" y="1458900"/>
            <a:ext cx="5716200" cy="222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9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/>
          <p:nvPr>
            <p:ph type="title"/>
          </p:nvPr>
        </p:nvSpPr>
        <p:spPr>
          <a:xfrm>
            <a:off x="2916875" y="1499525"/>
            <a:ext cx="3357900" cy="576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9" name="Google Shape;69;p9"/>
          <p:cNvSpPr txBox="1"/>
          <p:nvPr>
            <p:ph type="subTitle" idx="1"/>
          </p:nvPr>
        </p:nvSpPr>
        <p:spPr>
          <a:xfrm>
            <a:off x="2916875" y="2308375"/>
            <a:ext cx="3357900" cy="13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M Sans"/>
              <a:buNone/>
              <a:defRPr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M Sans"/>
              <a:buNone/>
              <a:defRPr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M Sans"/>
              <a:buNone/>
              <a:defRPr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M Sans"/>
              <a:buNone/>
              <a:defRPr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M Sans"/>
              <a:buNone/>
              <a:defRPr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M Sans"/>
              <a:buNone/>
              <a:defRPr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M Sans"/>
              <a:buNone/>
              <a:defRPr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M Sans"/>
              <a:buNone/>
              <a:defRPr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gradFill>
          <a:gsLst>
            <a:gs pos="0">
              <a:schemeClr val="accent5"/>
            </a:gs>
            <a:gs pos="48000">
              <a:schemeClr val="accent4"/>
            </a:gs>
            <a:gs pos="100000">
              <a:schemeClr val="accent2"/>
            </a:gs>
          </a:gsLst>
          <a:lin ang="2698631" scaled="0"/>
        </a:gradFill>
        <a:effectLst/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type="title"/>
          </p:nvPr>
        </p:nvSpPr>
        <p:spPr>
          <a:xfrm>
            <a:off x="1260875" y="3226350"/>
            <a:ext cx="3792300" cy="105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 hasCustomPrompt="1"/>
          </p:nvPr>
        </p:nvSpPr>
        <p:spPr>
          <a:xfrm>
            <a:off x="713225" y="1536500"/>
            <a:ext cx="5226000" cy="1393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600"/>
              <a:buNone/>
              <a:defRPr sz="9400">
                <a:solidFill>
                  <a:schemeClr val="accent1"/>
                </a:solidFill>
                <a:latin typeface="Oswald ExtraLight"/>
                <a:ea typeface="Oswald ExtraLight"/>
                <a:cs typeface="Oswald ExtraLight"/>
                <a:sym typeface="Oswald ExtraLigh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4" name="Google Shape;74;p11"/>
          <p:cNvSpPr txBox="1"/>
          <p:nvPr>
            <p:ph type="subTitle" idx="1"/>
          </p:nvPr>
        </p:nvSpPr>
        <p:spPr>
          <a:xfrm>
            <a:off x="6098700" y="3330525"/>
            <a:ext cx="2331900" cy="7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75" name="Google Shape;75;p11"/>
          <p:cNvGrpSpPr/>
          <p:nvPr/>
        </p:nvGrpSpPr>
        <p:grpSpPr>
          <a:xfrm rot="5400000">
            <a:off x="6345490" y="-889971"/>
            <a:ext cx="1764332" cy="3811124"/>
            <a:chOff x="7350442" y="2608992"/>
            <a:chExt cx="777239" cy="1673160"/>
          </a:xfrm>
        </p:grpSpPr>
        <p:sp>
          <p:nvSpPr>
            <p:cNvPr id="76" name="Google Shape;76;p11"/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7" name="Google Shape;77;p11"/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8" name="Google Shape;78;p11"/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9" name="Google Shape;79;p11"/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0" name="Google Shape;80;p11"/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1" name="Google Shape;81;p11"/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2" name="Google Shape;82;p11"/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3" name="Google Shape;83;p11"/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84" name="Google Shape;84;p11"/>
          <p:cNvGrpSpPr/>
          <p:nvPr/>
        </p:nvGrpSpPr>
        <p:grpSpPr>
          <a:xfrm rot="-5400000">
            <a:off x="1007843" y="2135053"/>
            <a:ext cx="1737362" cy="3752898"/>
            <a:chOff x="7350442" y="2608992"/>
            <a:chExt cx="777239" cy="1673160"/>
          </a:xfrm>
        </p:grpSpPr>
        <p:sp>
          <p:nvSpPr>
            <p:cNvPr id="85" name="Google Shape;85;p11"/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6" name="Google Shape;86;p11"/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7" name="Google Shape;87;p11"/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8" name="Google Shape;88;p11"/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9" name="Google Shape;89;p11"/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0" name="Google Shape;90;p11"/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1" name="Google Shape;91;p11"/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2" name="Google Shape;92;p11"/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93" name="Google Shape;93;p11"/>
          <p:cNvGrpSpPr/>
          <p:nvPr/>
        </p:nvGrpSpPr>
        <p:grpSpPr>
          <a:xfrm>
            <a:off x="752475" y="981075"/>
            <a:ext cx="1200150" cy="114300"/>
            <a:chOff x="752475" y="981075"/>
            <a:chExt cx="1200150" cy="114300"/>
          </a:xfrm>
        </p:grpSpPr>
        <p:sp>
          <p:nvSpPr>
            <p:cNvPr id="94" name="Google Shape;94;p11"/>
            <p:cNvSpPr/>
            <p:nvPr/>
          </p:nvSpPr>
          <p:spPr>
            <a:xfrm>
              <a:off x="752475" y="981075"/>
              <a:ext cx="114300" cy="114300"/>
            </a:xfrm>
            <a:prstGeom prst="ellipse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00025" dist="19050" dir="5400000" algn="bl" rotWithShape="0">
                <a:schemeClr val="accent1">
                  <a:alpha val="6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" name="Google Shape;95;p11"/>
            <p:cNvSpPr/>
            <p:nvPr/>
          </p:nvSpPr>
          <p:spPr>
            <a:xfrm>
              <a:off x="933450" y="981075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6" name="Google Shape;96;p11"/>
            <p:cNvSpPr/>
            <p:nvPr/>
          </p:nvSpPr>
          <p:spPr>
            <a:xfrm>
              <a:off x="1114425" y="981075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7" name="Google Shape;97;p11"/>
            <p:cNvSpPr/>
            <p:nvPr/>
          </p:nvSpPr>
          <p:spPr>
            <a:xfrm>
              <a:off x="1295400" y="981075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8" name="Google Shape;98;p11"/>
            <p:cNvSpPr/>
            <p:nvPr/>
          </p:nvSpPr>
          <p:spPr>
            <a:xfrm>
              <a:off x="1476375" y="981075"/>
              <a:ext cx="114300" cy="114300"/>
            </a:xfrm>
            <a:prstGeom prst="ellipse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00025" dist="19050" dir="5400000" algn="bl" rotWithShape="0">
                <a:schemeClr val="accent1">
                  <a:alpha val="6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9" name="Google Shape;99;p11"/>
            <p:cNvSpPr/>
            <p:nvPr/>
          </p:nvSpPr>
          <p:spPr>
            <a:xfrm>
              <a:off x="1657350" y="981075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" name="Google Shape;100;p11"/>
            <p:cNvSpPr/>
            <p:nvPr/>
          </p:nvSpPr>
          <p:spPr>
            <a:xfrm>
              <a:off x="1838325" y="981075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bg>
      <p:bgPr>
        <a:solidFill>
          <a:schemeClr val="dk1"/>
        </a:solidFill>
        <a:effectLst/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3"/>
          <p:cNvSpPr txBox="1"/>
          <p:nvPr>
            <p:ph type="title"/>
          </p:nvPr>
        </p:nvSpPr>
        <p:spPr>
          <a:xfrm>
            <a:off x="1849288" y="1728870"/>
            <a:ext cx="2336400" cy="36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04" name="Google Shape;104;p13"/>
          <p:cNvSpPr txBox="1"/>
          <p:nvPr>
            <p:ph type="title" idx="2" hasCustomPrompt="1"/>
          </p:nvPr>
        </p:nvSpPr>
        <p:spPr>
          <a:xfrm>
            <a:off x="695771" y="1749900"/>
            <a:ext cx="867300" cy="804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5200">
                <a:latin typeface="Oswald ExtraLight"/>
                <a:ea typeface="Oswald ExtraLight"/>
                <a:cs typeface="Oswald ExtraLight"/>
                <a:sym typeface="Oswald Extra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5" name="Google Shape;105;p13"/>
          <p:cNvSpPr txBox="1"/>
          <p:nvPr>
            <p:ph type="subTitle" idx="1"/>
          </p:nvPr>
        </p:nvSpPr>
        <p:spPr>
          <a:xfrm>
            <a:off x="1849288" y="2105212"/>
            <a:ext cx="2336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06" name="Google Shape;106;p13"/>
          <p:cNvSpPr txBox="1"/>
          <p:nvPr>
            <p:ph type="title" idx="3"/>
          </p:nvPr>
        </p:nvSpPr>
        <p:spPr>
          <a:xfrm>
            <a:off x="6111838" y="1730349"/>
            <a:ext cx="2336400" cy="36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07" name="Google Shape;107;p13"/>
          <p:cNvSpPr txBox="1"/>
          <p:nvPr>
            <p:ph type="title" idx="4" hasCustomPrompt="1"/>
          </p:nvPr>
        </p:nvSpPr>
        <p:spPr>
          <a:xfrm>
            <a:off x="4961874" y="1749900"/>
            <a:ext cx="867300" cy="804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5200">
                <a:latin typeface="Oswald ExtraLight"/>
                <a:ea typeface="Oswald ExtraLight"/>
                <a:cs typeface="Oswald ExtraLight"/>
                <a:sym typeface="Oswald Extra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8" name="Google Shape;108;p13"/>
          <p:cNvSpPr txBox="1"/>
          <p:nvPr>
            <p:ph type="subTitle" idx="5"/>
          </p:nvPr>
        </p:nvSpPr>
        <p:spPr>
          <a:xfrm>
            <a:off x="6111838" y="2110350"/>
            <a:ext cx="23364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09" name="Google Shape;109;p13"/>
          <p:cNvSpPr txBox="1"/>
          <p:nvPr>
            <p:ph type="title" idx="6"/>
          </p:nvPr>
        </p:nvSpPr>
        <p:spPr>
          <a:xfrm>
            <a:off x="1853038" y="3419068"/>
            <a:ext cx="2336400" cy="36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0" name="Google Shape;110;p13"/>
          <p:cNvSpPr txBox="1"/>
          <p:nvPr>
            <p:ph type="title" idx="7" hasCustomPrompt="1"/>
          </p:nvPr>
        </p:nvSpPr>
        <p:spPr>
          <a:xfrm>
            <a:off x="695771" y="3448775"/>
            <a:ext cx="867300" cy="804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5200">
                <a:latin typeface="Oswald ExtraLight"/>
                <a:ea typeface="Oswald ExtraLight"/>
                <a:cs typeface="Oswald ExtraLight"/>
                <a:sym typeface="Oswald Extra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1" name="Google Shape;111;p13"/>
          <p:cNvSpPr txBox="1"/>
          <p:nvPr>
            <p:ph type="subTitle" idx="8"/>
          </p:nvPr>
        </p:nvSpPr>
        <p:spPr>
          <a:xfrm>
            <a:off x="1853038" y="3800225"/>
            <a:ext cx="23364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type="title" idx="9"/>
          </p:nvPr>
        </p:nvSpPr>
        <p:spPr>
          <a:xfrm>
            <a:off x="6111838" y="3421989"/>
            <a:ext cx="2336400" cy="361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type="title" idx="13" hasCustomPrompt="1"/>
          </p:nvPr>
        </p:nvSpPr>
        <p:spPr>
          <a:xfrm>
            <a:off x="4961874" y="3453772"/>
            <a:ext cx="867300" cy="804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5200">
                <a:latin typeface="Oswald ExtraLight"/>
                <a:ea typeface="Oswald ExtraLight"/>
                <a:cs typeface="Oswald ExtraLight"/>
                <a:sym typeface="Oswald Extra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4" name="Google Shape;114;p13"/>
          <p:cNvSpPr txBox="1"/>
          <p:nvPr>
            <p:ph type="subTitle" idx="14"/>
          </p:nvPr>
        </p:nvSpPr>
        <p:spPr>
          <a:xfrm>
            <a:off x="6111838" y="3797480"/>
            <a:ext cx="23364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type="title" idx="15"/>
          </p:nvPr>
        </p:nvSpPr>
        <p:spPr>
          <a:xfrm>
            <a:off x="720000" y="539496"/>
            <a:ext cx="77040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BLANK_1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4"/>
          <p:cNvSpPr txBox="1"/>
          <p:nvPr>
            <p:ph type="subTitle" idx="1"/>
          </p:nvPr>
        </p:nvSpPr>
        <p:spPr>
          <a:xfrm>
            <a:off x="5381275" y="3173650"/>
            <a:ext cx="28875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None/>
              <a:defRPr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None/>
              <a:defRPr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None/>
              <a:defRPr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None/>
              <a:defRPr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None/>
              <a:defRPr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None/>
              <a:defRPr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None/>
              <a:defRPr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None/>
              <a:defRPr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8" name="Google Shape;118;p14"/>
          <p:cNvSpPr txBox="1"/>
          <p:nvPr>
            <p:ph type="title"/>
          </p:nvPr>
        </p:nvSpPr>
        <p:spPr>
          <a:xfrm>
            <a:off x="720000" y="539500"/>
            <a:ext cx="77040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BLANK_1_1_1_2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5"/>
          <p:cNvSpPr txBox="1"/>
          <p:nvPr>
            <p:ph type="title"/>
          </p:nvPr>
        </p:nvSpPr>
        <p:spPr>
          <a:xfrm>
            <a:off x="720000" y="539500"/>
            <a:ext cx="77040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BLANK_1_1_1_2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/>
          <p:nvPr>
            <p:ph type="title"/>
          </p:nvPr>
        </p:nvSpPr>
        <p:spPr>
          <a:xfrm>
            <a:off x="720000" y="539500"/>
            <a:ext cx="77040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BLANK_1_1_1_2_1_2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/>
          <p:nvPr>
            <p:ph type="title"/>
          </p:nvPr>
        </p:nvSpPr>
        <p:spPr>
          <a:xfrm>
            <a:off x="720000" y="539500"/>
            <a:ext cx="77040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BLANK_1_1_1_2_1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>
            <p:ph type="title"/>
          </p:nvPr>
        </p:nvSpPr>
        <p:spPr>
          <a:xfrm>
            <a:off x="4720925" y="539500"/>
            <a:ext cx="31914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grpSp>
        <p:nvGrpSpPr>
          <p:cNvPr id="127" name="Google Shape;127;p18"/>
          <p:cNvGrpSpPr/>
          <p:nvPr/>
        </p:nvGrpSpPr>
        <p:grpSpPr>
          <a:xfrm rot="-5399868" flipH="1">
            <a:off x="480934" y="-830736"/>
            <a:ext cx="2029371" cy="4383847"/>
            <a:chOff x="7350442" y="2608992"/>
            <a:chExt cx="777239" cy="1673160"/>
          </a:xfrm>
        </p:grpSpPr>
        <p:sp>
          <p:nvSpPr>
            <p:cNvPr id="128" name="Google Shape;128;p18"/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9" name="Google Shape;129;p18"/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0" name="Google Shape;130;p18"/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1" name="Google Shape;131;p18"/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2" name="Google Shape;132;p18"/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3" name="Google Shape;133;p18"/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4" name="Google Shape;134;p18"/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5" name="Google Shape;135;p18"/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BLANK_1_1_1_2_1_1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 txBox="1"/>
          <p:nvPr>
            <p:ph type="title"/>
          </p:nvPr>
        </p:nvSpPr>
        <p:spPr>
          <a:xfrm>
            <a:off x="972450" y="539500"/>
            <a:ext cx="71991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1_1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type="title"/>
          </p:nvPr>
        </p:nvSpPr>
        <p:spPr>
          <a:xfrm>
            <a:off x="1584063" y="1543600"/>
            <a:ext cx="2337300" cy="391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0" name="Google Shape;140;p20"/>
          <p:cNvSpPr txBox="1"/>
          <p:nvPr>
            <p:ph type="subTitle" idx="1"/>
          </p:nvPr>
        </p:nvSpPr>
        <p:spPr>
          <a:xfrm>
            <a:off x="1584063" y="1938600"/>
            <a:ext cx="2337300" cy="7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41" name="Google Shape;141;p20"/>
          <p:cNvSpPr txBox="1"/>
          <p:nvPr>
            <p:ph type="title" idx="2"/>
          </p:nvPr>
        </p:nvSpPr>
        <p:spPr>
          <a:xfrm>
            <a:off x="5704788" y="1543600"/>
            <a:ext cx="2340900" cy="391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2" name="Google Shape;142;p20"/>
          <p:cNvSpPr txBox="1"/>
          <p:nvPr>
            <p:ph type="subTitle" idx="3"/>
          </p:nvPr>
        </p:nvSpPr>
        <p:spPr>
          <a:xfrm>
            <a:off x="5704788" y="1938600"/>
            <a:ext cx="2340900" cy="7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43" name="Google Shape;143;p20"/>
          <p:cNvSpPr txBox="1"/>
          <p:nvPr>
            <p:ph type="title" idx="4"/>
          </p:nvPr>
        </p:nvSpPr>
        <p:spPr>
          <a:xfrm>
            <a:off x="3644425" y="3290400"/>
            <a:ext cx="2337300" cy="393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4" name="Google Shape;144;p20"/>
          <p:cNvSpPr txBox="1"/>
          <p:nvPr>
            <p:ph type="subTitle" idx="5"/>
          </p:nvPr>
        </p:nvSpPr>
        <p:spPr>
          <a:xfrm>
            <a:off x="3644425" y="3682009"/>
            <a:ext cx="2337300" cy="7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45" name="Google Shape;145;p20"/>
          <p:cNvSpPr txBox="1"/>
          <p:nvPr>
            <p:ph type="title" idx="6"/>
          </p:nvPr>
        </p:nvSpPr>
        <p:spPr>
          <a:xfrm>
            <a:off x="720000" y="539500"/>
            <a:ext cx="77109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/>
          <p:nvPr>
            <p:ph type="title"/>
          </p:nvPr>
        </p:nvSpPr>
        <p:spPr>
          <a:xfrm>
            <a:off x="1495425" y="1599975"/>
            <a:ext cx="1322100" cy="36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8" name="Google Shape;148;p21"/>
          <p:cNvSpPr txBox="1"/>
          <p:nvPr>
            <p:ph type="subTitle" idx="1"/>
          </p:nvPr>
        </p:nvSpPr>
        <p:spPr>
          <a:xfrm>
            <a:off x="1495425" y="2003850"/>
            <a:ext cx="1322100" cy="6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49" name="Google Shape;149;p21"/>
          <p:cNvSpPr txBox="1"/>
          <p:nvPr>
            <p:ph type="title" idx="2"/>
          </p:nvPr>
        </p:nvSpPr>
        <p:spPr>
          <a:xfrm>
            <a:off x="4211550" y="1599975"/>
            <a:ext cx="1322100" cy="36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50" name="Google Shape;150;p21"/>
          <p:cNvSpPr txBox="1"/>
          <p:nvPr>
            <p:ph type="subTitle" idx="3"/>
          </p:nvPr>
        </p:nvSpPr>
        <p:spPr>
          <a:xfrm>
            <a:off x="4211550" y="2003850"/>
            <a:ext cx="1322100" cy="6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51" name="Google Shape;151;p21"/>
          <p:cNvSpPr txBox="1"/>
          <p:nvPr>
            <p:ph type="title" idx="4"/>
          </p:nvPr>
        </p:nvSpPr>
        <p:spPr>
          <a:xfrm>
            <a:off x="1495425" y="3329975"/>
            <a:ext cx="1322100" cy="36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52" name="Google Shape;152;p21"/>
          <p:cNvSpPr txBox="1"/>
          <p:nvPr>
            <p:ph type="subTitle" idx="5"/>
          </p:nvPr>
        </p:nvSpPr>
        <p:spPr>
          <a:xfrm>
            <a:off x="1495425" y="3733325"/>
            <a:ext cx="1322100" cy="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53" name="Google Shape;153;p21"/>
          <p:cNvSpPr txBox="1"/>
          <p:nvPr>
            <p:ph type="title" idx="6"/>
          </p:nvPr>
        </p:nvSpPr>
        <p:spPr>
          <a:xfrm>
            <a:off x="4211550" y="3329974"/>
            <a:ext cx="1322100" cy="363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54" name="Google Shape;154;p21"/>
          <p:cNvSpPr txBox="1"/>
          <p:nvPr>
            <p:ph type="subTitle" idx="7"/>
          </p:nvPr>
        </p:nvSpPr>
        <p:spPr>
          <a:xfrm>
            <a:off x="4211550" y="3733375"/>
            <a:ext cx="1322100" cy="6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55" name="Google Shape;155;p21"/>
          <p:cNvSpPr txBox="1"/>
          <p:nvPr>
            <p:ph type="title" idx="8"/>
          </p:nvPr>
        </p:nvSpPr>
        <p:spPr>
          <a:xfrm>
            <a:off x="6927550" y="1599975"/>
            <a:ext cx="1322100" cy="36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56" name="Google Shape;156;p21"/>
          <p:cNvSpPr txBox="1"/>
          <p:nvPr>
            <p:ph type="subTitle" idx="9"/>
          </p:nvPr>
        </p:nvSpPr>
        <p:spPr>
          <a:xfrm>
            <a:off x="6927675" y="2003838"/>
            <a:ext cx="1322100" cy="6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57" name="Google Shape;157;p21"/>
          <p:cNvSpPr txBox="1"/>
          <p:nvPr>
            <p:ph type="title" idx="13"/>
          </p:nvPr>
        </p:nvSpPr>
        <p:spPr>
          <a:xfrm>
            <a:off x="6927675" y="3329974"/>
            <a:ext cx="1322100" cy="363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58" name="Google Shape;158;p21"/>
          <p:cNvSpPr txBox="1"/>
          <p:nvPr>
            <p:ph type="subTitle" idx="14"/>
          </p:nvPr>
        </p:nvSpPr>
        <p:spPr>
          <a:xfrm>
            <a:off x="6927675" y="3733375"/>
            <a:ext cx="1322100" cy="6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59" name="Google Shape;159;p21"/>
          <p:cNvSpPr txBox="1"/>
          <p:nvPr>
            <p:ph type="title" idx="15"/>
          </p:nvPr>
        </p:nvSpPr>
        <p:spPr>
          <a:xfrm>
            <a:off x="720000" y="539500"/>
            <a:ext cx="77040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_1_1_1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 txBox="1"/>
          <p:nvPr>
            <p:ph type="title" hasCustomPrompt="1"/>
          </p:nvPr>
        </p:nvSpPr>
        <p:spPr>
          <a:xfrm>
            <a:off x="713225" y="730825"/>
            <a:ext cx="4165800" cy="82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5200">
                <a:solidFill>
                  <a:schemeClr val="accent1"/>
                </a:solidFill>
                <a:latin typeface="Oswald ExtraLight"/>
                <a:ea typeface="Oswald ExtraLight"/>
                <a:cs typeface="Oswald ExtraLight"/>
                <a:sym typeface="Oswald ExtraLigh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62" name="Google Shape;162;p22"/>
          <p:cNvSpPr txBox="1"/>
          <p:nvPr>
            <p:ph type="subTitle" idx="1"/>
          </p:nvPr>
        </p:nvSpPr>
        <p:spPr>
          <a:xfrm>
            <a:off x="713225" y="1629825"/>
            <a:ext cx="41658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63" name="Google Shape;163;p22"/>
          <p:cNvSpPr txBox="1"/>
          <p:nvPr>
            <p:ph type="title" idx="2" hasCustomPrompt="1"/>
          </p:nvPr>
        </p:nvSpPr>
        <p:spPr>
          <a:xfrm>
            <a:off x="4265050" y="2909950"/>
            <a:ext cx="4165800" cy="81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5200">
                <a:solidFill>
                  <a:schemeClr val="accent1"/>
                </a:solidFill>
                <a:latin typeface="Oswald ExtraLight"/>
                <a:ea typeface="Oswald ExtraLight"/>
                <a:cs typeface="Oswald ExtraLight"/>
                <a:sym typeface="Oswald ExtraLigh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64" name="Google Shape;164;p22"/>
          <p:cNvSpPr txBox="1"/>
          <p:nvPr>
            <p:ph type="subTitle" idx="3"/>
          </p:nvPr>
        </p:nvSpPr>
        <p:spPr>
          <a:xfrm>
            <a:off x="4265050" y="3817475"/>
            <a:ext cx="4165800" cy="2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165" name="Google Shape;165;p22"/>
          <p:cNvGrpSpPr/>
          <p:nvPr/>
        </p:nvGrpSpPr>
        <p:grpSpPr>
          <a:xfrm rot="5400000">
            <a:off x="6327004" y="-594849"/>
            <a:ext cx="1955378" cy="4224060"/>
            <a:chOff x="7350442" y="2608992"/>
            <a:chExt cx="777239" cy="1673160"/>
          </a:xfrm>
        </p:grpSpPr>
        <p:sp>
          <p:nvSpPr>
            <p:cNvPr id="166" name="Google Shape;166;p22"/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7" name="Google Shape;167;p22"/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8" name="Google Shape;168;p22"/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9" name="Google Shape;169;p22"/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0" name="Google Shape;170;p22"/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1" name="Google Shape;171;p22"/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2" name="Google Shape;172;p22"/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3" name="Google Shape;173;p22"/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74" name="Google Shape;174;p22"/>
          <p:cNvGrpSpPr/>
          <p:nvPr/>
        </p:nvGrpSpPr>
        <p:grpSpPr>
          <a:xfrm rot="-5400000" flipH="1">
            <a:off x="696504" y="1651201"/>
            <a:ext cx="1955378" cy="4224060"/>
            <a:chOff x="7350442" y="2608992"/>
            <a:chExt cx="777239" cy="1673160"/>
          </a:xfrm>
        </p:grpSpPr>
        <p:sp>
          <p:nvSpPr>
            <p:cNvPr id="175" name="Google Shape;175;p22"/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6" name="Google Shape;176;p22"/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7" name="Google Shape;177;p22"/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8" name="Google Shape;178;p22"/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9" name="Google Shape;179;p22"/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0" name="Google Shape;180;p22"/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1" name="Google Shape;181;p22"/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2" name="Google Shape;182;p22"/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83" name="Google Shape;183;p22"/>
          <p:cNvGrpSpPr/>
          <p:nvPr/>
        </p:nvGrpSpPr>
        <p:grpSpPr>
          <a:xfrm>
            <a:off x="4695775" y="4494275"/>
            <a:ext cx="1200150" cy="114300"/>
            <a:chOff x="752475" y="981075"/>
            <a:chExt cx="1200150" cy="114300"/>
          </a:xfrm>
        </p:grpSpPr>
        <p:sp>
          <p:nvSpPr>
            <p:cNvPr id="184" name="Google Shape;184;p22"/>
            <p:cNvSpPr/>
            <p:nvPr/>
          </p:nvSpPr>
          <p:spPr>
            <a:xfrm>
              <a:off x="752475" y="981075"/>
              <a:ext cx="114300" cy="114300"/>
            </a:xfrm>
            <a:prstGeom prst="ellipse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" name="Google Shape;185;p22"/>
            <p:cNvSpPr/>
            <p:nvPr/>
          </p:nvSpPr>
          <p:spPr>
            <a:xfrm>
              <a:off x="933450" y="981075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6" name="Google Shape;186;p22"/>
            <p:cNvSpPr/>
            <p:nvPr/>
          </p:nvSpPr>
          <p:spPr>
            <a:xfrm>
              <a:off x="1114425" y="981075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7" name="Google Shape;187;p22"/>
            <p:cNvSpPr/>
            <p:nvPr/>
          </p:nvSpPr>
          <p:spPr>
            <a:xfrm>
              <a:off x="1295400" y="981075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" name="Google Shape;188;p22"/>
            <p:cNvSpPr/>
            <p:nvPr/>
          </p:nvSpPr>
          <p:spPr>
            <a:xfrm>
              <a:off x="1476375" y="981075"/>
              <a:ext cx="114300" cy="114300"/>
            </a:xfrm>
            <a:prstGeom prst="ellipse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" name="Google Shape;189;p22"/>
            <p:cNvSpPr/>
            <p:nvPr/>
          </p:nvSpPr>
          <p:spPr>
            <a:xfrm>
              <a:off x="1657350" y="981075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0" name="Google Shape;190;p22"/>
            <p:cNvSpPr/>
            <p:nvPr/>
          </p:nvSpPr>
          <p:spPr>
            <a:xfrm>
              <a:off x="1838325" y="981075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1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"/>
          <p:cNvSpPr txBox="1"/>
          <p:nvPr>
            <p:ph type="body" idx="1"/>
          </p:nvPr>
        </p:nvSpPr>
        <p:spPr>
          <a:xfrm>
            <a:off x="713225" y="1164100"/>
            <a:ext cx="3392100" cy="34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93" name="Google Shape;193;p23"/>
          <p:cNvSpPr txBox="1"/>
          <p:nvPr>
            <p:ph type="body" idx="2"/>
          </p:nvPr>
        </p:nvSpPr>
        <p:spPr>
          <a:xfrm>
            <a:off x="5029625" y="1164100"/>
            <a:ext cx="3392100" cy="34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94" name="Google Shape;194;p23"/>
          <p:cNvSpPr txBox="1"/>
          <p:nvPr>
            <p:ph type="title"/>
          </p:nvPr>
        </p:nvSpPr>
        <p:spPr>
          <a:xfrm>
            <a:off x="720000" y="539500"/>
            <a:ext cx="77040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1_1_1_1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4"/>
          <p:cNvSpPr txBox="1"/>
          <p:nvPr>
            <p:ph type="ctrTitle"/>
          </p:nvPr>
        </p:nvSpPr>
        <p:spPr>
          <a:xfrm>
            <a:off x="2429950" y="950150"/>
            <a:ext cx="4284000" cy="75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7" name="Google Shape;197;p24"/>
          <p:cNvSpPr txBox="1"/>
          <p:nvPr>
            <p:ph type="subTitle" idx="1"/>
          </p:nvPr>
        </p:nvSpPr>
        <p:spPr>
          <a:xfrm>
            <a:off x="2425075" y="1828300"/>
            <a:ext cx="4293900" cy="9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198" name="Google Shape;198;p24"/>
          <p:cNvGrpSpPr/>
          <p:nvPr/>
        </p:nvGrpSpPr>
        <p:grpSpPr>
          <a:xfrm rot="10800000" flipH="1">
            <a:off x="7172094" y="843104"/>
            <a:ext cx="2029371" cy="4383847"/>
            <a:chOff x="7350442" y="2608992"/>
            <a:chExt cx="777239" cy="1673160"/>
          </a:xfrm>
        </p:grpSpPr>
        <p:sp>
          <p:nvSpPr>
            <p:cNvPr id="199" name="Google Shape;199;p24"/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85738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0" name="Google Shape;200;p24"/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85738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1" name="Google Shape;201;p24"/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85738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2" name="Google Shape;202;p24"/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85738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3" name="Google Shape;203;p24"/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85738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4" name="Google Shape;204;p24"/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85738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5" name="Google Shape;205;p24"/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85738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6" name="Google Shape;206;p24"/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85738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07" name="Google Shape;207;p24"/>
          <p:cNvGrpSpPr/>
          <p:nvPr/>
        </p:nvGrpSpPr>
        <p:grpSpPr>
          <a:xfrm flipH="1">
            <a:off x="-57431" y="4"/>
            <a:ext cx="2029371" cy="4383847"/>
            <a:chOff x="7350442" y="2608992"/>
            <a:chExt cx="777239" cy="1673160"/>
          </a:xfrm>
        </p:grpSpPr>
        <p:sp>
          <p:nvSpPr>
            <p:cNvPr id="208" name="Google Shape;208;p24"/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85738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9" name="Google Shape;209;p24"/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85738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10" name="Google Shape;210;p24"/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85738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11" name="Google Shape;211;p24"/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85738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12" name="Google Shape;212;p24"/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85738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13" name="Google Shape;213;p24"/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85738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14" name="Google Shape;214;p24"/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85738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15" name="Google Shape;215;p24"/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85738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216" name="Google Shape;216;p24"/>
          <p:cNvSpPr txBox="1"/>
          <p:nvPr/>
        </p:nvSpPr>
        <p:spPr>
          <a:xfrm>
            <a:off x="2478750" y="3448025"/>
            <a:ext cx="4186500" cy="6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 This presentation template was created by </a:t>
            </a:r>
            <a:r>
              <a:rPr lang="en-GB" sz="1200" b="1">
                <a:solidFill>
                  <a:schemeClr val="dk1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2"/>
              </a:rPr>
              <a:t>Slidesgo</a:t>
            </a:r>
            <a:r>
              <a:rPr lang="en-GB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includes icons by </a:t>
            </a:r>
            <a:r>
              <a:rPr lang="en-GB" sz="1200" b="1">
                <a:solidFill>
                  <a:schemeClr val="dk1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3"/>
              </a:rPr>
              <a:t>Flaticon</a:t>
            </a:r>
            <a:r>
              <a:rPr lang="en-GB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infographics &amp; images by </a:t>
            </a:r>
            <a:r>
              <a:rPr lang="en-GB" sz="1200" b="1">
                <a:solidFill>
                  <a:schemeClr val="dk1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4"/>
              </a:rPr>
              <a:t>Freepik</a:t>
            </a:r>
            <a:endParaRPr sz="12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_1_1_1_1">
    <p:bg>
      <p:bgPr>
        <a:gradFill>
          <a:gsLst>
            <a:gs pos="0">
              <a:schemeClr val="accent3"/>
            </a:gs>
            <a:gs pos="44000">
              <a:schemeClr val="accent4"/>
            </a:gs>
            <a:gs pos="100000">
              <a:schemeClr val="accent5"/>
            </a:gs>
          </a:gsLst>
          <a:lin ang="2698631" scaled="0"/>
        </a:gradFill>
        <a:effectLst/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_1_1_1_2">
    <p:bg>
      <p:bgPr>
        <a:gradFill>
          <a:gsLst>
            <a:gs pos="0">
              <a:schemeClr val="accent2"/>
            </a:gs>
            <a:gs pos="36000">
              <a:schemeClr val="accent4"/>
            </a:gs>
            <a:gs pos="100000">
              <a:schemeClr val="accent4"/>
            </a:gs>
          </a:gsLst>
          <a:lin ang="2698631" scaled="0"/>
        </a:gradFill>
        <a:effectLst/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6" Type="http://schemas.openxmlformats.org/officeDocument/2006/relationships/theme" Target="../theme/theme1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/>
            </a:gs>
            <a:gs pos="48000">
              <a:schemeClr val="accent4"/>
            </a:gs>
            <a:gs pos="100000">
              <a:schemeClr val="accent2"/>
            </a:gs>
          </a:gsLst>
          <a:lin ang="2698631" scaled="0"/>
        </a:gra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539496"/>
            <a:ext cx="77085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swald"/>
              <a:buNone/>
              <a:defRPr sz="3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6.png"/><Relationship Id="rId1" Type="http://schemas.openxmlformats.org/officeDocument/2006/relationships/hyperlink" Target="https://docs.google.com/spreadsheets/d/1HzaDoCe2_cDBOMxXaK6rkou4GoO5JsPfFeKF85ZFoMM/copy#gid=509368585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0"/>
          <p:cNvSpPr txBox="1"/>
          <p:nvPr>
            <p:ph type="ctrTitle"/>
          </p:nvPr>
        </p:nvSpPr>
        <p:spPr>
          <a:xfrm>
            <a:off x="264795" y="580390"/>
            <a:ext cx="4420235" cy="3009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fr-FR" altLang="en-GB" sz="4000">
                <a:solidFill>
                  <a:schemeClr val="accent1"/>
                </a:solidFill>
              </a:rPr>
            </a:br>
            <a:r>
              <a:rPr lang="fr-FR" altLang="en-GB" sz="4000">
                <a:solidFill>
                  <a:schemeClr val="accent1"/>
                </a:solidFill>
              </a:rPr>
              <a:t>MECANISME FONCTIONNEMENT DU PROCESSUS ET DU PROCESSEUR</a:t>
            </a:r>
            <a:endParaRPr lang="fr-FR" altLang="en-GB" sz="4000">
              <a:solidFill>
                <a:schemeClr val="accent1"/>
              </a:solidFill>
            </a:endParaRPr>
          </a:p>
        </p:txBody>
      </p:sp>
      <p:pic>
        <p:nvPicPr>
          <p:cNvPr id="231" name="Google Shape;231;p30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4463625" y="0"/>
            <a:ext cx="439239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 1" descr="cp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420000">
            <a:off x="6144260" y="1720215"/>
            <a:ext cx="1121410" cy="11214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2"/>
          <p:cNvSpPr txBox="1"/>
          <p:nvPr>
            <p:ph type="title"/>
          </p:nvPr>
        </p:nvSpPr>
        <p:spPr>
          <a:xfrm>
            <a:off x="1849288" y="1728870"/>
            <a:ext cx="23364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altLang="en-GB"/>
              <a:t>PROCESSEUR</a:t>
            </a:r>
            <a:endParaRPr lang="fr-FR" altLang="en-GB"/>
          </a:p>
        </p:txBody>
      </p:sp>
      <p:sp>
        <p:nvSpPr>
          <p:cNvPr id="243" name="Google Shape;243;p32"/>
          <p:cNvSpPr txBox="1"/>
          <p:nvPr>
            <p:ph type="title" idx="2"/>
          </p:nvPr>
        </p:nvSpPr>
        <p:spPr>
          <a:xfrm>
            <a:off x="953770" y="1780540"/>
            <a:ext cx="647065" cy="80454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/>
              <a:t>01</a:t>
            </a:r>
            <a:endParaRPr lang="en-GB" sz="3200"/>
          </a:p>
        </p:txBody>
      </p:sp>
      <p:sp>
        <p:nvSpPr>
          <p:cNvPr id="245" name="Google Shape;245;p32"/>
          <p:cNvSpPr txBox="1"/>
          <p:nvPr>
            <p:ph type="title" idx="3"/>
          </p:nvPr>
        </p:nvSpPr>
        <p:spPr>
          <a:xfrm>
            <a:off x="6111838" y="1730349"/>
            <a:ext cx="23364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altLang="en-GB"/>
              <a:t>PROCESSUS</a:t>
            </a:r>
            <a:endParaRPr lang="fr-FR" altLang="en-GB"/>
          </a:p>
        </p:txBody>
      </p:sp>
      <p:sp>
        <p:nvSpPr>
          <p:cNvPr id="246" name="Google Shape;246;p32"/>
          <p:cNvSpPr txBox="1"/>
          <p:nvPr>
            <p:ph type="title" idx="4"/>
          </p:nvPr>
        </p:nvSpPr>
        <p:spPr>
          <a:xfrm>
            <a:off x="5119370" y="1780540"/>
            <a:ext cx="681355" cy="80454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/>
              <a:t>02</a:t>
            </a:r>
            <a:endParaRPr lang="en-GB" sz="3200"/>
          </a:p>
        </p:txBody>
      </p:sp>
      <p:sp>
        <p:nvSpPr>
          <p:cNvPr id="248" name="Google Shape;248;p32"/>
          <p:cNvSpPr txBox="1"/>
          <p:nvPr>
            <p:ph type="title" idx="6"/>
          </p:nvPr>
        </p:nvSpPr>
        <p:spPr>
          <a:xfrm>
            <a:off x="2948940" y="3477895"/>
            <a:ext cx="4070350" cy="36576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altLang="en-GB"/>
              <a:t>PROCESSUS ET PROCESSEUR</a:t>
            </a:r>
            <a:endParaRPr lang="fr-FR" altLang="en-GB"/>
          </a:p>
        </p:txBody>
      </p:sp>
      <p:sp>
        <p:nvSpPr>
          <p:cNvPr id="249" name="Google Shape;249;p32"/>
          <p:cNvSpPr txBox="1"/>
          <p:nvPr>
            <p:ph type="title" idx="7"/>
          </p:nvPr>
        </p:nvSpPr>
        <p:spPr>
          <a:xfrm>
            <a:off x="2244725" y="3380105"/>
            <a:ext cx="700405" cy="80454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/>
              <a:t>03</a:t>
            </a:r>
            <a:endParaRPr lang="en-GB" sz="3200"/>
          </a:p>
        </p:txBody>
      </p:sp>
      <p:sp>
        <p:nvSpPr>
          <p:cNvPr id="250" name="Google Shape;250;p32"/>
          <p:cNvSpPr txBox="1"/>
          <p:nvPr>
            <p:ph type="subTitle" idx="8"/>
          </p:nvPr>
        </p:nvSpPr>
        <p:spPr>
          <a:xfrm>
            <a:off x="3040380" y="3944620"/>
            <a:ext cx="3700145" cy="48006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altLang="en-GB"/>
              <a:t>- interaction entre le processus et le processeur</a:t>
            </a:r>
            <a:endParaRPr lang="fr-FR" altLang="en-GB"/>
          </a:p>
        </p:txBody>
      </p:sp>
      <p:sp>
        <p:nvSpPr>
          <p:cNvPr id="254" name="Google Shape;254;p32"/>
          <p:cNvSpPr txBox="1"/>
          <p:nvPr>
            <p:ph type="title" idx="15"/>
          </p:nvPr>
        </p:nvSpPr>
        <p:spPr>
          <a:xfrm>
            <a:off x="2726055" y="404495"/>
            <a:ext cx="4108450" cy="57594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>
                <a:solidFill>
                  <a:schemeClr val="accent1"/>
                </a:solidFill>
              </a:rPr>
              <a:t>SOMMAIRE</a:t>
            </a:r>
            <a:endParaRPr lang="fr-FR" sz="3200">
              <a:solidFill>
                <a:schemeClr val="accent1"/>
              </a:solidFill>
            </a:endParaRPr>
          </a:p>
        </p:txBody>
      </p:sp>
      <p:cxnSp>
        <p:nvCxnSpPr>
          <p:cNvPr id="255" name="Google Shape;255;p32"/>
          <p:cNvCxnSpPr/>
          <p:nvPr/>
        </p:nvCxnSpPr>
        <p:spPr>
          <a:xfrm>
            <a:off x="1611488" y="1721200"/>
            <a:ext cx="0" cy="8640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14300" dist="19050" dir="2640000" algn="bl" rotWithShape="0">
              <a:schemeClr val="accent1">
                <a:alpha val="76000"/>
              </a:schemeClr>
            </a:outerShdw>
          </a:effectLst>
        </p:spPr>
      </p:cxnSp>
      <p:cxnSp>
        <p:nvCxnSpPr>
          <p:cNvPr id="258" name="Google Shape;258;p32"/>
          <p:cNvCxnSpPr/>
          <p:nvPr/>
        </p:nvCxnSpPr>
        <p:spPr>
          <a:xfrm flipH="1">
            <a:off x="1600693" y="1723337"/>
            <a:ext cx="10795" cy="1241425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200025" dist="19050" dir="2640000" algn="bl" rotWithShape="0">
              <a:schemeClr val="accent1">
                <a:alpha val="68000"/>
              </a:schemeClr>
            </a:outerShdw>
          </a:effectLst>
        </p:spPr>
      </p:cxnSp>
      <p:grpSp>
        <p:nvGrpSpPr>
          <p:cNvPr id="260" name="Google Shape;260;p32"/>
          <p:cNvGrpSpPr/>
          <p:nvPr/>
        </p:nvGrpSpPr>
        <p:grpSpPr>
          <a:xfrm rot="-5400000" flipH="1">
            <a:off x="681702" y="-681704"/>
            <a:ext cx="1182802" cy="2546215"/>
            <a:chOff x="7350442" y="2608992"/>
            <a:chExt cx="777239" cy="1673160"/>
          </a:xfrm>
        </p:grpSpPr>
        <p:sp>
          <p:nvSpPr>
            <p:cNvPr id="261" name="Google Shape;261;p32"/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62" name="Google Shape;262;p32"/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63" name="Google Shape;263;p32"/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64" name="Google Shape;264;p32"/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65" name="Google Shape;265;p32"/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66" name="Google Shape;266;p32"/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67" name="Google Shape;267;p32"/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68" name="Google Shape;268;p32"/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69" name="Google Shape;269;p32"/>
          <p:cNvGrpSpPr/>
          <p:nvPr/>
        </p:nvGrpSpPr>
        <p:grpSpPr>
          <a:xfrm rot="5400000">
            <a:off x="7363145" y="-686153"/>
            <a:ext cx="1182802" cy="2555083"/>
            <a:chOff x="7350442" y="2608992"/>
            <a:chExt cx="777239" cy="1673160"/>
          </a:xfrm>
        </p:grpSpPr>
        <p:sp>
          <p:nvSpPr>
            <p:cNvPr id="270" name="Google Shape;270;p32"/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1" name="Google Shape;271;p32"/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2" name="Google Shape;272;p32"/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3" name="Google Shape;273;p32"/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4" name="Google Shape;274;p32"/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5" name="Google Shape;275;p32"/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6" name="Google Shape;276;p32"/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7" name="Google Shape;277;p32"/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2" name="Titre 1"/>
          <p:cNvSpPr/>
          <p:nvPr>
            <p:ph type="title" idx="9"/>
          </p:nvPr>
        </p:nvSpPr>
        <p:spPr>
          <a:xfrm>
            <a:off x="1869440" y="2159635"/>
            <a:ext cx="2336165" cy="808355"/>
          </a:xfrm>
        </p:spPr>
        <p:txBody>
          <a:bodyPr/>
          <a:p>
            <a:r>
              <a:rPr lang="fr-FR" altLang="en-US" sz="1800"/>
              <a:t>- Définition </a:t>
            </a:r>
            <a:br>
              <a:rPr lang="fr-FR" altLang="en-US" sz="1800"/>
            </a:br>
            <a:r>
              <a:rPr lang="fr-FR" altLang="en-US" sz="1800"/>
              <a:t>- Composants</a:t>
            </a:r>
            <a:br>
              <a:rPr lang="fr-FR" altLang="en-US" sz="1800"/>
            </a:br>
            <a:r>
              <a:rPr lang="fr-FR" altLang="en-US" sz="1800"/>
              <a:t>- Fonctionnement</a:t>
            </a:r>
            <a:endParaRPr lang="fr-FR" altLang="en-US" sz="1800"/>
          </a:p>
        </p:txBody>
      </p:sp>
      <p:cxnSp>
        <p:nvCxnSpPr>
          <p:cNvPr id="4" name="Google Shape;257;p32"/>
          <p:cNvCxnSpPr/>
          <p:nvPr/>
        </p:nvCxnSpPr>
        <p:spPr>
          <a:xfrm flipV="1">
            <a:off x="-18557" y="4597601"/>
            <a:ext cx="9162415" cy="381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200025" dist="19050" dir="2640000" algn="bl" rotWithShape="0">
              <a:schemeClr val="accent1">
                <a:alpha val="68000"/>
              </a:schemeClr>
            </a:outerShdw>
          </a:effectLst>
        </p:spPr>
      </p:cxnSp>
      <p:sp>
        <p:nvSpPr>
          <p:cNvPr id="16" name="Titre 0"/>
          <p:cNvSpPr/>
          <p:nvPr/>
        </p:nvSpPr>
        <p:spPr>
          <a:xfrm>
            <a:off x="6090920" y="2157095"/>
            <a:ext cx="2336165" cy="8083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fr-FR" altLang="en-US" sz="1800"/>
              <a:t>- Définition </a:t>
            </a:r>
            <a:br>
              <a:rPr lang="fr-FR" altLang="en-US" sz="1800"/>
            </a:br>
            <a:r>
              <a:rPr lang="fr-FR" altLang="en-US" sz="1800"/>
              <a:t>- Les differents états</a:t>
            </a:r>
            <a:br>
              <a:rPr lang="fr-FR" altLang="en-US" sz="1800"/>
            </a:br>
            <a:r>
              <a:rPr lang="fr-FR" altLang="en-US" sz="1800"/>
              <a:t>- Fonctionnement</a:t>
            </a:r>
            <a:endParaRPr lang="fr-FR" altLang="en-US" sz="1800"/>
          </a:p>
        </p:txBody>
      </p:sp>
      <p:cxnSp>
        <p:nvCxnSpPr>
          <p:cNvPr id="18" name="Google Shape;258;p32"/>
          <p:cNvCxnSpPr/>
          <p:nvPr/>
        </p:nvCxnSpPr>
        <p:spPr>
          <a:xfrm flipH="1">
            <a:off x="5800583" y="1716352"/>
            <a:ext cx="10795" cy="1241425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200025" dist="19050" dir="2640000" algn="bl" rotWithShape="0">
              <a:schemeClr val="accent1">
                <a:alpha val="68000"/>
              </a:schemeClr>
            </a:outerShdw>
          </a:effectLst>
        </p:spPr>
      </p:cxnSp>
      <p:cxnSp>
        <p:nvCxnSpPr>
          <p:cNvPr id="19" name="Google Shape;258;p32"/>
          <p:cNvCxnSpPr/>
          <p:nvPr/>
        </p:nvCxnSpPr>
        <p:spPr>
          <a:xfrm flipH="1">
            <a:off x="2934193" y="3355922"/>
            <a:ext cx="10795" cy="1241425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200025" dist="19050" dir="2640000" algn="bl" rotWithShape="0">
              <a:schemeClr val="accent1">
                <a:alpha val="68000"/>
              </a:schemeClr>
            </a:outerShdw>
          </a:effectLst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2" name="Google Shape;282;p33"/>
          <p:cNvGrpSpPr/>
          <p:nvPr/>
        </p:nvGrpSpPr>
        <p:grpSpPr>
          <a:xfrm flipH="1">
            <a:off x="232954" y="7"/>
            <a:ext cx="1423548" cy="3741186"/>
            <a:chOff x="7350442" y="2608992"/>
            <a:chExt cx="636650" cy="1673160"/>
          </a:xfrm>
        </p:grpSpPr>
        <p:sp>
          <p:nvSpPr>
            <p:cNvPr id="283" name="Google Shape;283;p33"/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84" name="Google Shape;284;p33"/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85" name="Google Shape;285;p33"/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86" name="Google Shape;286;p33"/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87" name="Google Shape;287;p33"/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88" name="Google Shape;288;p33"/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89" name="Google Shape;289;p33"/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90" name="Google Shape;290;p33"/>
          <p:cNvGrpSpPr/>
          <p:nvPr/>
        </p:nvGrpSpPr>
        <p:grpSpPr>
          <a:xfrm>
            <a:off x="7517149" y="6"/>
            <a:ext cx="1393881" cy="3663217"/>
            <a:chOff x="7350442" y="2608992"/>
            <a:chExt cx="636650" cy="1673160"/>
          </a:xfrm>
        </p:grpSpPr>
        <p:sp>
          <p:nvSpPr>
            <p:cNvPr id="291" name="Google Shape;291;p33"/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92" name="Google Shape;292;p33"/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93" name="Google Shape;293;p33"/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94" name="Google Shape;294;p33"/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95" name="Google Shape;295;p33"/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96" name="Google Shape;296;p33"/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97" name="Google Shape;297;p33"/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300" name="Google Shape;300;p33"/>
          <p:cNvSpPr txBox="1"/>
          <p:nvPr>
            <p:ph type="subTitle" idx="1"/>
          </p:nvPr>
        </p:nvSpPr>
        <p:spPr>
          <a:xfrm>
            <a:off x="1921510" y="2038350"/>
            <a:ext cx="2386330" cy="53403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altLang="en-GB" sz="3600"/>
              <a:t>DEFINITION</a:t>
            </a:r>
            <a:endParaRPr lang="fr-FR" altLang="en-GB" sz="3600"/>
          </a:p>
        </p:txBody>
      </p:sp>
      <p:sp>
        <p:nvSpPr>
          <p:cNvPr id="303" name="Google Shape;303;p33"/>
          <p:cNvSpPr txBox="1"/>
          <p:nvPr>
            <p:ph type="title"/>
          </p:nvPr>
        </p:nvSpPr>
        <p:spPr>
          <a:xfrm>
            <a:off x="1430020" y="229235"/>
            <a:ext cx="6431280" cy="57594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altLang="en-GB" sz="4000">
                <a:solidFill>
                  <a:schemeClr val="accent1"/>
                </a:solidFill>
              </a:rPr>
              <a:t>LE PROCES</a:t>
            </a:r>
            <a:r>
              <a:rPr lang="en-GB" sz="4000">
                <a:solidFill>
                  <a:schemeClr val="accent1"/>
                </a:solidFill>
              </a:rPr>
              <a:t>S</a:t>
            </a:r>
            <a:r>
              <a:rPr lang="fr-FR" altLang="en-GB" sz="4000">
                <a:solidFill>
                  <a:schemeClr val="accent1"/>
                </a:solidFill>
              </a:rPr>
              <a:t>EUR</a:t>
            </a:r>
            <a:endParaRPr lang="fr-FR" altLang="en-GB" sz="4000">
              <a:solidFill>
                <a:schemeClr val="accent1"/>
              </a:solidFill>
            </a:endParaRPr>
          </a:p>
        </p:txBody>
      </p:sp>
      <p:cxnSp>
        <p:nvCxnSpPr>
          <p:cNvPr id="321" name="Google Shape;321;p33"/>
          <p:cNvCxnSpPr/>
          <p:nvPr/>
        </p:nvCxnSpPr>
        <p:spPr>
          <a:xfrm>
            <a:off x="4559300" y="1296198"/>
            <a:ext cx="39370" cy="2124075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14300" dist="19050" dir="2640000" algn="bl" rotWithShape="0">
              <a:schemeClr val="accent1">
                <a:alpha val="76000"/>
              </a:schemeClr>
            </a:outerShdw>
          </a:effectLst>
        </p:spPr>
      </p:cxnSp>
      <p:cxnSp>
        <p:nvCxnSpPr>
          <p:cNvPr id="4" name="Google Shape;321;p33"/>
          <p:cNvCxnSpPr/>
          <p:nvPr/>
        </p:nvCxnSpPr>
        <p:spPr>
          <a:xfrm>
            <a:off x="7023100" y="1289848"/>
            <a:ext cx="39370" cy="2124075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14300" dist="19050" dir="2640000" algn="bl" rotWithShape="0">
              <a:schemeClr val="accent1">
                <a:alpha val="76000"/>
              </a:schemeClr>
            </a:outerShdw>
          </a:effectLst>
        </p:spPr>
      </p:cxnSp>
      <p:cxnSp>
        <p:nvCxnSpPr>
          <p:cNvPr id="5" name="Google Shape;321;p33"/>
          <p:cNvCxnSpPr/>
          <p:nvPr/>
        </p:nvCxnSpPr>
        <p:spPr>
          <a:xfrm>
            <a:off x="4581525" y="1305723"/>
            <a:ext cx="244094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14300" dist="19050" dir="2640000" algn="bl" rotWithShape="0">
              <a:schemeClr val="accent1">
                <a:alpha val="76000"/>
              </a:schemeClr>
            </a:outerShdw>
          </a:effectLst>
        </p:spPr>
      </p:cxnSp>
      <p:cxnSp>
        <p:nvCxnSpPr>
          <p:cNvPr id="7" name="Google Shape;321;p33"/>
          <p:cNvCxnSpPr/>
          <p:nvPr/>
        </p:nvCxnSpPr>
        <p:spPr>
          <a:xfrm>
            <a:off x="4582160" y="3413923"/>
            <a:ext cx="2490470" cy="1397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14300" dist="19050" dir="2640000" algn="bl" rotWithShape="0">
              <a:schemeClr val="accent1">
                <a:alpha val="76000"/>
              </a:schemeClr>
            </a:outerShdw>
          </a:effectLst>
        </p:spPr>
      </p:cxnSp>
      <p:pic>
        <p:nvPicPr>
          <p:cNvPr id="9" name="Image 8" descr="PROCESS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4860" y="1311275"/>
            <a:ext cx="2418080" cy="2096135"/>
          </a:xfrm>
          <a:prstGeom prst="rect">
            <a:avLst/>
          </a:prstGeom>
        </p:spPr>
      </p:pic>
      <p:pic>
        <p:nvPicPr>
          <p:cNvPr id="10" name="Image 9" descr="PROCESSUER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4475" y="2893695"/>
            <a:ext cx="2162810" cy="1716405"/>
          </a:xfrm>
          <a:prstGeom prst="rect">
            <a:avLst/>
          </a:prstGeom>
        </p:spPr>
      </p:pic>
      <p:cxnSp>
        <p:nvCxnSpPr>
          <p:cNvPr id="11" name="Google Shape;321;p33"/>
          <p:cNvCxnSpPr/>
          <p:nvPr/>
        </p:nvCxnSpPr>
        <p:spPr>
          <a:xfrm>
            <a:off x="2784475" y="2870998"/>
            <a:ext cx="2195830" cy="4445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14300" dist="19050" dir="2640000" algn="bl" rotWithShape="0">
              <a:schemeClr val="accent1">
                <a:alpha val="76000"/>
              </a:schemeClr>
            </a:outerShdw>
          </a:effectLst>
        </p:spPr>
      </p:cxnSp>
      <p:cxnSp>
        <p:nvCxnSpPr>
          <p:cNvPr id="13" name="Google Shape;321;p33"/>
          <p:cNvCxnSpPr/>
          <p:nvPr/>
        </p:nvCxnSpPr>
        <p:spPr>
          <a:xfrm>
            <a:off x="2751455" y="4630583"/>
            <a:ext cx="2195830" cy="4445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14300" dist="19050" dir="2640000" algn="bl" rotWithShape="0">
              <a:schemeClr val="accent1">
                <a:alpha val="76000"/>
              </a:schemeClr>
            </a:outerShdw>
          </a:effectLst>
        </p:spPr>
      </p:cxnSp>
      <p:cxnSp>
        <p:nvCxnSpPr>
          <p:cNvPr id="14" name="Google Shape;321;p33"/>
          <p:cNvCxnSpPr/>
          <p:nvPr/>
        </p:nvCxnSpPr>
        <p:spPr>
          <a:xfrm>
            <a:off x="4935220" y="2893858"/>
            <a:ext cx="22860" cy="1740535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14300" dist="19050" dir="2640000" algn="bl" rotWithShape="0">
              <a:schemeClr val="accent1">
                <a:alpha val="76000"/>
              </a:schemeClr>
            </a:outerShdw>
          </a:effectLst>
        </p:spPr>
      </p:cxnSp>
      <p:cxnSp>
        <p:nvCxnSpPr>
          <p:cNvPr id="15" name="Google Shape;321;p33"/>
          <p:cNvCxnSpPr/>
          <p:nvPr/>
        </p:nvCxnSpPr>
        <p:spPr>
          <a:xfrm>
            <a:off x="2776220" y="2869728"/>
            <a:ext cx="22860" cy="1740535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14300" dist="19050" dir="2640000" algn="bl" rotWithShape="0">
              <a:schemeClr val="accent1">
                <a:alpha val="76000"/>
              </a:schemeClr>
            </a:outerShdw>
          </a:effectLst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7"/>
          <p:cNvSpPr/>
          <p:nvPr/>
        </p:nvSpPr>
        <p:spPr>
          <a:xfrm>
            <a:off x="697865" y="1371600"/>
            <a:ext cx="1849120" cy="682625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3FF5E1"/>
            </a:solidFill>
            <a:prstDash val="solid"/>
            <a:round/>
            <a:headEnd type="none" w="sm" len="sm"/>
            <a:tailEnd type="none" w="sm" len="sm"/>
          </a:ln>
          <a:effectLst>
            <a:outerShdw blurRad="142875" dist="19050" dir="5400000" algn="bl" rotWithShape="0">
              <a:srgbClr val="98FAFC">
                <a:alpha val="9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21" name="Google Shape;421;p37"/>
          <p:cNvSpPr txBox="1"/>
          <p:nvPr>
            <p:ph type="title"/>
          </p:nvPr>
        </p:nvSpPr>
        <p:spPr>
          <a:xfrm>
            <a:off x="904875" y="1513205"/>
            <a:ext cx="1664970" cy="36576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altLang="en-GB"/>
              <a:t>REGISTRE </a:t>
            </a:r>
            <a:endParaRPr lang="fr-FR" altLang="en-GB"/>
          </a:p>
        </p:txBody>
      </p:sp>
      <p:grpSp>
        <p:nvGrpSpPr>
          <p:cNvPr id="424" name="Google Shape;424;p37"/>
          <p:cNvGrpSpPr/>
          <p:nvPr/>
        </p:nvGrpSpPr>
        <p:grpSpPr>
          <a:xfrm rot="-5400000">
            <a:off x="681702" y="-823119"/>
            <a:ext cx="1182802" cy="2546215"/>
            <a:chOff x="7350442" y="2608992"/>
            <a:chExt cx="777239" cy="1673160"/>
          </a:xfrm>
        </p:grpSpPr>
        <p:sp>
          <p:nvSpPr>
            <p:cNvPr id="425" name="Google Shape;425;p37"/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26" name="Google Shape;426;p37"/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27" name="Google Shape;427;p37"/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28" name="Google Shape;428;p37"/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29" name="Google Shape;429;p37"/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30" name="Google Shape;430;p37"/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31" name="Google Shape;431;p37"/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32" name="Google Shape;432;p37"/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433" name="Google Shape;433;p37"/>
          <p:cNvGrpSpPr/>
          <p:nvPr/>
        </p:nvGrpSpPr>
        <p:grpSpPr>
          <a:xfrm rot="5400000" flipH="1">
            <a:off x="7363145" y="-827538"/>
            <a:ext cx="1182802" cy="2555083"/>
            <a:chOff x="7350442" y="2608992"/>
            <a:chExt cx="777239" cy="1673160"/>
          </a:xfrm>
        </p:grpSpPr>
        <p:sp>
          <p:nvSpPr>
            <p:cNvPr id="434" name="Google Shape;434;p37"/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35" name="Google Shape;435;p37"/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36" name="Google Shape;436;p37"/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37" name="Google Shape;437;p37"/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38" name="Google Shape;438;p37"/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39" name="Google Shape;439;p37"/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40" name="Google Shape;440;p37"/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41" name="Google Shape;441;p37"/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300" name="Google Shape;300;p33"/>
          <p:cNvSpPr txBox="1"/>
          <p:nvPr/>
        </p:nvSpPr>
        <p:spPr>
          <a:xfrm>
            <a:off x="3147060" y="325755"/>
            <a:ext cx="3272155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altLang="en-GB" sz="3600"/>
              <a:t>COMPOSANTS</a:t>
            </a:r>
            <a:endParaRPr lang="fr-FR" altLang="en-GB" sz="3600"/>
          </a:p>
        </p:txBody>
      </p:sp>
      <p:sp>
        <p:nvSpPr>
          <p:cNvPr id="13" name="Google Shape;420;p37"/>
          <p:cNvSpPr/>
          <p:nvPr/>
        </p:nvSpPr>
        <p:spPr>
          <a:xfrm>
            <a:off x="6092190" y="1375410"/>
            <a:ext cx="1849120" cy="682625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3FF5E1"/>
            </a:solidFill>
            <a:prstDash val="solid"/>
            <a:round/>
            <a:headEnd type="none" w="sm" len="sm"/>
            <a:tailEnd type="none" w="sm" len="sm"/>
          </a:ln>
          <a:effectLst>
            <a:outerShdw blurRad="142875" dist="19050" dir="5400000" algn="bl" rotWithShape="0">
              <a:srgbClr val="98FAFC">
                <a:alpha val="9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" name="Google Shape;420;p37"/>
          <p:cNvSpPr/>
          <p:nvPr/>
        </p:nvSpPr>
        <p:spPr>
          <a:xfrm>
            <a:off x="824865" y="1450975"/>
            <a:ext cx="1849120" cy="682625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3FF5E1"/>
            </a:solidFill>
            <a:prstDash val="solid"/>
            <a:round/>
            <a:headEnd type="none" w="sm" len="sm"/>
            <a:tailEnd type="none" w="sm" len="sm"/>
          </a:ln>
          <a:effectLst>
            <a:outerShdw blurRad="142875" dist="19050" dir="5400000" algn="bl" rotWithShape="0">
              <a:srgbClr val="98FAFC">
                <a:alpha val="9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15" name="Google Shape;420;p37"/>
          <p:cNvSpPr/>
          <p:nvPr/>
        </p:nvSpPr>
        <p:spPr>
          <a:xfrm>
            <a:off x="6092190" y="3474720"/>
            <a:ext cx="1849120" cy="682625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3FF5E1"/>
            </a:solidFill>
            <a:prstDash val="solid"/>
            <a:round/>
            <a:headEnd type="none" w="sm" len="sm"/>
            <a:tailEnd type="none" w="sm" len="sm"/>
          </a:ln>
          <a:effectLst>
            <a:outerShdw blurRad="142875" dist="19050" dir="5400000" algn="bl" rotWithShape="0">
              <a:srgbClr val="98FAFC">
                <a:alpha val="9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" name="Google Shape;420;p37"/>
          <p:cNvSpPr/>
          <p:nvPr/>
        </p:nvSpPr>
        <p:spPr>
          <a:xfrm>
            <a:off x="6229350" y="1450975"/>
            <a:ext cx="1849120" cy="682625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3FF5E1"/>
            </a:solidFill>
            <a:prstDash val="solid"/>
            <a:round/>
            <a:headEnd type="none" w="sm" len="sm"/>
            <a:tailEnd type="none" w="sm" len="sm"/>
          </a:ln>
          <a:effectLst>
            <a:outerShdw blurRad="142875" dist="19050" dir="5400000" algn="bl" rotWithShape="0">
              <a:srgbClr val="98FAFC">
                <a:alpha val="9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17" name="Google Shape;420;p37"/>
          <p:cNvSpPr/>
          <p:nvPr/>
        </p:nvSpPr>
        <p:spPr>
          <a:xfrm>
            <a:off x="697865" y="3474720"/>
            <a:ext cx="1849120" cy="682625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3FF5E1"/>
            </a:solidFill>
            <a:prstDash val="solid"/>
            <a:round/>
            <a:headEnd type="none" w="sm" len="sm"/>
            <a:tailEnd type="none" w="sm" len="sm"/>
          </a:ln>
          <a:effectLst>
            <a:outerShdw blurRad="142875" dist="19050" dir="5400000" algn="bl" rotWithShape="0">
              <a:srgbClr val="98FAFC">
                <a:alpha val="9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18" name="Google Shape;420;p37"/>
          <p:cNvSpPr/>
          <p:nvPr/>
        </p:nvSpPr>
        <p:spPr>
          <a:xfrm>
            <a:off x="824865" y="3572510"/>
            <a:ext cx="1849120" cy="682625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3FF5E1"/>
            </a:solidFill>
            <a:prstDash val="solid"/>
            <a:round/>
            <a:headEnd type="none" w="sm" len="sm"/>
            <a:tailEnd type="none" w="sm" len="sm"/>
          </a:ln>
          <a:effectLst>
            <a:outerShdw blurRad="142875" dist="19050" dir="5400000" algn="bl" rotWithShape="0">
              <a:srgbClr val="98FAFC">
                <a:alpha val="9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19" name="Google Shape;420;p37"/>
          <p:cNvSpPr/>
          <p:nvPr/>
        </p:nvSpPr>
        <p:spPr>
          <a:xfrm>
            <a:off x="6229350" y="3573780"/>
            <a:ext cx="1849120" cy="682625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3FF5E1"/>
            </a:solidFill>
            <a:prstDash val="solid"/>
            <a:round/>
            <a:headEnd type="none" w="sm" len="sm"/>
            <a:tailEnd type="none" w="sm" len="sm"/>
          </a:ln>
          <a:effectLst>
            <a:outerShdw blurRad="142875" dist="19050" dir="5400000" algn="bl" rotWithShape="0">
              <a:srgbClr val="98FAFC">
                <a:alpha val="9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20" name="Google Shape;421;p37"/>
          <p:cNvSpPr txBox="1"/>
          <p:nvPr/>
        </p:nvSpPr>
        <p:spPr>
          <a:xfrm>
            <a:off x="6276340" y="1513205"/>
            <a:ext cx="166497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altLang="en-GB"/>
              <a:t>BUS</a:t>
            </a:r>
            <a:endParaRPr lang="fr-FR" altLang="en-GB"/>
          </a:p>
        </p:txBody>
      </p:sp>
      <p:sp>
        <p:nvSpPr>
          <p:cNvPr id="21" name="Google Shape;421;p37"/>
          <p:cNvSpPr txBox="1"/>
          <p:nvPr/>
        </p:nvSpPr>
        <p:spPr>
          <a:xfrm>
            <a:off x="818515" y="3633470"/>
            <a:ext cx="166497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altLang="en-GB"/>
              <a:t>UAL</a:t>
            </a:r>
            <a:endParaRPr lang="fr-FR" altLang="en-GB"/>
          </a:p>
        </p:txBody>
      </p:sp>
      <p:sp>
        <p:nvSpPr>
          <p:cNvPr id="22" name="Google Shape;421;p37"/>
          <p:cNvSpPr txBox="1"/>
          <p:nvPr/>
        </p:nvSpPr>
        <p:spPr>
          <a:xfrm>
            <a:off x="6219825" y="3633470"/>
            <a:ext cx="166497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altLang="en-GB"/>
              <a:t>UC</a:t>
            </a:r>
            <a:endParaRPr lang="fr-FR" alt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50" name="Shape 2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52" name="Google Shape;2152;p42"/>
          <p:cNvCxnSpPr>
            <a:stCxn id="2153" idx="7"/>
            <a:endCxn id="2154" idx="3"/>
          </p:cNvCxnSpPr>
          <p:nvPr/>
        </p:nvCxnSpPr>
        <p:spPr>
          <a:xfrm rot="10800000" flipH="1">
            <a:off x="1898070" y="2719961"/>
            <a:ext cx="1332300" cy="8685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55" name="Google Shape;2155;p42"/>
          <p:cNvCxnSpPr>
            <a:stCxn id="2154" idx="5"/>
            <a:endCxn id="2156" idx="1"/>
          </p:cNvCxnSpPr>
          <p:nvPr/>
        </p:nvCxnSpPr>
        <p:spPr>
          <a:xfrm>
            <a:off x="3906726" y="2720038"/>
            <a:ext cx="1334700" cy="8685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57" name="Google Shape;2157;p42"/>
          <p:cNvCxnSpPr>
            <a:stCxn id="2156" idx="7"/>
            <a:endCxn id="2158" idx="3"/>
          </p:cNvCxnSpPr>
          <p:nvPr/>
        </p:nvCxnSpPr>
        <p:spPr>
          <a:xfrm rot="10800000" flipH="1">
            <a:off x="5917866" y="2719961"/>
            <a:ext cx="1333500" cy="8685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53" name="Google Shape;2153;p42"/>
          <p:cNvSpPr/>
          <p:nvPr/>
        </p:nvSpPr>
        <p:spPr>
          <a:xfrm>
            <a:off x="1081475" y="3448355"/>
            <a:ext cx="956700" cy="956700"/>
          </a:xfrm>
          <a:prstGeom prst="ellipse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19050" dir="5400000" algn="bl" rotWithShape="0">
              <a:srgbClr val="98FAFC">
                <a:alpha val="56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FFFFFF"/>
                </a:solidFill>
                <a:latin typeface="Oswald ExtraLight"/>
                <a:ea typeface="Oswald ExtraLight"/>
                <a:cs typeface="Oswald ExtraLight"/>
                <a:sym typeface="Oswald ExtraLight"/>
              </a:rPr>
              <a:t>01</a:t>
            </a:r>
            <a:endParaRPr sz="3000">
              <a:solidFill>
                <a:srgbClr val="FFFFFF"/>
              </a:solidFill>
              <a:latin typeface="Oswald ExtraLight"/>
              <a:ea typeface="Oswald ExtraLight"/>
              <a:cs typeface="Oswald ExtraLight"/>
              <a:sym typeface="Oswald ExtraLight"/>
            </a:endParaRPr>
          </a:p>
        </p:txBody>
      </p:sp>
      <p:sp>
        <p:nvSpPr>
          <p:cNvPr id="2159" name="Google Shape;2159;p42"/>
          <p:cNvSpPr/>
          <p:nvPr/>
        </p:nvSpPr>
        <p:spPr>
          <a:xfrm>
            <a:off x="796921" y="3163803"/>
            <a:ext cx="1525800" cy="1525800"/>
          </a:xfrm>
          <a:prstGeom prst="blockArc">
            <a:avLst>
              <a:gd name="adj1" fmla="val 7558344"/>
              <a:gd name="adj2" fmla="val 1850511"/>
              <a:gd name="adj3" fmla="val 9051"/>
            </a:avLst>
          </a:prstGeom>
          <a:solidFill>
            <a:schemeClr val="accent1"/>
          </a:solidFill>
          <a:ln>
            <a:noFill/>
          </a:ln>
          <a:effectLst>
            <a:outerShdw blurRad="57150" dist="19050" dir="5400000" algn="bl" rotWithShape="0">
              <a:schemeClr val="accen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56" name="Google Shape;2156;p42"/>
          <p:cNvSpPr/>
          <p:nvPr/>
        </p:nvSpPr>
        <p:spPr>
          <a:xfrm>
            <a:off x="5101272" y="3448355"/>
            <a:ext cx="956700" cy="956700"/>
          </a:xfrm>
          <a:prstGeom prst="ellipse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19050" dir="5400000" algn="bl" rotWithShape="0">
              <a:srgbClr val="98FAFC">
                <a:alpha val="56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FFFFFF"/>
                </a:solidFill>
                <a:latin typeface="Oswald ExtraLight"/>
                <a:ea typeface="Oswald ExtraLight"/>
                <a:cs typeface="Oswald ExtraLight"/>
                <a:sym typeface="Oswald ExtraLight"/>
              </a:rPr>
              <a:t>03</a:t>
            </a:r>
            <a:endParaRPr sz="3000">
              <a:solidFill>
                <a:srgbClr val="FFFFFF"/>
              </a:solidFill>
              <a:latin typeface="Oswald ExtraLight"/>
              <a:ea typeface="Oswald ExtraLight"/>
              <a:cs typeface="Oswald ExtraLight"/>
              <a:sym typeface="Oswald ExtraLight"/>
            </a:endParaRPr>
          </a:p>
        </p:txBody>
      </p:sp>
      <p:sp>
        <p:nvSpPr>
          <p:cNvPr id="2160" name="Google Shape;2160;p42"/>
          <p:cNvSpPr/>
          <p:nvPr/>
        </p:nvSpPr>
        <p:spPr>
          <a:xfrm rot="6299891">
            <a:off x="4813508" y="3163918"/>
            <a:ext cx="1525570" cy="1525570"/>
          </a:xfrm>
          <a:prstGeom prst="blockArc">
            <a:avLst>
              <a:gd name="adj1" fmla="val 7558344"/>
              <a:gd name="adj2" fmla="val 15223599"/>
              <a:gd name="adj3" fmla="val 8678"/>
            </a:avLst>
          </a:prstGeom>
          <a:solidFill>
            <a:schemeClr val="accent1"/>
          </a:solidFill>
          <a:ln>
            <a:noFill/>
          </a:ln>
          <a:effectLst>
            <a:outerShdw blurRad="57150" dist="19050" dir="5400000" algn="bl" rotWithShape="0">
              <a:schemeClr val="accen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58" name="Google Shape;2158;p42"/>
          <p:cNvSpPr/>
          <p:nvPr/>
        </p:nvSpPr>
        <p:spPr>
          <a:xfrm>
            <a:off x="7111170" y="1903443"/>
            <a:ext cx="956700" cy="956700"/>
          </a:xfrm>
          <a:prstGeom prst="ellipse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19050" dir="5400000" algn="bl" rotWithShape="0">
              <a:srgbClr val="98FAFC">
                <a:alpha val="56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FFFFFF"/>
                </a:solidFill>
                <a:latin typeface="Oswald ExtraLight"/>
                <a:ea typeface="Oswald ExtraLight"/>
                <a:cs typeface="Oswald ExtraLight"/>
                <a:sym typeface="Oswald ExtraLight"/>
              </a:rPr>
              <a:t>04</a:t>
            </a:r>
            <a:endParaRPr sz="3000">
              <a:solidFill>
                <a:srgbClr val="FFFFFF"/>
              </a:solidFill>
              <a:latin typeface="Oswald ExtraLight"/>
              <a:ea typeface="Oswald ExtraLight"/>
              <a:cs typeface="Oswald ExtraLight"/>
              <a:sym typeface="Oswald ExtraLight"/>
            </a:endParaRPr>
          </a:p>
        </p:txBody>
      </p:sp>
      <p:sp>
        <p:nvSpPr>
          <p:cNvPr id="2161" name="Google Shape;2161;p42"/>
          <p:cNvSpPr/>
          <p:nvPr/>
        </p:nvSpPr>
        <p:spPr>
          <a:xfrm rot="-7199867">
            <a:off x="6826569" y="1618838"/>
            <a:ext cx="1525903" cy="1525903"/>
          </a:xfrm>
          <a:prstGeom prst="blockArc">
            <a:avLst>
              <a:gd name="adj1" fmla="val 7630252"/>
              <a:gd name="adj2" fmla="val 11218651"/>
              <a:gd name="adj3" fmla="val 8577"/>
            </a:avLst>
          </a:prstGeom>
          <a:solidFill>
            <a:schemeClr val="accent1"/>
          </a:solidFill>
          <a:ln>
            <a:noFill/>
          </a:ln>
          <a:effectLst>
            <a:outerShdw blurRad="57150" dist="19050" dir="5400000" algn="bl" rotWithShape="0">
              <a:schemeClr val="accen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62" name="Google Shape;2162;p42"/>
          <p:cNvSpPr txBox="1"/>
          <p:nvPr>
            <p:ph type="title" idx="4294967295"/>
          </p:nvPr>
        </p:nvSpPr>
        <p:spPr>
          <a:xfrm>
            <a:off x="715765" y="2671980"/>
            <a:ext cx="1693200" cy="3207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altLang="en-GB" sz="2200"/>
              <a:t>EXTRACTION</a:t>
            </a:r>
            <a:endParaRPr lang="fr-FR" altLang="en-GB" sz="2200"/>
          </a:p>
        </p:txBody>
      </p:sp>
      <p:sp>
        <p:nvSpPr>
          <p:cNvPr id="2164" name="Google Shape;2164;p42"/>
          <p:cNvSpPr txBox="1"/>
          <p:nvPr>
            <p:ph type="title" idx="4294967295"/>
          </p:nvPr>
        </p:nvSpPr>
        <p:spPr>
          <a:xfrm>
            <a:off x="4814493" y="2720240"/>
            <a:ext cx="1693200" cy="3207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altLang="en-GB" sz="2200"/>
              <a:t>EXECUTION</a:t>
            </a:r>
            <a:endParaRPr lang="fr-FR" altLang="en-GB" sz="2200"/>
          </a:p>
        </p:txBody>
      </p:sp>
      <p:sp>
        <p:nvSpPr>
          <p:cNvPr id="2154" name="Google Shape;2154;p42"/>
          <p:cNvSpPr/>
          <p:nvPr/>
        </p:nvSpPr>
        <p:spPr>
          <a:xfrm>
            <a:off x="3090132" y="1903443"/>
            <a:ext cx="956700" cy="956700"/>
          </a:xfrm>
          <a:prstGeom prst="ellipse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19050" dir="5400000" algn="bl" rotWithShape="0">
              <a:srgbClr val="98FAFC">
                <a:alpha val="56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FFFFFF"/>
                </a:solidFill>
                <a:latin typeface="Oswald ExtraLight"/>
                <a:ea typeface="Oswald ExtraLight"/>
                <a:cs typeface="Oswald ExtraLight"/>
                <a:sym typeface="Oswald ExtraLight"/>
              </a:rPr>
              <a:t>02</a:t>
            </a:r>
            <a:endParaRPr sz="3000">
              <a:solidFill>
                <a:srgbClr val="FFFFFF"/>
              </a:solidFill>
              <a:latin typeface="Oswald ExtraLight"/>
              <a:ea typeface="Oswald ExtraLight"/>
              <a:cs typeface="Oswald ExtraLight"/>
              <a:sym typeface="Oswald ExtraLight"/>
            </a:endParaRPr>
          </a:p>
        </p:txBody>
      </p:sp>
      <p:sp>
        <p:nvSpPr>
          <p:cNvPr id="2165" name="Google Shape;2165;p42"/>
          <p:cNvSpPr/>
          <p:nvPr/>
        </p:nvSpPr>
        <p:spPr>
          <a:xfrm rot="3599795">
            <a:off x="2805598" y="1618983"/>
            <a:ext cx="1525643" cy="1525643"/>
          </a:xfrm>
          <a:prstGeom prst="blockArc">
            <a:avLst>
              <a:gd name="adj1" fmla="val 2672861"/>
              <a:gd name="adj2" fmla="val 14566258"/>
              <a:gd name="adj3" fmla="val 8261"/>
            </a:avLst>
          </a:prstGeom>
          <a:solidFill>
            <a:schemeClr val="accent1"/>
          </a:solidFill>
          <a:ln>
            <a:noFill/>
          </a:ln>
          <a:effectLst>
            <a:outerShdw blurRad="57150" dist="19050" dir="5400000" algn="bl" rotWithShape="0">
              <a:schemeClr val="accen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67" name="Google Shape;2167;p42"/>
          <p:cNvSpPr txBox="1"/>
          <p:nvPr>
            <p:ph type="title" idx="4294967295"/>
          </p:nvPr>
        </p:nvSpPr>
        <p:spPr>
          <a:xfrm>
            <a:off x="2727712" y="3267658"/>
            <a:ext cx="1691700" cy="3207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altLang="en-GB" sz="2200"/>
              <a:t>DECODAGE</a:t>
            </a:r>
            <a:endParaRPr lang="fr-FR" altLang="en-GB" sz="2200"/>
          </a:p>
        </p:txBody>
      </p:sp>
      <p:sp>
        <p:nvSpPr>
          <p:cNvPr id="2169" name="Google Shape;2169;p42"/>
          <p:cNvSpPr txBox="1"/>
          <p:nvPr>
            <p:ph type="title" idx="4294967295"/>
          </p:nvPr>
        </p:nvSpPr>
        <p:spPr>
          <a:xfrm>
            <a:off x="6910645" y="3267658"/>
            <a:ext cx="1691700" cy="3207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L</a:t>
            </a:r>
            <a:r>
              <a:rPr lang="fr-FR" altLang="en-GB" sz="2200"/>
              <a:t>’ECRITURE</a:t>
            </a:r>
            <a:endParaRPr lang="fr-FR" altLang="en-GB" sz="2200"/>
          </a:p>
        </p:txBody>
      </p:sp>
      <p:grpSp>
        <p:nvGrpSpPr>
          <p:cNvPr id="2171" name="Google Shape;2171;p42"/>
          <p:cNvGrpSpPr/>
          <p:nvPr/>
        </p:nvGrpSpPr>
        <p:grpSpPr>
          <a:xfrm rot="5400000" flipH="1">
            <a:off x="6054279" y="-1453324"/>
            <a:ext cx="1955378" cy="4224060"/>
            <a:chOff x="7350442" y="2608992"/>
            <a:chExt cx="777239" cy="1673160"/>
          </a:xfrm>
        </p:grpSpPr>
        <p:sp>
          <p:nvSpPr>
            <p:cNvPr id="2172" name="Google Shape;2172;p42"/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173" name="Google Shape;2173;p42"/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174" name="Google Shape;2174;p42"/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175" name="Google Shape;2175;p42"/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176" name="Google Shape;2176;p42"/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177" name="Google Shape;2177;p42"/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178" name="Google Shape;2178;p42"/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179" name="Google Shape;2179;p42"/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300" name="Google Shape;300;p33"/>
          <p:cNvSpPr txBox="1"/>
          <p:nvPr/>
        </p:nvSpPr>
        <p:spPr>
          <a:xfrm>
            <a:off x="398145" y="247650"/>
            <a:ext cx="4521835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altLang="en-GB" sz="3600"/>
              <a:t>FONCTIONNEMENT</a:t>
            </a:r>
            <a:endParaRPr lang="fr-FR" altLang="en-GB" sz="3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1" name="Google Shape;351;p35"/>
          <p:cNvGrpSpPr/>
          <p:nvPr/>
        </p:nvGrpSpPr>
        <p:grpSpPr>
          <a:xfrm rot="5400000">
            <a:off x="6929586" y="-1197341"/>
            <a:ext cx="2029371" cy="4383847"/>
            <a:chOff x="7350442" y="2608992"/>
            <a:chExt cx="777239" cy="1673160"/>
          </a:xfrm>
        </p:grpSpPr>
        <p:sp>
          <p:nvSpPr>
            <p:cNvPr id="352" name="Google Shape;352;p35"/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53" name="Google Shape;353;p35"/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54" name="Google Shape;354;p35"/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55" name="Google Shape;355;p35"/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56" name="Google Shape;356;p35"/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57" name="Google Shape;357;p35"/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58" name="Google Shape;358;p35"/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59" name="Google Shape;359;p35"/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303" name="Google Shape;303;p33"/>
          <p:cNvSpPr txBox="1"/>
          <p:nvPr/>
        </p:nvSpPr>
        <p:spPr>
          <a:xfrm>
            <a:off x="907415" y="296545"/>
            <a:ext cx="4700270" cy="5759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swald"/>
              <a:buNone/>
              <a:defRPr sz="3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altLang="en-GB" sz="4000">
                <a:solidFill>
                  <a:schemeClr val="accent1"/>
                </a:solidFill>
              </a:rPr>
              <a:t>LE PROCES</a:t>
            </a:r>
            <a:r>
              <a:rPr lang="en-GB" sz="4000">
                <a:solidFill>
                  <a:schemeClr val="accent1"/>
                </a:solidFill>
              </a:rPr>
              <a:t>S</a:t>
            </a:r>
            <a:r>
              <a:rPr lang="fr-FR" altLang="en-GB" sz="4000">
                <a:solidFill>
                  <a:schemeClr val="accent1"/>
                </a:solidFill>
              </a:rPr>
              <a:t>US</a:t>
            </a:r>
            <a:endParaRPr lang="fr-FR" altLang="en-GB" sz="4000">
              <a:solidFill>
                <a:schemeClr val="accent1"/>
              </a:solidFill>
            </a:endParaRPr>
          </a:p>
        </p:txBody>
      </p:sp>
      <p:grpSp>
        <p:nvGrpSpPr>
          <p:cNvPr id="3" name="Google Shape;351;p35"/>
          <p:cNvGrpSpPr/>
          <p:nvPr/>
        </p:nvGrpSpPr>
        <p:grpSpPr>
          <a:xfrm rot="5400000">
            <a:off x="6784806" y="2131329"/>
            <a:ext cx="2029371" cy="4383847"/>
            <a:chOff x="7350442" y="2608992"/>
            <a:chExt cx="777239" cy="1673160"/>
          </a:xfrm>
        </p:grpSpPr>
        <p:sp>
          <p:nvSpPr>
            <p:cNvPr id="4" name="Google Shape;352;p35"/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" name="Google Shape;353;p35"/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" name="Google Shape;354;p35"/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" name="Google Shape;355;p35"/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" name="Google Shape;356;p35"/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" name="Google Shape;357;p35"/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" name="Google Shape;358;p35"/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" name="Google Shape;359;p35"/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12" name="Image 11" descr="iterati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38600" y="1125855"/>
            <a:ext cx="2438400" cy="2438400"/>
          </a:xfrm>
          <a:prstGeom prst="rect">
            <a:avLst/>
          </a:prstGeom>
        </p:spPr>
      </p:pic>
      <p:sp>
        <p:nvSpPr>
          <p:cNvPr id="300" name="Google Shape;300;p33"/>
          <p:cNvSpPr txBox="1"/>
          <p:nvPr>
            <p:ph type="subTitle" idx="1"/>
          </p:nvPr>
        </p:nvSpPr>
        <p:spPr>
          <a:xfrm>
            <a:off x="1507490" y="2009140"/>
            <a:ext cx="2386330" cy="53403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altLang="en-GB" sz="3600"/>
              <a:t>DEFINITION</a:t>
            </a:r>
            <a:endParaRPr lang="fr-FR" altLang="en-GB" sz="3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21" name="Shape 2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" name="Google Shape;2222;p44"/>
          <p:cNvSpPr/>
          <p:nvPr/>
        </p:nvSpPr>
        <p:spPr>
          <a:xfrm>
            <a:off x="3776345" y="1695450"/>
            <a:ext cx="2770505" cy="2270125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00025" dist="19050" dir="5400000" algn="bl" rotWithShape="0">
              <a:schemeClr val="accent1">
                <a:alpha val="67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aphicFrame>
        <p:nvGraphicFramePr>
          <p:cNvPr id="2224" name="Google Shape;2224;p44"/>
          <p:cNvGraphicFramePr/>
          <p:nvPr/>
        </p:nvGraphicFramePr>
        <p:xfrm>
          <a:off x="3776345" y="1695450"/>
          <a:ext cx="3486785" cy="2269490"/>
        </p:xfrm>
        <a:graphic>
          <a:graphicData uri="http://schemas.openxmlformats.org/drawingml/2006/table">
            <a:tbl>
              <a:tblPr>
                <a:noFill/>
                <a:tableStyleId>{909DD6E6-52AF-404E-89F4-E5EB850447E6}</a:tableStyleId>
              </a:tblPr>
              <a:tblGrid>
                <a:gridCol w="714375"/>
                <a:gridCol w="1386205"/>
                <a:gridCol w="1386205"/>
              </a:tblGrid>
              <a:tr h="51816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2200">
                        <a:solidFill>
                          <a:schemeClr val="accent6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611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6114">
                          <a:alpha val="0"/>
                        </a:srgbClr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611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611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6114">
                          <a:alpha val="0"/>
                        </a:srgbClr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6114">
                          <a:alpha val="0"/>
                        </a:srgbClr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611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611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6114">
                          <a:alpha val="0"/>
                        </a:srgbClr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611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611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611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chemeClr val="accent6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611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6114">
                          <a:alpha val="0"/>
                        </a:srgbClr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611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611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6114">
                          <a:alpha val="0"/>
                        </a:srgbClr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6114">
                          <a:alpha val="0"/>
                        </a:srgbClr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611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611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6114">
                          <a:alpha val="0"/>
                        </a:srgbClr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611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611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611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3751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chemeClr val="accent6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611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6114">
                          <a:alpha val="0"/>
                        </a:srgbClr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611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611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6114">
                          <a:alpha val="0"/>
                        </a:srgbClr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6114">
                          <a:alpha val="0"/>
                        </a:srgbClr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611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611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6114">
                          <a:alpha val="0"/>
                        </a:srgbClr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611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611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611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chemeClr val="accent6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611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6114">
                          <a:alpha val="0"/>
                        </a:srgbClr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611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611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6114">
                          <a:alpha val="0"/>
                        </a:srgbClr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6114">
                          <a:alpha val="0"/>
                        </a:srgbClr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611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611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6114">
                          <a:alpha val="0"/>
                        </a:srgbClr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611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611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611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3751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chemeClr val="accent6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611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6114">
                          <a:alpha val="0"/>
                        </a:srgbClr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611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611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6114">
                          <a:alpha val="0"/>
                        </a:srgbClr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6114">
                          <a:alpha val="0"/>
                        </a:srgbClr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611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611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6114">
                          <a:alpha val="0"/>
                        </a:srgbClr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611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611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611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2228" name="Google Shape;2228;p44"/>
          <p:cNvCxnSpPr/>
          <p:nvPr/>
        </p:nvCxnSpPr>
        <p:spPr>
          <a:xfrm>
            <a:off x="3104690" y="2790125"/>
            <a:ext cx="41589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dot"/>
            <a:round/>
            <a:headEnd type="none" w="med" len="med"/>
            <a:tailEnd type="none" w="med" len="med"/>
          </a:ln>
          <a:effectLst>
            <a:outerShdw blurRad="200025" dist="19050" dir="5400000" algn="bl" rotWithShape="0">
              <a:schemeClr val="accent1">
                <a:alpha val="67000"/>
              </a:schemeClr>
            </a:outerShdw>
          </a:effectLst>
        </p:spPr>
      </p:cxnSp>
      <p:cxnSp>
        <p:nvCxnSpPr>
          <p:cNvPr id="2229" name="Google Shape;2229;p44"/>
          <p:cNvCxnSpPr/>
          <p:nvPr/>
        </p:nvCxnSpPr>
        <p:spPr>
          <a:xfrm>
            <a:off x="3104690" y="3366400"/>
            <a:ext cx="41589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dot"/>
            <a:round/>
            <a:headEnd type="none" w="med" len="med"/>
            <a:tailEnd type="none" w="med" len="med"/>
          </a:ln>
          <a:effectLst>
            <a:outerShdw blurRad="200025" dist="19050" dir="5400000" algn="bl" rotWithShape="0">
              <a:schemeClr val="accent1">
                <a:alpha val="67000"/>
              </a:schemeClr>
            </a:outerShdw>
          </a:effectLst>
        </p:spPr>
      </p:cxnSp>
      <p:cxnSp>
        <p:nvCxnSpPr>
          <p:cNvPr id="2" name="Google Shape;2228;p44"/>
          <p:cNvCxnSpPr/>
          <p:nvPr/>
        </p:nvCxnSpPr>
        <p:spPr>
          <a:xfrm>
            <a:off x="3105325" y="2214180"/>
            <a:ext cx="41589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dot"/>
            <a:round/>
            <a:headEnd type="none" w="med" len="med"/>
            <a:tailEnd type="none" w="med" len="med"/>
          </a:ln>
          <a:effectLst>
            <a:outerShdw blurRad="200025" dist="19050" dir="5400000" algn="bl" rotWithShape="0">
              <a:schemeClr val="accent1">
                <a:alpha val="67000"/>
              </a:schemeClr>
            </a:outerShdw>
          </a:effectLst>
        </p:spPr>
      </p:cxnSp>
      <p:sp>
        <p:nvSpPr>
          <p:cNvPr id="300" name="Google Shape;300;p33"/>
          <p:cNvSpPr txBox="1"/>
          <p:nvPr>
            <p:ph type="subTitle" idx="1"/>
          </p:nvPr>
        </p:nvSpPr>
        <p:spPr>
          <a:xfrm>
            <a:off x="3776345" y="720090"/>
            <a:ext cx="5132070" cy="53403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altLang="en-GB" sz="3600"/>
              <a:t>LES DIFFERENTS ETATS</a:t>
            </a:r>
            <a:endParaRPr lang="fr-FR" altLang="en-GB" sz="3600"/>
          </a:p>
        </p:txBody>
      </p:sp>
      <p:sp>
        <p:nvSpPr>
          <p:cNvPr id="303" name="Google Shape;303;p33"/>
          <p:cNvSpPr txBox="1"/>
          <p:nvPr/>
        </p:nvSpPr>
        <p:spPr>
          <a:xfrm>
            <a:off x="3488055" y="1759585"/>
            <a:ext cx="2672715" cy="2851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swald"/>
              <a:buNone/>
              <a:defRPr sz="3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altLang="en-GB" sz="2400">
                <a:solidFill>
                  <a:schemeClr val="accent1"/>
                </a:solidFill>
              </a:rPr>
              <a:t>EN COURS</a:t>
            </a:r>
            <a:endParaRPr lang="fr-FR" altLang="en-GB" sz="2400">
              <a:solidFill>
                <a:schemeClr val="accent1"/>
              </a:solidFill>
            </a:endParaRPr>
          </a:p>
        </p:txBody>
      </p:sp>
      <p:sp>
        <p:nvSpPr>
          <p:cNvPr id="3" name="Google Shape;303;p33"/>
          <p:cNvSpPr txBox="1"/>
          <p:nvPr/>
        </p:nvSpPr>
        <p:spPr>
          <a:xfrm>
            <a:off x="3611245" y="2359660"/>
            <a:ext cx="2672715" cy="2851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swald"/>
              <a:buNone/>
              <a:defRPr sz="3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altLang="en-GB" sz="2400">
                <a:solidFill>
                  <a:schemeClr val="accent1"/>
                </a:solidFill>
              </a:rPr>
              <a:t>EN ATTENTE</a:t>
            </a:r>
            <a:endParaRPr lang="fr-FR" altLang="en-GB" sz="2400">
              <a:solidFill>
                <a:schemeClr val="accent1"/>
              </a:solidFill>
            </a:endParaRPr>
          </a:p>
        </p:txBody>
      </p:sp>
      <p:sp>
        <p:nvSpPr>
          <p:cNvPr id="4" name="Google Shape;303;p33"/>
          <p:cNvSpPr txBox="1"/>
          <p:nvPr/>
        </p:nvSpPr>
        <p:spPr>
          <a:xfrm>
            <a:off x="3172460" y="2935605"/>
            <a:ext cx="2672715" cy="2851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swald"/>
              <a:buNone/>
              <a:defRPr sz="3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altLang="en-GB" sz="2400">
                <a:solidFill>
                  <a:schemeClr val="accent1"/>
                </a:solidFill>
              </a:rPr>
              <a:t>PRET</a:t>
            </a:r>
            <a:endParaRPr lang="fr-FR" altLang="en-GB" sz="2400">
              <a:solidFill>
                <a:schemeClr val="accent1"/>
              </a:solidFill>
            </a:endParaRPr>
          </a:p>
        </p:txBody>
      </p:sp>
      <p:sp>
        <p:nvSpPr>
          <p:cNvPr id="5" name="Google Shape;303;p33"/>
          <p:cNvSpPr txBox="1"/>
          <p:nvPr/>
        </p:nvSpPr>
        <p:spPr>
          <a:xfrm>
            <a:off x="3409315" y="3474085"/>
            <a:ext cx="2672715" cy="2851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swald"/>
              <a:buNone/>
              <a:defRPr sz="3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altLang="en-GB" sz="2400">
                <a:solidFill>
                  <a:schemeClr val="accent1"/>
                </a:solidFill>
              </a:rPr>
              <a:t>TERMINE</a:t>
            </a:r>
            <a:endParaRPr lang="fr-FR" altLang="en-GB" sz="24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50" name="Shape 2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52" name="Google Shape;2152;p42"/>
          <p:cNvCxnSpPr>
            <a:stCxn id="2153" idx="7"/>
            <a:endCxn id="2154" idx="3"/>
          </p:cNvCxnSpPr>
          <p:nvPr/>
        </p:nvCxnSpPr>
        <p:spPr>
          <a:xfrm flipV="1">
            <a:off x="1248465" y="3536391"/>
            <a:ext cx="1165225" cy="192405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55" name="Google Shape;2155;p42"/>
          <p:cNvCxnSpPr>
            <a:stCxn id="2154" idx="5"/>
            <a:endCxn id="2156" idx="1"/>
          </p:cNvCxnSpPr>
          <p:nvPr/>
        </p:nvCxnSpPr>
        <p:spPr>
          <a:xfrm>
            <a:off x="3090116" y="3536013"/>
            <a:ext cx="1293495" cy="5207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57" name="Google Shape;2157;p42"/>
          <p:cNvCxnSpPr>
            <a:stCxn id="2156" idx="7"/>
            <a:endCxn id="2158" idx="3"/>
          </p:cNvCxnSpPr>
          <p:nvPr/>
        </p:nvCxnSpPr>
        <p:spPr>
          <a:xfrm flipV="1">
            <a:off x="5059981" y="3307791"/>
            <a:ext cx="1011555" cy="28067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53" name="Google Shape;2153;p42"/>
          <p:cNvSpPr/>
          <p:nvPr/>
        </p:nvSpPr>
        <p:spPr>
          <a:xfrm>
            <a:off x="431870" y="3588690"/>
            <a:ext cx="956700" cy="956700"/>
          </a:xfrm>
          <a:prstGeom prst="ellipse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19050" dir="5400000" algn="bl" rotWithShape="0">
              <a:srgbClr val="98FAFC">
                <a:alpha val="56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FFFFFF"/>
                </a:solidFill>
                <a:latin typeface="Oswald ExtraLight"/>
                <a:ea typeface="Oswald ExtraLight"/>
                <a:cs typeface="Oswald ExtraLight"/>
                <a:sym typeface="Oswald ExtraLight"/>
              </a:rPr>
              <a:t>01</a:t>
            </a:r>
            <a:endParaRPr sz="3000">
              <a:solidFill>
                <a:srgbClr val="FFFFFF"/>
              </a:solidFill>
              <a:latin typeface="Oswald ExtraLight"/>
              <a:ea typeface="Oswald ExtraLight"/>
              <a:cs typeface="Oswald ExtraLight"/>
              <a:sym typeface="Oswald ExtraLight"/>
            </a:endParaRPr>
          </a:p>
        </p:txBody>
      </p:sp>
      <p:sp>
        <p:nvSpPr>
          <p:cNvPr id="2159" name="Google Shape;2159;p42"/>
          <p:cNvSpPr/>
          <p:nvPr/>
        </p:nvSpPr>
        <p:spPr>
          <a:xfrm rot="15600000">
            <a:off x="146681" y="3343508"/>
            <a:ext cx="1525800" cy="1525800"/>
          </a:xfrm>
          <a:prstGeom prst="blockArc">
            <a:avLst>
              <a:gd name="adj1" fmla="val 7558344"/>
              <a:gd name="adj2" fmla="val 1850511"/>
              <a:gd name="adj3" fmla="val 9051"/>
            </a:avLst>
          </a:prstGeom>
          <a:solidFill>
            <a:schemeClr val="accent1"/>
          </a:solidFill>
          <a:ln>
            <a:noFill/>
          </a:ln>
          <a:effectLst>
            <a:outerShdw blurRad="57150" dist="19050" dir="5400000" algn="bl" rotWithShape="0">
              <a:schemeClr val="accen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56" name="Google Shape;2156;p42"/>
          <p:cNvSpPr/>
          <p:nvPr/>
        </p:nvSpPr>
        <p:spPr>
          <a:xfrm>
            <a:off x="4243387" y="3448355"/>
            <a:ext cx="956700" cy="956700"/>
          </a:xfrm>
          <a:prstGeom prst="ellipse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19050" dir="5400000" algn="bl" rotWithShape="0">
              <a:srgbClr val="98FAFC">
                <a:alpha val="56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FFFFFF"/>
                </a:solidFill>
                <a:latin typeface="Oswald ExtraLight"/>
                <a:ea typeface="Oswald ExtraLight"/>
                <a:cs typeface="Oswald ExtraLight"/>
                <a:sym typeface="Oswald ExtraLight"/>
              </a:rPr>
              <a:t>03</a:t>
            </a:r>
            <a:endParaRPr sz="3000">
              <a:solidFill>
                <a:srgbClr val="FFFFFF"/>
              </a:solidFill>
              <a:latin typeface="Oswald ExtraLight"/>
              <a:ea typeface="Oswald ExtraLight"/>
              <a:cs typeface="Oswald ExtraLight"/>
              <a:sym typeface="Oswald ExtraLight"/>
            </a:endParaRPr>
          </a:p>
        </p:txBody>
      </p:sp>
      <p:sp>
        <p:nvSpPr>
          <p:cNvPr id="2160" name="Google Shape;2160;p42"/>
          <p:cNvSpPr/>
          <p:nvPr/>
        </p:nvSpPr>
        <p:spPr>
          <a:xfrm rot="15899890">
            <a:off x="4001978" y="3163918"/>
            <a:ext cx="1525570" cy="1525570"/>
          </a:xfrm>
          <a:prstGeom prst="blockArc">
            <a:avLst>
              <a:gd name="adj1" fmla="val 7558344"/>
              <a:gd name="adj2" fmla="val 15223599"/>
              <a:gd name="adj3" fmla="val 8678"/>
            </a:avLst>
          </a:prstGeom>
          <a:solidFill>
            <a:schemeClr val="accent1"/>
          </a:solidFill>
          <a:ln>
            <a:noFill/>
          </a:ln>
          <a:effectLst>
            <a:outerShdw blurRad="57150" dist="19050" dir="5400000" algn="bl" rotWithShape="0">
              <a:schemeClr val="accen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58" name="Google Shape;2158;p42"/>
          <p:cNvSpPr/>
          <p:nvPr/>
        </p:nvSpPr>
        <p:spPr>
          <a:xfrm>
            <a:off x="5930705" y="2490818"/>
            <a:ext cx="956700" cy="956700"/>
          </a:xfrm>
          <a:prstGeom prst="ellipse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19050" dir="5400000" algn="bl" rotWithShape="0">
              <a:srgbClr val="98FAFC">
                <a:alpha val="56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FFFFFF"/>
                </a:solidFill>
                <a:latin typeface="Oswald ExtraLight"/>
                <a:ea typeface="Oswald ExtraLight"/>
                <a:cs typeface="Oswald ExtraLight"/>
                <a:sym typeface="Oswald ExtraLight"/>
              </a:rPr>
              <a:t>04</a:t>
            </a:r>
            <a:endParaRPr sz="3000">
              <a:solidFill>
                <a:srgbClr val="FFFFFF"/>
              </a:solidFill>
              <a:latin typeface="Oswald ExtraLight"/>
              <a:ea typeface="Oswald ExtraLight"/>
              <a:cs typeface="Oswald ExtraLight"/>
              <a:sym typeface="Oswald ExtraLight"/>
            </a:endParaRPr>
          </a:p>
        </p:txBody>
      </p:sp>
      <p:sp>
        <p:nvSpPr>
          <p:cNvPr id="2161" name="Google Shape;2161;p42"/>
          <p:cNvSpPr/>
          <p:nvPr/>
        </p:nvSpPr>
        <p:spPr>
          <a:xfrm rot="3240130">
            <a:off x="5603559" y="2220818"/>
            <a:ext cx="1525903" cy="1525903"/>
          </a:xfrm>
          <a:prstGeom prst="blockArc">
            <a:avLst>
              <a:gd name="adj1" fmla="val 6297336"/>
              <a:gd name="adj2" fmla="val 11218651"/>
              <a:gd name="adj3" fmla="val 8577"/>
            </a:avLst>
          </a:prstGeom>
          <a:solidFill>
            <a:schemeClr val="accent1"/>
          </a:solidFill>
          <a:ln>
            <a:noFill/>
          </a:ln>
          <a:effectLst>
            <a:outerShdw blurRad="57150" dist="19050" dir="5400000" algn="bl" rotWithShape="0">
              <a:schemeClr val="accen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62" name="Google Shape;2162;p42"/>
          <p:cNvSpPr txBox="1"/>
          <p:nvPr>
            <p:ph type="title" idx="4294967295"/>
          </p:nvPr>
        </p:nvSpPr>
        <p:spPr>
          <a:xfrm>
            <a:off x="147440" y="2992655"/>
            <a:ext cx="1693200" cy="3207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altLang="en-GB" sz="2200"/>
              <a:t>CREATION</a:t>
            </a:r>
            <a:endParaRPr lang="fr-FR" altLang="en-GB" sz="2200"/>
          </a:p>
        </p:txBody>
      </p:sp>
      <p:sp>
        <p:nvSpPr>
          <p:cNvPr id="2164" name="Google Shape;2164;p42"/>
          <p:cNvSpPr txBox="1"/>
          <p:nvPr>
            <p:ph type="title" idx="4294967295"/>
          </p:nvPr>
        </p:nvSpPr>
        <p:spPr>
          <a:xfrm>
            <a:off x="3830243" y="2874545"/>
            <a:ext cx="1693200" cy="3207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altLang="en-GB" sz="2200"/>
              <a:t>EXECUTION</a:t>
            </a:r>
            <a:endParaRPr lang="fr-FR" altLang="en-GB" sz="2200"/>
          </a:p>
        </p:txBody>
      </p:sp>
      <p:sp>
        <p:nvSpPr>
          <p:cNvPr id="2154" name="Google Shape;2154;p42"/>
          <p:cNvSpPr/>
          <p:nvPr/>
        </p:nvSpPr>
        <p:spPr>
          <a:xfrm>
            <a:off x="2273522" y="2719418"/>
            <a:ext cx="956700" cy="956700"/>
          </a:xfrm>
          <a:prstGeom prst="ellipse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19050" dir="5400000" algn="bl" rotWithShape="0">
              <a:srgbClr val="98FAFC">
                <a:alpha val="56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FFFFFF"/>
                </a:solidFill>
                <a:latin typeface="Oswald ExtraLight"/>
                <a:ea typeface="Oswald ExtraLight"/>
                <a:cs typeface="Oswald ExtraLight"/>
                <a:sym typeface="Oswald ExtraLight"/>
              </a:rPr>
              <a:t>02</a:t>
            </a:r>
            <a:endParaRPr sz="3000">
              <a:solidFill>
                <a:srgbClr val="FFFFFF"/>
              </a:solidFill>
              <a:latin typeface="Oswald ExtraLight"/>
              <a:ea typeface="Oswald ExtraLight"/>
              <a:cs typeface="Oswald ExtraLight"/>
              <a:sym typeface="Oswald ExtraLight"/>
            </a:endParaRPr>
          </a:p>
        </p:txBody>
      </p:sp>
      <p:sp>
        <p:nvSpPr>
          <p:cNvPr id="2165" name="Google Shape;2165;p42"/>
          <p:cNvSpPr/>
          <p:nvPr/>
        </p:nvSpPr>
        <p:spPr>
          <a:xfrm rot="7199794">
            <a:off x="1952158" y="2389873"/>
            <a:ext cx="1525643" cy="1525643"/>
          </a:xfrm>
          <a:prstGeom prst="blockArc">
            <a:avLst>
              <a:gd name="adj1" fmla="val 2672861"/>
              <a:gd name="adj2" fmla="val 14566258"/>
              <a:gd name="adj3" fmla="val 8261"/>
            </a:avLst>
          </a:prstGeom>
          <a:solidFill>
            <a:schemeClr val="accent1"/>
          </a:solidFill>
          <a:ln>
            <a:noFill/>
          </a:ln>
          <a:effectLst>
            <a:outerShdw blurRad="57150" dist="19050" dir="5400000" algn="bl" rotWithShape="0">
              <a:schemeClr val="accen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67" name="Google Shape;2167;p42"/>
          <p:cNvSpPr txBox="1"/>
          <p:nvPr>
            <p:ph type="title" idx="4294967295"/>
          </p:nvPr>
        </p:nvSpPr>
        <p:spPr>
          <a:xfrm>
            <a:off x="1388745" y="1586865"/>
            <a:ext cx="2599055" cy="804545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altLang="en-GB" sz="2200"/>
              <a:t>ALLOCATION DES</a:t>
            </a:r>
            <a:br>
              <a:rPr lang="fr-FR" altLang="en-GB" sz="2200"/>
            </a:br>
            <a:r>
              <a:rPr lang="fr-FR" altLang="en-GB" sz="2200"/>
              <a:t>RESSOURCES </a:t>
            </a:r>
            <a:endParaRPr lang="fr-FR" altLang="en-GB" sz="2200"/>
          </a:p>
        </p:txBody>
      </p:sp>
      <p:sp>
        <p:nvSpPr>
          <p:cNvPr id="2169" name="Google Shape;2169;p42"/>
          <p:cNvSpPr txBox="1"/>
          <p:nvPr>
            <p:ph type="title" idx="4294967295"/>
          </p:nvPr>
        </p:nvSpPr>
        <p:spPr>
          <a:xfrm rot="20520000">
            <a:off x="5429885" y="3479165"/>
            <a:ext cx="2216785" cy="320675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00"/>
              <a:t>INTERBLOCAGE</a:t>
            </a:r>
            <a:endParaRPr lang="fr-FR" sz="2200"/>
          </a:p>
        </p:txBody>
      </p:sp>
      <p:grpSp>
        <p:nvGrpSpPr>
          <p:cNvPr id="2171" name="Google Shape;2171;p42"/>
          <p:cNvGrpSpPr/>
          <p:nvPr/>
        </p:nvGrpSpPr>
        <p:grpSpPr>
          <a:xfrm rot="5400000" flipH="1">
            <a:off x="5915214" y="-1773999"/>
            <a:ext cx="1955378" cy="4224060"/>
            <a:chOff x="7350442" y="2608992"/>
            <a:chExt cx="777239" cy="1673160"/>
          </a:xfrm>
        </p:grpSpPr>
        <p:sp>
          <p:nvSpPr>
            <p:cNvPr id="2172" name="Google Shape;2172;p42"/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173" name="Google Shape;2173;p42"/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174" name="Google Shape;2174;p42"/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175" name="Google Shape;2175;p42"/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176" name="Google Shape;2176;p42"/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177" name="Google Shape;2177;p42"/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178" name="Google Shape;2178;p42"/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179" name="Google Shape;2179;p42"/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300" name="Google Shape;300;p33"/>
          <p:cNvSpPr txBox="1"/>
          <p:nvPr/>
        </p:nvSpPr>
        <p:spPr>
          <a:xfrm>
            <a:off x="398145" y="247650"/>
            <a:ext cx="4521835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altLang="en-GB" sz="3600"/>
              <a:t>FONCTIONNEMENT</a:t>
            </a:r>
            <a:endParaRPr lang="fr-FR" altLang="en-GB" sz="3600"/>
          </a:p>
        </p:txBody>
      </p:sp>
      <p:sp>
        <p:nvSpPr>
          <p:cNvPr id="14" name="Google Shape;2161;p42"/>
          <p:cNvSpPr/>
          <p:nvPr/>
        </p:nvSpPr>
        <p:spPr>
          <a:xfrm rot="10800000">
            <a:off x="7389179" y="1390238"/>
            <a:ext cx="1525903" cy="1525903"/>
          </a:xfrm>
          <a:prstGeom prst="blockArc">
            <a:avLst>
              <a:gd name="adj1" fmla="val 7630252"/>
              <a:gd name="adj2" fmla="val 11218651"/>
              <a:gd name="adj3" fmla="val 8577"/>
            </a:avLst>
          </a:prstGeom>
          <a:solidFill>
            <a:schemeClr val="accent1"/>
          </a:solidFill>
          <a:ln>
            <a:noFill/>
          </a:ln>
          <a:effectLst>
            <a:outerShdw blurRad="57150" dist="19050" dir="5400000" algn="bl" rotWithShape="0">
              <a:schemeClr val="accen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" name="Google Shape;2158;p42"/>
          <p:cNvSpPr/>
          <p:nvPr/>
        </p:nvSpPr>
        <p:spPr>
          <a:xfrm>
            <a:off x="7745535" y="1681828"/>
            <a:ext cx="956700" cy="956700"/>
          </a:xfrm>
          <a:prstGeom prst="ellipse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19050" dir="5400000" algn="bl" rotWithShape="0">
              <a:srgbClr val="98FAFC">
                <a:alpha val="56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FFFFFF"/>
                </a:solidFill>
                <a:latin typeface="Oswald ExtraLight"/>
                <a:ea typeface="Oswald ExtraLight"/>
                <a:cs typeface="Oswald ExtraLight"/>
                <a:sym typeface="Oswald ExtraLight"/>
              </a:rPr>
              <a:t>0</a:t>
            </a:r>
            <a:r>
              <a:rPr lang="fr-FR" altLang="en-GB" sz="3000">
                <a:solidFill>
                  <a:srgbClr val="FFFFFF"/>
                </a:solidFill>
                <a:latin typeface="Oswald ExtraLight"/>
                <a:ea typeface="Oswald ExtraLight"/>
                <a:cs typeface="Oswald ExtraLight"/>
                <a:sym typeface="Oswald ExtraLight"/>
              </a:rPr>
              <a:t>5</a:t>
            </a:r>
            <a:endParaRPr lang="fr-FR" altLang="en-GB" sz="3000">
              <a:solidFill>
                <a:srgbClr val="FFFFFF"/>
              </a:solidFill>
              <a:latin typeface="Oswald ExtraLight"/>
              <a:ea typeface="Oswald ExtraLight"/>
              <a:cs typeface="Oswald ExtraLight"/>
              <a:sym typeface="Oswald ExtraLight"/>
            </a:endParaRPr>
          </a:p>
        </p:txBody>
      </p:sp>
      <p:sp>
        <p:nvSpPr>
          <p:cNvPr id="3" name="Google Shape;2169;p42"/>
          <p:cNvSpPr txBox="1"/>
          <p:nvPr/>
        </p:nvSpPr>
        <p:spPr>
          <a:xfrm rot="19920000">
            <a:off x="6882130" y="1245235"/>
            <a:ext cx="1933575" cy="3206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swald"/>
              <a:buNone/>
              <a:defRPr sz="3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00"/>
              <a:t>TERMINAISON</a:t>
            </a:r>
            <a:endParaRPr lang="fr-FR" sz="2200"/>
          </a:p>
        </p:txBody>
      </p:sp>
      <p:cxnSp>
        <p:nvCxnSpPr>
          <p:cNvPr id="4" name="Google Shape;2157;p42"/>
          <p:cNvCxnSpPr>
            <a:endCxn id="2" idx="3"/>
          </p:cNvCxnSpPr>
          <p:nvPr/>
        </p:nvCxnSpPr>
        <p:spPr>
          <a:xfrm flipV="1">
            <a:off x="6874811" y="2498801"/>
            <a:ext cx="1011555" cy="327025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" name="Google Shape;2171;p42"/>
          <p:cNvGrpSpPr/>
          <p:nvPr/>
        </p:nvGrpSpPr>
        <p:grpSpPr>
          <a:xfrm rot="5400000" flipH="1">
            <a:off x="7670989" y="2328736"/>
            <a:ext cx="1955378" cy="4224060"/>
            <a:chOff x="7350442" y="2608992"/>
            <a:chExt cx="777239" cy="1673160"/>
          </a:xfrm>
        </p:grpSpPr>
        <p:sp>
          <p:nvSpPr>
            <p:cNvPr id="6" name="Google Shape;2172;p42"/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" name="Google Shape;2173;p42"/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" name="Google Shape;2174;p42"/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" name="Google Shape;2175;p42"/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" name="Google Shape;2176;p42"/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" name="Google Shape;2177;p42"/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" name="Google Shape;2178;p42"/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" name="Google Shape;2179;p42"/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6" name="Google Shape;326;p34"/>
          <p:cNvGrpSpPr/>
          <p:nvPr/>
        </p:nvGrpSpPr>
        <p:grpSpPr>
          <a:xfrm rot="5400000" flipH="1">
            <a:off x="642710" y="2353952"/>
            <a:ext cx="1923589" cy="4155628"/>
            <a:chOff x="7350442" y="2608992"/>
            <a:chExt cx="777239" cy="1673160"/>
          </a:xfrm>
        </p:grpSpPr>
        <p:sp>
          <p:nvSpPr>
            <p:cNvPr id="327" name="Google Shape;327;p34"/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28" name="Google Shape;328;p34"/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29" name="Google Shape;329;p34"/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30" name="Google Shape;330;p34"/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31" name="Google Shape;331;p34"/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32" name="Google Shape;332;p34"/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33" name="Google Shape;333;p34"/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34" name="Google Shape;334;p34"/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335" name="Google Shape;335;p34"/>
          <p:cNvGrpSpPr/>
          <p:nvPr/>
        </p:nvGrpSpPr>
        <p:grpSpPr>
          <a:xfrm rot="-5400000">
            <a:off x="6219010" y="-1200773"/>
            <a:ext cx="1923589" cy="4155628"/>
            <a:chOff x="7350442" y="2608992"/>
            <a:chExt cx="777239" cy="1673160"/>
          </a:xfrm>
        </p:grpSpPr>
        <p:sp>
          <p:nvSpPr>
            <p:cNvPr id="336" name="Google Shape;336;p34"/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37" name="Google Shape;337;p34"/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38" name="Google Shape;338;p34"/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39" name="Google Shape;339;p34"/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40" name="Google Shape;340;p34"/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41" name="Google Shape;341;p34"/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42" name="Google Shape;342;p34"/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43" name="Google Shape;343;p34"/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303" name="Google Shape;303;p33"/>
          <p:cNvSpPr txBox="1"/>
          <p:nvPr/>
        </p:nvSpPr>
        <p:spPr>
          <a:xfrm>
            <a:off x="323215" y="262890"/>
            <a:ext cx="4700270" cy="5759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swald"/>
              <a:buNone/>
              <a:defRPr sz="3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altLang="en-GB" sz="4000">
                <a:solidFill>
                  <a:schemeClr val="accent1"/>
                </a:solidFill>
              </a:rPr>
              <a:t>LE PROCES</a:t>
            </a:r>
            <a:r>
              <a:rPr lang="en-GB" sz="4000">
                <a:solidFill>
                  <a:schemeClr val="accent1"/>
                </a:solidFill>
              </a:rPr>
              <a:t>S</a:t>
            </a:r>
            <a:r>
              <a:rPr lang="fr-FR" altLang="en-GB" sz="4000">
                <a:solidFill>
                  <a:schemeClr val="accent1"/>
                </a:solidFill>
              </a:rPr>
              <a:t>US ET LE PROCESSEUR</a:t>
            </a:r>
            <a:endParaRPr lang="fr-FR" altLang="en-GB" sz="4000">
              <a:solidFill>
                <a:schemeClr val="accent1"/>
              </a:solidFill>
            </a:endParaRPr>
          </a:p>
        </p:txBody>
      </p:sp>
      <p:sp>
        <p:nvSpPr>
          <p:cNvPr id="300" name="Google Shape;300;p33"/>
          <p:cNvSpPr txBox="1"/>
          <p:nvPr/>
        </p:nvSpPr>
        <p:spPr>
          <a:xfrm>
            <a:off x="899795" y="2030730"/>
            <a:ext cx="695452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altLang="en-GB" sz="2800"/>
              <a:t>L’INTERACTION ENTRE LE PROCESSUS ET LE PROCESSEUR</a:t>
            </a:r>
            <a:endParaRPr lang="fr-FR" altLang="en-GB" sz="2800"/>
          </a:p>
        </p:txBody>
      </p:sp>
      <p:sp>
        <p:nvSpPr>
          <p:cNvPr id="2245" name="Google Shape;2245;p45"/>
          <p:cNvSpPr/>
          <p:nvPr/>
        </p:nvSpPr>
        <p:spPr>
          <a:xfrm>
            <a:off x="5498227" y="2620085"/>
            <a:ext cx="2405700" cy="24057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00025" dist="19050" dir="5400000" algn="bl" rotWithShape="0">
              <a:schemeClr val="accent1">
                <a:alpha val="6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246" name="Google Shape;2246;p45" title="Points scored">
            <a:hlinkClick r:id="rId1"/>
          </p:cNvPr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464295" y="2730462"/>
            <a:ext cx="2473551" cy="2184962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3FF5E1">
                <a:alpha val="50000"/>
              </a:srgbClr>
            </a:outerShdw>
          </a:effectLst>
        </p:spPr>
      </p:pic>
      <p:grpSp>
        <p:nvGrpSpPr>
          <p:cNvPr id="2261" name="Google Shape;2261;p45"/>
          <p:cNvGrpSpPr/>
          <p:nvPr/>
        </p:nvGrpSpPr>
        <p:grpSpPr>
          <a:xfrm>
            <a:off x="6332597" y="3454617"/>
            <a:ext cx="736882" cy="736953"/>
            <a:chOff x="720000" y="3936527"/>
            <a:chExt cx="368422" cy="368458"/>
          </a:xfrm>
        </p:grpSpPr>
        <p:sp>
          <p:nvSpPr>
            <p:cNvPr id="2262" name="Google Shape;2262;p45"/>
            <p:cNvSpPr/>
            <p:nvPr/>
          </p:nvSpPr>
          <p:spPr>
            <a:xfrm>
              <a:off x="720000" y="3936527"/>
              <a:ext cx="368417" cy="368452"/>
            </a:xfrm>
            <a:custGeom>
              <a:avLst/>
              <a:gdLst/>
              <a:ahLst/>
              <a:cxnLst/>
              <a:rect l="l" t="t" r="r" b="b"/>
              <a:pathLst>
                <a:path w="10485" h="10486" extrusionOk="0">
                  <a:moveTo>
                    <a:pt x="5243" y="4318"/>
                  </a:moveTo>
                  <a:cubicBezTo>
                    <a:pt x="5753" y="4318"/>
                    <a:pt x="6168" y="4733"/>
                    <a:pt x="6168" y="5243"/>
                  </a:cubicBezTo>
                  <a:cubicBezTo>
                    <a:pt x="6168" y="5753"/>
                    <a:pt x="5753" y="6168"/>
                    <a:pt x="5243" y="6168"/>
                  </a:cubicBezTo>
                  <a:cubicBezTo>
                    <a:pt x="4733" y="6168"/>
                    <a:pt x="4318" y="5753"/>
                    <a:pt x="4318" y="5243"/>
                  </a:cubicBezTo>
                  <a:cubicBezTo>
                    <a:pt x="4318" y="4733"/>
                    <a:pt x="4733" y="4318"/>
                    <a:pt x="5243" y="4318"/>
                  </a:cubicBezTo>
                  <a:close/>
                  <a:moveTo>
                    <a:pt x="7700" y="1"/>
                  </a:moveTo>
                  <a:lnTo>
                    <a:pt x="7700" y="929"/>
                  </a:lnTo>
                  <a:lnTo>
                    <a:pt x="6340" y="929"/>
                  </a:lnTo>
                  <a:lnTo>
                    <a:pt x="5543" y="1729"/>
                  </a:lnTo>
                  <a:lnTo>
                    <a:pt x="5543" y="3714"/>
                  </a:lnTo>
                  <a:lnTo>
                    <a:pt x="4942" y="3714"/>
                  </a:lnTo>
                  <a:lnTo>
                    <a:pt x="4942" y="2502"/>
                  </a:lnTo>
                  <a:cubicBezTo>
                    <a:pt x="4398" y="2562"/>
                    <a:pt x="3900" y="2773"/>
                    <a:pt x="3494" y="3091"/>
                  </a:cubicBezTo>
                  <a:lnTo>
                    <a:pt x="4368" y="3946"/>
                  </a:lnTo>
                  <a:lnTo>
                    <a:pt x="3924" y="4380"/>
                  </a:lnTo>
                  <a:lnTo>
                    <a:pt x="3049" y="3525"/>
                  </a:lnTo>
                  <a:cubicBezTo>
                    <a:pt x="2724" y="3922"/>
                    <a:pt x="2508" y="4410"/>
                    <a:pt x="2448" y="4943"/>
                  </a:cubicBezTo>
                  <a:lnTo>
                    <a:pt x="3687" y="4943"/>
                  </a:lnTo>
                  <a:lnTo>
                    <a:pt x="3687" y="5543"/>
                  </a:lnTo>
                  <a:lnTo>
                    <a:pt x="2448" y="5543"/>
                  </a:lnTo>
                  <a:cubicBezTo>
                    <a:pt x="2508" y="6077"/>
                    <a:pt x="2724" y="6565"/>
                    <a:pt x="3049" y="6964"/>
                  </a:cubicBezTo>
                  <a:lnTo>
                    <a:pt x="3924" y="6106"/>
                  </a:lnTo>
                  <a:lnTo>
                    <a:pt x="4368" y="6541"/>
                  </a:lnTo>
                  <a:lnTo>
                    <a:pt x="3494" y="7399"/>
                  </a:lnTo>
                  <a:cubicBezTo>
                    <a:pt x="3738" y="7590"/>
                    <a:pt x="4014" y="7743"/>
                    <a:pt x="4315" y="7847"/>
                  </a:cubicBezTo>
                  <a:lnTo>
                    <a:pt x="4315" y="8494"/>
                  </a:lnTo>
                  <a:lnTo>
                    <a:pt x="3870" y="8928"/>
                  </a:lnTo>
                  <a:lnTo>
                    <a:pt x="2786" y="8928"/>
                  </a:lnTo>
                  <a:lnTo>
                    <a:pt x="2786" y="8028"/>
                  </a:lnTo>
                  <a:lnTo>
                    <a:pt x="1" y="8028"/>
                  </a:lnTo>
                  <a:lnTo>
                    <a:pt x="1" y="10485"/>
                  </a:lnTo>
                  <a:lnTo>
                    <a:pt x="2786" y="10485"/>
                  </a:lnTo>
                  <a:lnTo>
                    <a:pt x="2786" y="9557"/>
                  </a:lnTo>
                  <a:lnTo>
                    <a:pt x="4104" y="9557"/>
                  </a:lnTo>
                  <a:lnTo>
                    <a:pt x="4916" y="8757"/>
                  </a:lnTo>
                  <a:lnTo>
                    <a:pt x="4916" y="6772"/>
                  </a:lnTo>
                  <a:lnTo>
                    <a:pt x="5543" y="6772"/>
                  </a:lnTo>
                  <a:lnTo>
                    <a:pt x="5543" y="8037"/>
                  </a:lnTo>
                  <a:cubicBezTo>
                    <a:pt x="6076" y="7978"/>
                    <a:pt x="6563" y="7762"/>
                    <a:pt x="6960" y="7437"/>
                  </a:cubicBezTo>
                  <a:lnTo>
                    <a:pt x="6105" y="6562"/>
                  </a:lnTo>
                  <a:lnTo>
                    <a:pt x="6540" y="6117"/>
                  </a:lnTo>
                  <a:lnTo>
                    <a:pt x="7395" y="6992"/>
                  </a:lnTo>
                  <a:cubicBezTo>
                    <a:pt x="7713" y="6586"/>
                    <a:pt x="7924" y="6088"/>
                    <a:pt x="7984" y="5543"/>
                  </a:cubicBezTo>
                  <a:lnTo>
                    <a:pt x="6772" y="5543"/>
                  </a:lnTo>
                  <a:lnTo>
                    <a:pt x="6772" y="4916"/>
                  </a:lnTo>
                  <a:lnTo>
                    <a:pt x="7990" y="4916"/>
                  </a:lnTo>
                  <a:cubicBezTo>
                    <a:pt x="7930" y="4382"/>
                    <a:pt x="7720" y="3894"/>
                    <a:pt x="7404" y="3496"/>
                  </a:cubicBezTo>
                  <a:lnTo>
                    <a:pt x="6551" y="4352"/>
                  </a:lnTo>
                  <a:lnTo>
                    <a:pt x="6119" y="3917"/>
                  </a:lnTo>
                  <a:lnTo>
                    <a:pt x="6971" y="3060"/>
                  </a:lnTo>
                  <a:cubicBezTo>
                    <a:pt x="6733" y="2868"/>
                    <a:pt x="6464" y="2716"/>
                    <a:pt x="6171" y="2612"/>
                  </a:cubicBezTo>
                  <a:lnTo>
                    <a:pt x="6171" y="1965"/>
                  </a:lnTo>
                  <a:lnTo>
                    <a:pt x="6604" y="1530"/>
                  </a:lnTo>
                  <a:lnTo>
                    <a:pt x="7700" y="1530"/>
                  </a:lnTo>
                  <a:lnTo>
                    <a:pt x="7700" y="2458"/>
                  </a:lnTo>
                  <a:lnTo>
                    <a:pt x="10485" y="2458"/>
                  </a:lnTo>
                  <a:lnTo>
                    <a:pt x="1048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63" name="Google Shape;2263;p45"/>
            <p:cNvSpPr/>
            <p:nvPr/>
          </p:nvSpPr>
          <p:spPr>
            <a:xfrm>
              <a:off x="720000" y="3936527"/>
              <a:ext cx="22101" cy="22101"/>
            </a:xfrm>
            <a:custGeom>
              <a:avLst/>
              <a:gdLst/>
              <a:ahLst/>
              <a:cxnLst/>
              <a:rect l="l" t="t" r="r" b="b"/>
              <a:pathLst>
                <a:path w="629" h="629" extrusionOk="0">
                  <a:moveTo>
                    <a:pt x="1" y="1"/>
                  </a:moveTo>
                  <a:lnTo>
                    <a:pt x="1" y="628"/>
                  </a:lnTo>
                  <a:lnTo>
                    <a:pt x="628" y="628"/>
                  </a:lnTo>
                  <a:lnTo>
                    <a:pt x="62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64" name="Google Shape;2264;p45"/>
            <p:cNvSpPr/>
            <p:nvPr/>
          </p:nvSpPr>
          <p:spPr>
            <a:xfrm>
              <a:off x="763150" y="3936527"/>
              <a:ext cx="53760" cy="22101"/>
            </a:xfrm>
            <a:custGeom>
              <a:avLst/>
              <a:gdLst/>
              <a:ahLst/>
              <a:cxnLst/>
              <a:rect l="l" t="t" r="r" b="b"/>
              <a:pathLst>
                <a:path w="1530" h="629" extrusionOk="0">
                  <a:moveTo>
                    <a:pt x="1" y="1"/>
                  </a:moveTo>
                  <a:lnTo>
                    <a:pt x="1" y="628"/>
                  </a:lnTo>
                  <a:lnTo>
                    <a:pt x="1530" y="628"/>
                  </a:lnTo>
                  <a:lnTo>
                    <a:pt x="15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65" name="Google Shape;2265;p45"/>
            <p:cNvSpPr/>
            <p:nvPr/>
          </p:nvSpPr>
          <p:spPr>
            <a:xfrm>
              <a:off x="720000" y="3979712"/>
              <a:ext cx="22101" cy="22066"/>
            </a:xfrm>
            <a:custGeom>
              <a:avLst/>
              <a:gdLst/>
              <a:ahLst/>
              <a:cxnLst/>
              <a:rect l="l" t="t" r="r" b="b"/>
              <a:pathLst>
                <a:path w="629" h="628" extrusionOk="0">
                  <a:moveTo>
                    <a:pt x="1" y="0"/>
                  </a:moveTo>
                  <a:lnTo>
                    <a:pt x="1" y="628"/>
                  </a:lnTo>
                  <a:lnTo>
                    <a:pt x="628" y="628"/>
                  </a:lnTo>
                  <a:lnTo>
                    <a:pt x="6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66" name="Google Shape;2266;p45"/>
            <p:cNvSpPr/>
            <p:nvPr/>
          </p:nvSpPr>
          <p:spPr>
            <a:xfrm>
              <a:off x="763150" y="3979712"/>
              <a:ext cx="53760" cy="22066"/>
            </a:xfrm>
            <a:custGeom>
              <a:avLst/>
              <a:gdLst/>
              <a:ahLst/>
              <a:cxnLst/>
              <a:rect l="l" t="t" r="r" b="b"/>
              <a:pathLst>
                <a:path w="1530" h="628" extrusionOk="0">
                  <a:moveTo>
                    <a:pt x="1" y="0"/>
                  </a:moveTo>
                  <a:lnTo>
                    <a:pt x="1" y="628"/>
                  </a:lnTo>
                  <a:lnTo>
                    <a:pt x="1530" y="628"/>
                  </a:lnTo>
                  <a:lnTo>
                    <a:pt x="15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67" name="Google Shape;2267;p45"/>
            <p:cNvSpPr/>
            <p:nvPr/>
          </p:nvSpPr>
          <p:spPr>
            <a:xfrm>
              <a:off x="990528" y="4239734"/>
              <a:ext cx="22137" cy="22066"/>
            </a:xfrm>
            <a:custGeom>
              <a:avLst/>
              <a:gdLst/>
              <a:ahLst/>
              <a:cxnLst/>
              <a:rect l="l" t="t" r="r" b="b"/>
              <a:pathLst>
                <a:path w="630" h="628" extrusionOk="0">
                  <a:moveTo>
                    <a:pt x="1" y="0"/>
                  </a:moveTo>
                  <a:lnTo>
                    <a:pt x="1" y="628"/>
                  </a:lnTo>
                  <a:lnTo>
                    <a:pt x="630" y="628"/>
                  </a:lnTo>
                  <a:lnTo>
                    <a:pt x="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68" name="Google Shape;2268;p45"/>
            <p:cNvSpPr/>
            <p:nvPr/>
          </p:nvSpPr>
          <p:spPr>
            <a:xfrm>
              <a:off x="1034697" y="4239734"/>
              <a:ext cx="53725" cy="22066"/>
            </a:xfrm>
            <a:custGeom>
              <a:avLst/>
              <a:gdLst/>
              <a:ahLst/>
              <a:cxnLst/>
              <a:rect l="l" t="t" r="r" b="b"/>
              <a:pathLst>
                <a:path w="1529" h="628" extrusionOk="0">
                  <a:moveTo>
                    <a:pt x="0" y="0"/>
                  </a:moveTo>
                  <a:lnTo>
                    <a:pt x="0" y="628"/>
                  </a:lnTo>
                  <a:lnTo>
                    <a:pt x="1529" y="628"/>
                  </a:lnTo>
                  <a:lnTo>
                    <a:pt x="152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69" name="Google Shape;2269;p45"/>
            <p:cNvSpPr/>
            <p:nvPr/>
          </p:nvSpPr>
          <p:spPr>
            <a:xfrm>
              <a:off x="990528" y="4282883"/>
              <a:ext cx="22137" cy="22101"/>
            </a:xfrm>
            <a:custGeom>
              <a:avLst/>
              <a:gdLst/>
              <a:ahLst/>
              <a:cxnLst/>
              <a:rect l="l" t="t" r="r" b="b"/>
              <a:pathLst>
                <a:path w="630" h="629" extrusionOk="0">
                  <a:moveTo>
                    <a:pt x="1" y="1"/>
                  </a:moveTo>
                  <a:lnTo>
                    <a:pt x="1" y="628"/>
                  </a:lnTo>
                  <a:lnTo>
                    <a:pt x="630" y="628"/>
                  </a:lnTo>
                  <a:lnTo>
                    <a:pt x="6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70" name="Google Shape;2270;p45"/>
            <p:cNvSpPr/>
            <p:nvPr/>
          </p:nvSpPr>
          <p:spPr>
            <a:xfrm>
              <a:off x="1034697" y="4282883"/>
              <a:ext cx="53725" cy="22101"/>
            </a:xfrm>
            <a:custGeom>
              <a:avLst/>
              <a:gdLst/>
              <a:ahLst/>
              <a:cxnLst/>
              <a:rect l="l" t="t" r="r" b="b"/>
              <a:pathLst>
                <a:path w="1529" h="629" extrusionOk="0">
                  <a:moveTo>
                    <a:pt x="0" y="1"/>
                  </a:moveTo>
                  <a:lnTo>
                    <a:pt x="0" y="628"/>
                  </a:lnTo>
                  <a:lnTo>
                    <a:pt x="1529" y="628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71" name="Google Shape;2271;p45"/>
            <p:cNvSpPr/>
            <p:nvPr/>
          </p:nvSpPr>
          <p:spPr>
            <a:xfrm>
              <a:off x="893372" y="4109933"/>
              <a:ext cx="21750" cy="21645"/>
            </a:xfrm>
            <a:custGeom>
              <a:avLst/>
              <a:gdLst/>
              <a:ahLst/>
              <a:cxnLst/>
              <a:rect l="l" t="t" r="r" b="b"/>
              <a:pathLst>
                <a:path w="619" h="616" extrusionOk="0">
                  <a:moveTo>
                    <a:pt x="309" y="0"/>
                  </a:moveTo>
                  <a:cubicBezTo>
                    <a:pt x="139" y="0"/>
                    <a:pt x="1" y="137"/>
                    <a:pt x="1" y="308"/>
                  </a:cubicBezTo>
                  <a:cubicBezTo>
                    <a:pt x="1" y="479"/>
                    <a:pt x="139" y="616"/>
                    <a:pt x="309" y="616"/>
                  </a:cubicBezTo>
                  <a:cubicBezTo>
                    <a:pt x="480" y="616"/>
                    <a:pt x="618" y="478"/>
                    <a:pt x="618" y="308"/>
                  </a:cubicBezTo>
                  <a:cubicBezTo>
                    <a:pt x="618" y="137"/>
                    <a:pt x="480" y="0"/>
                    <a:pt x="3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38"/>
          <p:cNvSpPr/>
          <p:nvPr/>
        </p:nvSpPr>
        <p:spPr>
          <a:xfrm>
            <a:off x="6366850" y="0"/>
            <a:ext cx="4358174" cy="4821045"/>
          </a:xfrm>
          <a:custGeom>
            <a:avLst/>
            <a:gdLst/>
            <a:ahLst/>
            <a:cxnLst/>
            <a:rect l="l" t="t" r="r" b="b"/>
            <a:pathLst>
              <a:path w="127684" h="141245" extrusionOk="0">
                <a:moveTo>
                  <a:pt x="71170" y="25334"/>
                </a:moveTo>
                <a:cubicBezTo>
                  <a:pt x="70870" y="25334"/>
                  <a:pt x="70569" y="25450"/>
                  <a:pt x="70343" y="25682"/>
                </a:cubicBezTo>
                <a:cubicBezTo>
                  <a:pt x="69962" y="26051"/>
                  <a:pt x="69902" y="26623"/>
                  <a:pt x="70152" y="27075"/>
                </a:cubicBezTo>
                <a:lnTo>
                  <a:pt x="61592" y="35648"/>
                </a:lnTo>
                <a:lnTo>
                  <a:pt x="54412" y="34183"/>
                </a:lnTo>
                <a:lnTo>
                  <a:pt x="46233" y="42375"/>
                </a:lnTo>
                <a:cubicBezTo>
                  <a:pt x="46059" y="42281"/>
                  <a:pt x="45865" y="42234"/>
                  <a:pt x="45672" y="42234"/>
                </a:cubicBezTo>
                <a:cubicBezTo>
                  <a:pt x="45373" y="42234"/>
                  <a:pt x="45075" y="42346"/>
                  <a:pt x="44852" y="42577"/>
                </a:cubicBezTo>
                <a:cubicBezTo>
                  <a:pt x="44387" y="43030"/>
                  <a:pt x="44387" y="43768"/>
                  <a:pt x="44852" y="44232"/>
                </a:cubicBezTo>
                <a:cubicBezTo>
                  <a:pt x="45078" y="44458"/>
                  <a:pt x="45375" y="44572"/>
                  <a:pt x="45675" y="44572"/>
                </a:cubicBezTo>
                <a:cubicBezTo>
                  <a:pt x="45974" y="44572"/>
                  <a:pt x="46274" y="44458"/>
                  <a:pt x="46507" y="44232"/>
                </a:cubicBezTo>
                <a:cubicBezTo>
                  <a:pt x="46876" y="43851"/>
                  <a:pt x="46935" y="43280"/>
                  <a:pt x="46697" y="42839"/>
                </a:cubicBezTo>
                <a:lnTo>
                  <a:pt x="54627" y="34886"/>
                </a:lnTo>
                <a:lnTo>
                  <a:pt x="61806" y="36350"/>
                </a:lnTo>
                <a:lnTo>
                  <a:pt x="70605" y="27528"/>
                </a:lnTo>
                <a:cubicBezTo>
                  <a:pt x="70783" y="27627"/>
                  <a:pt x="70980" y="27675"/>
                  <a:pt x="71176" y="27675"/>
                </a:cubicBezTo>
                <a:cubicBezTo>
                  <a:pt x="71477" y="27675"/>
                  <a:pt x="71774" y="27561"/>
                  <a:pt x="71998" y="27337"/>
                </a:cubicBezTo>
                <a:cubicBezTo>
                  <a:pt x="72462" y="26873"/>
                  <a:pt x="72462" y="26135"/>
                  <a:pt x="71998" y="25682"/>
                </a:cubicBezTo>
                <a:cubicBezTo>
                  <a:pt x="71772" y="25450"/>
                  <a:pt x="71471" y="25334"/>
                  <a:pt x="71170" y="25334"/>
                </a:cubicBezTo>
                <a:close/>
                <a:moveTo>
                  <a:pt x="61651" y="46125"/>
                </a:moveTo>
                <a:cubicBezTo>
                  <a:pt x="62008" y="46125"/>
                  <a:pt x="62354" y="46268"/>
                  <a:pt x="62616" y="46530"/>
                </a:cubicBezTo>
                <a:cubicBezTo>
                  <a:pt x="62866" y="46792"/>
                  <a:pt x="63009" y="47125"/>
                  <a:pt x="63009" y="47495"/>
                </a:cubicBezTo>
                <a:cubicBezTo>
                  <a:pt x="63009" y="47864"/>
                  <a:pt x="62866" y="48197"/>
                  <a:pt x="62616" y="48459"/>
                </a:cubicBezTo>
                <a:cubicBezTo>
                  <a:pt x="62354" y="48721"/>
                  <a:pt x="62008" y="48864"/>
                  <a:pt x="61639" y="48864"/>
                </a:cubicBezTo>
                <a:cubicBezTo>
                  <a:pt x="61354" y="48864"/>
                  <a:pt x="61068" y="48769"/>
                  <a:pt x="60842" y="48590"/>
                </a:cubicBezTo>
                <a:lnTo>
                  <a:pt x="60544" y="48304"/>
                </a:lnTo>
                <a:cubicBezTo>
                  <a:pt x="60377" y="48066"/>
                  <a:pt x="60282" y="47792"/>
                  <a:pt x="60282" y="47495"/>
                </a:cubicBezTo>
                <a:cubicBezTo>
                  <a:pt x="60282" y="47125"/>
                  <a:pt x="60425" y="46792"/>
                  <a:pt x="60675" y="46530"/>
                </a:cubicBezTo>
                <a:cubicBezTo>
                  <a:pt x="60937" y="46268"/>
                  <a:pt x="61282" y="46125"/>
                  <a:pt x="61651" y="46125"/>
                </a:cubicBezTo>
                <a:close/>
                <a:moveTo>
                  <a:pt x="29826" y="52614"/>
                </a:moveTo>
                <a:cubicBezTo>
                  <a:pt x="30195" y="52614"/>
                  <a:pt x="30540" y="52757"/>
                  <a:pt x="30790" y="53019"/>
                </a:cubicBezTo>
                <a:cubicBezTo>
                  <a:pt x="31052" y="53281"/>
                  <a:pt x="31195" y="53614"/>
                  <a:pt x="31195" y="53983"/>
                </a:cubicBezTo>
                <a:cubicBezTo>
                  <a:pt x="31195" y="54353"/>
                  <a:pt x="31052" y="54686"/>
                  <a:pt x="30790" y="54948"/>
                </a:cubicBezTo>
                <a:cubicBezTo>
                  <a:pt x="30540" y="55210"/>
                  <a:pt x="30195" y="55353"/>
                  <a:pt x="29826" y="55353"/>
                </a:cubicBezTo>
                <a:cubicBezTo>
                  <a:pt x="29469" y="55353"/>
                  <a:pt x="29123" y="55210"/>
                  <a:pt x="28861" y="54948"/>
                </a:cubicBezTo>
                <a:cubicBezTo>
                  <a:pt x="28611" y="54698"/>
                  <a:pt x="28469" y="54353"/>
                  <a:pt x="28469" y="53983"/>
                </a:cubicBezTo>
                <a:cubicBezTo>
                  <a:pt x="28469" y="53614"/>
                  <a:pt x="28611" y="53281"/>
                  <a:pt x="28861" y="53019"/>
                </a:cubicBezTo>
                <a:cubicBezTo>
                  <a:pt x="29123" y="52757"/>
                  <a:pt x="29469" y="52614"/>
                  <a:pt x="29826" y="52614"/>
                </a:cubicBezTo>
                <a:close/>
                <a:moveTo>
                  <a:pt x="102752" y="1"/>
                </a:moveTo>
                <a:lnTo>
                  <a:pt x="61508" y="41089"/>
                </a:lnTo>
                <a:lnTo>
                  <a:pt x="54900" y="39446"/>
                </a:lnTo>
                <a:lnTo>
                  <a:pt x="38696" y="55686"/>
                </a:lnTo>
                <a:lnTo>
                  <a:pt x="31838" y="54114"/>
                </a:lnTo>
                <a:cubicBezTo>
                  <a:pt x="31838" y="54079"/>
                  <a:pt x="31838" y="54031"/>
                  <a:pt x="31838" y="53983"/>
                </a:cubicBezTo>
                <a:cubicBezTo>
                  <a:pt x="31838" y="53448"/>
                  <a:pt x="31636" y="52936"/>
                  <a:pt x="31255" y="52555"/>
                </a:cubicBezTo>
                <a:cubicBezTo>
                  <a:pt x="30874" y="52186"/>
                  <a:pt x="30362" y="51971"/>
                  <a:pt x="29826" y="51971"/>
                </a:cubicBezTo>
                <a:cubicBezTo>
                  <a:pt x="29290" y="51971"/>
                  <a:pt x="28790" y="52186"/>
                  <a:pt x="28409" y="52555"/>
                </a:cubicBezTo>
                <a:cubicBezTo>
                  <a:pt x="28028" y="52936"/>
                  <a:pt x="27814" y="53448"/>
                  <a:pt x="27814" y="53983"/>
                </a:cubicBezTo>
                <a:cubicBezTo>
                  <a:pt x="27814" y="54519"/>
                  <a:pt x="28028" y="55031"/>
                  <a:pt x="28409" y="55400"/>
                </a:cubicBezTo>
                <a:cubicBezTo>
                  <a:pt x="28790" y="55781"/>
                  <a:pt x="29290" y="55996"/>
                  <a:pt x="29826" y="55996"/>
                </a:cubicBezTo>
                <a:cubicBezTo>
                  <a:pt x="30362" y="55996"/>
                  <a:pt x="30874" y="55781"/>
                  <a:pt x="31255" y="55412"/>
                </a:cubicBezTo>
                <a:cubicBezTo>
                  <a:pt x="31445" y="55222"/>
                  <a:pt x="31588" y="54995"/>
                  <a:pt x="31695" y="54745"/>
                </a:cubicBezTo>
                <a:lnTo>
                  <a:pt x="38898" y="56389"/>
                </a:lnTo>
                <a:lnTo>
                  <a:pt x="55103" y="40172"/>
                </a:lnTo>
                <a:lnTo>
                  <a:pt x="61711" y="41803"/>
                </a:lnTo>
                <a:lnTo>
                  <a:pt x="103204" y="465"/>
                </a:lnTo>
                <a:lnTo>
                  <a:pt x="102752" y="1"/>
                </a:lnTo>
                <a:close/>
                <a:moveTo>
                  <a:pt x="83684" y="39547"/>
                </a:moveTo>
                <a:cubicBezTo>
                  <a:pt x="83383" y="39547"/>
                  <a:pt x="83083" y="39660"/>
                  <a:pt x="82856" y="39886"/>
                </a:cubicBezTo>
                <a:cubicBezTo>
                  <a:pt x="82475" y="40267"/>
                  <a:pt x="82416" y="40839"/>
                  <a:pt x="82666" y="41280"/>
                </a:cubicBezTo>
                <a:lnTo>
                  <a:pt x="68843" y="55115"/>
                </a:lnTo>
                <a:lnTo>
                  <a:pt x="62604" y="57496"/>
                </a:lnTo>
                <a:cubicBezTo>
                  <a:pt x="62556" y="57436"/>
                  <a:pt x="62509" y="57377"/>
                  <a:pt x="62449" y="57317"/>
                </a:cubicBezTo>
                <a:cubicBezTo>
                  <a:pt x="62223" y="57085"/>
                  <a:pt x="61922" y="56969"/>
                  <a:pt x="61621" y="56969"/>
                </a:cubicBezTo>
                <a:cubicBezTo>
                  <a:pt x="61321" y="56969"/>
                  <a:pt x="61020" y="57085"/>
                  <a:pt x="60794" y="57317"/>
                </a:cubicBezTo>
                <a:cubicBezTo>
                  <a:pt x="60342" y="57770"/>
                  <a:pt x="60342" y="58520"/>
                  <a:pt x="60794" y="58972"/>
                </a:cubicBezTo>
                <a:cubicBezTo>
                  <a:pt x="61026" y="59198"/>
                  <a:pt x="61327" y="59311"/>
                  <a:pt x="61626" y="59311"/>
                </a:cubicBezTo>
                <a:cubicBezTo>
                  <a:pt x="61925" y="59311"/>
                  <a:pt x="62223" y="59198"/>
                  <a:pt x="62449" y="58972"/>
                </a:cubicBezTo>
                <a:cubicBezTo>
                  <a:pt x="62687" y="58734"/>
                  <a:pt x="62794" y="58424"/>
                  <a:pt x="62794" y="58127"/>
                </a:cubicBezTo>
                <a:lnTo>
                  <a:pt x="69200" y="55674"/>
                </a:lnTo>
                <a:lnTo>
                  <a:pt x="83118" y="41744"/>
                </a:lnTo>
                <a:cubicBezTo>
                  <a:pt x="83296" y="41838"/>
                  <a:pt x="83491" y="41885"/>
                  <a:pt x="83685" y="41885"/>
                </a:cubicBezTo>
                <a:cubicBezTo>
                  <a:pt x="83984" y="41885"/>
                  <a:pt x="84280" y="41772"/>
                  <a:pt x="84511" y="41541"/>
                </a:cubicBezTo>
                <a:cubicBezTo>
                  <a:pt x="84964" y="41089"/>
                  <a:pt x="84964" y="40351"/>
                  <a:pt x="84511" y="39886"/>
                </a:cubicBezTo>
                <a:cubicBezTo>
                  <a:pt x="84285" y="39660"/>
                  <a:pt x="83984" y="39547"/>
                  <a:pt x="83684" y="39547"/>
                </a:cubicBezTo>
                <a:close/>
                <a:moveTo>
                  <a:pt x="74993" y="61984"/>
                </a:moveTo>
                <a:cubicBezTo>
                  <a:pt x="75345" y="61984"/>
                  <a:pt x="75663" y="62126"/>
                  <a:pt x="75915" y="62377"/>
                </a:cubicBezTo>
                <a:cubicBezTo>
                  <a:pt x="76451" y="62913"/>
                  <a:pt x="76451" y="63770"/>
                  <a:pt x="75915" y="64306"/>
                </a:cubicBezTo>
                <a:cubicBezTo>
                  <a:pt x="75653" y="64568"/>
                  <a:pt x="75320" y="64711"/>
                  <a:pt x="74951" y="64711"/>
                </a:cubicBezTo>
                <a:cubicBezTo>
                  <a:pt x="74581" y="64711"/>
                  <a:pt x="74236" y="64568"/>
                  <a:pt x="73986" y="64306"/>
                </a:cubicBezTo>
                <a:cubicBezTo>
                  <a:pt x="73724" y="64056"/>
                  <a:pt x="73581" y="63711"/>
                  <a:pt x="73581" y="63342"/>
                </a:cubicBezTo>
                <a:cubicBezTo>
                  <a:pt x="73581" y="62985"/>
                  <a:pt x="73724" y="62639"/>
                  <a:pt x="73986" y="62377"/>
                </a:cubicBezTo>
                <a:cubicBezTo>
                  <a:pt x="74236" y="62127"/>
                  <a:pt x="74581" y="61984"/>
                  <a:pt x="74951" y="61984"/>
                </a:cubicBezTo>
                <a:cubicBezTo>
                  <a:pt x="74965" y="61984"/>
                  <a:pt x="74979" y="61984"/>
                  <a:pt x="74993" y="61984"/>
                </a:cubicBezTo>
                <a:close/>
                <a:moveTo>
                  <a:pt x="100513" y="20063"/>
                </a:moveTo>
                <a:lnTo>
                  <a:pt x="89167" y="31433"/>
                </a:lnTo>
                <a:lnTo>
                  <a:pt x="88893" y="39696"/>
                </a:lnTo>
                <a:lnTo>
                  <a:pt x="74736" y="53876"/>
                </a:lnTo>
                <a:lnTo>
                  <a:pt x="74736" y="61342"/>
                </a:lnTo>
                <a:cubicBezTo>
                  <a:pt x="74284" y="61389"/>
                  <a:pt x="73855" y="61592"/>
                  <a:pt x="73522" y="61925"/>
                </a:cubicBezTo>
                <a:cubicBezTo>
                  <a:pt x="73153" y="62306"/>
                  <a:pt x="72938" y="62806"/>
                  <a:pt x="72938" y="63342"/>
                </a:cubicBezTo>
                <a:cubicBezTo>
                  <a:pt x="72938" y="63878"/>
                  <a:pt x="73153" y="64390"/>
                  <a:pt x="73534" y="64771"/>
                </a:cubicBezTo>
                <a:cubicBezTo>
                  <a:pt x="73903" y="65140"/>
                  <a:pt x="74415" y="65354"/>
                  <a:pt x="74951" y="65354"/>
                </a:cubicBezTo>
                <a:cubicBezTo>
                  <a:pt x="75486" y="65354"/>
                  <a:pt x="75986" y="65140"/>
                  <a:pt x="76367" y="64759"/>
                </a:cubicBezTo>
                <a:cubicBezTo>
                  <a:pt x="77153" y="63973"/>
                  <a:pt x="77153" y="62699"/>
                  <a:pt x="76367" y="61913"/>
                </a:cubicBezTo>
                <a:cubicBezTo>
                  <a:pt x="76094" y="61639"/>
                  <a:pt x="75760" y="61461"/>
                  <a:pt x="75391" y="61377"/>
                </a:cubicBezTo>
                <a:lnTo>
                  <a:pt x="75379" y="54150"/>
                </a:lnTo>
                <a:lnTo>
                  <a:pt x="89536" y="39970"/>
                </a:lnTo>
                <a:lnTo>
                  <a:pt x="89798" y="31707"/>
                </a:lnTo>
                <a:lnTo>
                  <a:pt x="100978" y="20527"/>
                </a:lnTo>
                <a:lnTo>
                  <a:pt x="100513" y="20063"/>
                </a:lnTo>
                <a:close/>
                <a:moveTo>
                  <a:pt x="62639" y="65997"/>
                </a:moveTo>
                <a:cubicBezTo>
                  <a:pt x="61485" y="65997"/>
                  <a:pt x="60556" y="66937"/>
                  <a:pt x="60556" y="68092"/>
                </a:cubicBezTo>
                <a:cubicBezTo>
                  <a:pt x="60556" y="69247"/>
                  <a:pt x="61485" y="70176"/>
                  <a:pt x="62639" y="70176"/>
                </a:cubicBezTo>
                <a:cubicBezTo>
                  <a:pt x="63794" y="70176"/>
                  <a:pt x="64723" y="69247"/>
                  <a:pt x="64723" y="68092"/>
                </a:cubicBezTo>
                <a:cubicBezTo>
                  <a:pt x="64723" y="66937"/>
                  <a:pt x="63794" y="65997"/>
                  <a:pt x="62639" y="65997"/>
                </a:cubicBezTo>
                <a:close/>
                <a:moveTo>
                  <a:pt x="62639" y="64294"/>
                </a:moveTo>
                <a:cubicBezTo>
                  <a:pt x="64735" y="64294"/>
                  <a:pt x="66438" y="65997"/>
                  <a:pt x="66438" y="68092"/>
                </a:cubicBezTo>
                <a:cubicBezTo>
                  <a:pt x="66438" y="70188"/>
                  <a:pt x="64735" y="71890"/>
                  <a:pt x="62639" y="71890"/>
                </a:cubicBezTo>
                <a:cubicBezTo>
                  <a:pt x="60544" y="71890"/>
                  <a:pt x="58841" y="70188"/>
                  <a:pt x="58841" y="68092"/>
                </a:cubicBezTo>
                <a:cubicBezTo>
                  <a:pt x="58841" y="65997"/>
                  <a:pt x="60544" y="64294"/>
                  <a:pt x="62639" y="64294"/>
                </a:cubicBezTo>
                <a:close/>
                <a:moveTo>
                  <a:pt x="62639" y="63651"/>
                </a:moveTo>
                <a:cubicBezTo>
                  <a:pt x="60187" y="63651"/>
                  <a:pt x="58198" y="65640"/>
                  <a:pt x="58198" y="68092"/>
                </a:cubicBezTo>
                <a:cubicBezTo>
                  <a:pt x="58198" y="70545"/>
                  <a:pt x="60187" y="72533"/>
                  <a:pt x="62639" y="72533"/>
                </a:cubicBezTo>
                <a:cubicBezTo>
                  <a:pt x="65092" y="72533"/>
                  <a:pt x="67081" y="70545"/>
                  <a:pt x="67081" y="68092"/>
                </a:cubicBezTo>
                <a:cubicBezTo>
                  <a:pt x="67081" y="65640"/>
                  <a:pt x="65092" y="63651"/>
                  <a:pt x="62639" y="63651"/>
                </a:cubicBezTo>
                <a:close/>
                <a:moveTo>
                  <a:pt x="46995" y="70783"/>
                </a:moveTo>
                <a:cubicBezTo>
                  <a:pt x="47364" y="70783"/>
                  <a:pt x="47697" y="70926"/>
                  <a:pt x="47959" y="71176"/>
                </a:cubicBezTo>
                <a:cubicBezTo>
                  <a:pt x="48221" y="71438"/>
                  <a:pt x="48364" y="71783"/>
                  <a:pt x="48364" y="72140"/>
                </a:cubicBezTo>
                <a:cubicBezTo>
                  <a:pt x="48364" y="72510"/>
                  <a:pt x="48221" y="72855"/>
                  <a:pt x="47959" y="73105"/>
                </a:cubicBezTo>
                <a:cubicBezTo>
                  <a:pt x="47697" y="73367"/>
                  <a:pt x="47364" y="73510"/>
                  <a:pt x="46995" y="73510"/>
                </a:cubicBezTo>
                <a:cubicBezTo>
                  <a:pt x="46626" y="73510"/>
                  <a:pt x="46292" y="73367"/>
                  <a:pt x="46030" y="73117"/>
                </a:cubicBezTo>
                <a:cubicBezTo>
                  <a:pt x="45768" y="72855"/>
                  <a:pt x="45625" y="72510"/>
                  <a:pt x="45625" y="72152"/>
                </a:cubicBezTo>
                <a:cubicBezTo>
                  <a:pt x="45625" y="71783"/>
                  <a:pt x="45768" y="71438"/>
                  <a:pt x="46030" y="71176"/>
                </a:cubicBezTo>
                <a:cubicBezTo>
                  <a:pt x="46280" y="70926"/>
                  <a:pt x="46626" y="70783"/>
                  <a:pt x="46995" y="70783"/>
                </a:cubicBezTo>
                <a:close/>
                <a:moveTo>
                  <a:pt x="62639" y="62604"/>
                </a:moveTo>
                <a:cubicBezTo>
                  <a:pt x="65664" y="62604"/>
                  <a:pt x="68128" y="65068"/>
                  <a:pt x="68128" y="68092"/>
                </a:cubicBezTo>
                <a:cubicBezTo>
                  <a:pt x="68128" y="71128"/>
                  <a:pt x="65664" y="73581"/>
                  <a:pt x="62639" y="73581"/>
                </a:cubicBezTo>
                <a:cubicBezTo>
                  <a:pt x="59615" y="73581"/>
                  <a:pt x="57151" y="71117"/>
                  <a:pt x="57151" y="68092"/>
                </a:cubicBezTo>
                <a:cubicBezTo>
                  <a:pt x="57151" y="65068"/>
                  <a:pt x="59615" y="62604"/>
                  <a:pt x="62639" y="62604"/>
                </a:cubicBezTo>
                <a:close/>
                <a:moveTo>
                  <a:pt x="62639" y="61949"/>
                </a:moveTo>
                <a:cubicBezTo>
                  <a:pt x="59258" y="61949"/>
                  <a:pt x="56496" y="64711"/>
                  <a:pt x="56496" y="68092"/>
                </a:cubicBezTo>
                <a:cubicBezTo>
                  <a:pt x="56496" y="71474"/>
                  <a:pt x="59258" y="74236"/>
                  <a:pt x="62639" y="74236"/>
                </a:cubicBezTo>
                <a:cubicBezTo>
                  <a:pt x="66021" y="74236"/>
                  <a:pt x="68783" y="71474"/>
                  <a:pt x="68783" y="68092"/>
                </a:cubicBezTo>
                <a:cubicBezTo>
                  <a:pt x="68783" y="64711"/>
                  <a:pt x="66021" y="61949"/>
                  <a:pt x="62639" y="61949"/>
                </a:cubicBezTo>
                <a:close/>
                <a:moveTo>
                  <a:pt x="127231" y="31362"/>
                </a:moveTo>
                <a:lnTo>
                  <a:pt x="108455" y="50138"/>
                </a:lnTo>
                <a:lnTo>
                  <a:pt x="108836" y="52960"/>
                </a:lnTo>
                <a:lnTo>
                  <a:pt x="104240" y="57543"/>
                </a:lnTo>
                <a:lnTo>
                  <a:pt x="101275" y="57543"/>
                </a:lnTo>
                <a:lnTo>
                  <a:pt x="89655" y="69164"/>
                </a:lnTo>
                <a:lnTo>
                  <a:pt x="86416" y="69164"/>
                </a:lnTo>
                <a:lnTo>
                  <a:pt x="78939" y="76641"/>
                </a:lnTo>
                <a:cubicBezTo>
                  <a:pt x="78755" y="76534"/>
                  <a:pt x="78549" y="76481"/>
                  <a:pt x="78343" y="76481"/>
                </a:cubicBezTo>
                <a:cubicBezTo>
                  <a:pt x="78043" y="76481"/>
                  <a:pt x="77743" y="76594"/>
                  <a:pt x="77510" y="76820"/>
                </a:cubicBezTo>
                <a:cubicBezTo>
                  <a:pt x="77058" y="77284"/>
                  <a:pt x="77058" y="78022"/>
                  <a:pt x="77522" y="78475"/>
                </a:cubicBezTo>
                <a:cubicBezTo>
                  <a:pt x="77749" y="78707"/>
                  <a:pt x="78046" y="78823"/>
                  <a:pt x="78345" y="78823"/>
                </a:cubicBezTo>
                <a:cubicBezTo>
                  <a:pt x="78644" y="78823"/>
                  <a:pt x="78945" y="78707"/>
                  <a:pt x="79177" y="78475"/>
                </a:cubicBezTo>
                <a:cubicBezTo>
                  <a:pt x="79546" y="78105"/>
                  <a:pt x="79606" y="77558"/>
                  <a:pt x="79380" y="77117"/>
                </a:cubicBezTo>
                <a:lnTo>
                  <a:pt x="86690" y="69807"/>
                </a:lnTo>
                <a:lnTo>
                  <a:pt x="89929" y="69807"/>
                </a:lnTo>
                <a:lnTo>
                  <a:pt x="101537" y="58198"/>
                </a:lnTo>
                <a:lnTo>
                  <a:pt x="104514" y="58198"/>
                </a:lnTo>
                <a:lnTo>
                  <a:pt x="109514" y="53186"/>
                </a:lnTo>
                <a:lnTo>
                  <a:pt x="109133" y="50364"/>
                </a:lnTo>
                <a:lnTo>
                  <a:pt x="127683" y="31814"/>
                </a:lnTo>
                <a:lnTo>
                  <a:pt x="127231" y="31362"/>
                </a:lnTo>
                <a:close/>
                <a:moveTo>
                  <a:pt x="54924" y="76581"/>
                </a:moveTo>
                <a:lnTo>
                  <a:pt x="54924" y="78915"/>
                </a:lnTo>
                <a:lnTo>
                  <a:pt x="57270" y="78915"/>
                </a:lnTo>
                <a:lnTo>
                  <a:pt x="57270" y="76581"/>
                </a:lnTo>
                <a:close/>
                <a:moveTo>
                  <a:pt x="59127" y="76581"/>
                </a:moveTo>
                <a:lnTo>
                  <a:pt x="59127" y="78915"/>
                </a:lnTo>
                <a:lnTo>
                  <a:pt x="61473" y="78915"/>
                </a:lnTo>
                <a:lnTo>
                  <a:pt x="61473" y="76581"/>
                </a:lnTo>
                <a:close/>
                <a:moveTo>
                  <a:pt x="68295" y="76748"/>
                </a:moveTo>
                <a:cubicBezTo>
                  <a:pt x="68664" y="76748"/>
                  <a:pt x="68997" y="76891"/>
                  <a:pt x="69259" y="77141"/>
                </a:cubicBezTo>
                <a:cubicBezTo>
                  <a:pt x="69521" y="77403"/>
                  <a:pt x="69664" y="77748"/>
                  <a:pt x="69664" y="78105"/>
                </a:cubicBezTo>
                <a:cubicBezTo>
                  <a:pt x="69664" y="78475"/>
                  <a:pt x="69521" y="78820"/>
                  <a:pt x="69259" y="79082"/>
                </a:cubicBezTo>
                <a:cubicBezTo>
                  <a:pt x="69009" y="79332"/>
                  <a:pt x="68664" y="79475"/>
                  <a:pt x="68295" y="79475"/>
                </a:cubicBezTo>
                <a:cubicBezTo>
                  <a:pt x="67926" y="79475"/>
                  <a:pt x="67592" y="79332"/>
                  <a:pt x="67331" y="79082"/>
                </a:cubicBezTo>
                <a:cubicBezTo>
                  <a:pt x="66795" y="78546"/>
                  <a:pt x="66795" y="77677"/>
                  <a:pt x="67331" y="77141"/>
                </a:cubicBezTo>
                <a:cubicBezTo>
                  <a:pt x="67581" y="76891"/>
                  <a:pt x="67926" y="76748"/>
                  <a:pt x="68295" y="76748"/>
                </a:cubicBezTo>
                <a:close/>
                <a:moveTo>
                  <a:pt x="106347" y="23599"/>
                </a:moveTo>
                <a:lnTo>
                  <a:pt x="94989" y="34969"/>
                </a:lnTo>
                <a:lnTo>
                  <a:pt x="94727" y="43232"/>
                </a:lnTo>
                <a:lnTo>
                  <a:pt x="80570" y="57412"/>
                </a:lnTo>
                <a:lnTo>
                  <a:pt x="80570" y="65032"/>
                </a:lnTo>
                <a:lnTo>
                  <a:pt x="69271" y="76355"/>
                </a:lnTo>
                <a:cubicBezTo>
                  <a:pt x="68974" y="76189"/>
                  <a:pt x="68640" y="76093"/>
                  <a:pt x="68295" y="76093"/>
                </a:cubicBezTo>
                <a:cubicBezTo>
                  <a:pt x="67759" y="76093"/>
                  <a:pt x="67247" y="76308"/>
                  <a:pt x="66866" y="76689"/>
                </a:cubicBezTo>
                <a:cubicBezTo>
                  <a:pt x="66092" y="77474"/>
                  <a:pt x="66092" y="78748"/>
                  <a:pt x="66878" y="79534"/>
                </a:cubicBezTo>
                <a:cubicBezTo>
                  <a:pt x="67259" y="79915"/>
                  <a:pt x="67759" y="80118"/>
                  <a:pt x="68295" y="80118"/>
                </a:cubicBezTo>
                <a:cubicBezTo>
                  <a:pt x="68831" y="80118"/>
                  <a:pt x="69343" y="79915"/>
                  <a:pt x="69724" y="79534"/>
                </a:cubicBezTo>
                <a:cubicBezTo>
                  <a:pt x="70105" y="79153"/>
                  <a:pt x="70307" y="78641"/>
                  <a:pt x="70307" y="78105"/>
                </a:cubicBezTo>
                <a:cubicBezTo>
                  <a:pt x="70307" y="77605"/>
                  <a:pt x="70117" y="77129"/>
                  <a:pt x="69783" y="76748"/>
                </a:cubicBezTo>
                <a:lnTo>
                  <a:pt x="81225" y="65294"/>
                </a:lnTo>
                <a:lnTo>
                  <a:pt x="81213" y="57686"/>
                </a:lnTo>
                <a:lnTo>
                  <a:pt x="95370" y="43506"/>
                </a:lnTo>
                <a:lnTo>
                  <a:pt x="95632" y="35243"/>
                </a:lnTo>
                <a:lnTo>
                  <a:pt x="106812" y="24063"/>
                </a:lnTo>
                <a:lnTo>
                  <a:pt x="106347" y="23599"/>
                </a:lnTo>
                <a:close/>
                <a:moveTo>
                  <a:pt x="54924" y="80487"/>
                </a:moveTo>
                <a:lnTo>
                  <a:pt x="54924" y="82820"/>
                </a:lnTo>
                <a:lnTo>
                  <a:pt x="57270" y="82820"/>
                </a:lnTo>
                <a:lnTo>
                  <a:pt x="57270" y="80487"/>
                </a:lnTo>
                <a:close/>
                <a:moveTo>
                  <a:pt x="59127" y="80487"/>
                </a:moveTo>
                <a:lnTo>
                  <a:pt x="59127" y="82820"/>
                </a:lnTo>
                <a:lnTo>
                  <a:pt x="61473" y="82820"/>
                </a:lnTo>
                <a:lnTo>
                  <a:pt x="61473" y="80487"/>
                </a:lnTo>
                <a:close/>
                <a:moveTo>
                  <a:pt x="54924" y="84392"/>
                </a:moveTo>
                <a:lnTo>
                  <a:pt x="54924" y="86726"/>
                </a:lnTo>
                <a:lnTo>
                  <a:pt x="57270" y="86726"/>
                </a:lnTo>
                <a:lnTo>
                  <a:pt x="57270" y="84392"/>
                </a:lnTo>
                <a:close/>
                <a:moveTo>
                  <a:pt x="71272" y="87404"/>
                </a:moveTo>
                <a:cubicBezTo>
                  <a:pt x="71641" y="87404"/>
                  <a:pt x="71974" y="87547"/>
                  <a:pt x="72236" y="87797"/>
                </a:cubicBezTo>
                <a:cubicBezTo>
                  <a:pt x="72498" y="88059"/>
                  <a:pt x="72641" y="88404"/>
                  <a:pt x="72641" y="88762"/>
                </a:cubicBezTo>
                <a:cubicBezTo>
                  <a:pt x="72641" y="89131"/>
                  <a:pt x="72498" y="89476"/>
                  <a:pt x="72236" y="89738"/>
                </a:cubicBezTo>
                <a:cubicBezTo>
                  <a:pt x="71974" y="89988"/>
                  <a:pt x="71641" y="90131"/>
                  <a:pt x="71272" y="90131"/>
                </a:cubicBezTo>
                <a:cubicBezTo>
                  <a:pt x="70902" y="90131"/>
                  <a:pt x="70569" y="89988"/>
                  <a:pt x="70307" y="89738"/>
                </a:cubicBezTo>
                <a:cubicBezTo>
                  <a:pt x="70045" y="89476"/>
                  <a:pt x="69902" y="89131"/>
                  <a:pt x="69902" y="88773"/>
                </a:cubicBezTo>
                <a:cubicBezTo>
                  <a:pt x="69902" y="88404"/>
                  <a:pt x="70045" y="88059"/>
                  <a:pt x="70307" y="87809"/>
                </a:cubicBezTo>
                <a:cubicBezTo>
                  <a:pt x="70569" y="87547"/>
                  <a:pt x="70902" y="87404"/>
                  <a:pt x="71272" y="87404"/>
                </a:cubicBezTo>
                <a:close/>
                <a:moveTo>
                  <a:pt x="54924" y="88285"/>
                </a:moveTo>
                <a:lnTo>
                  <a:pt x="54924" y="90631"/>
                </a:lnTo>
                <a:lnTo>
                  <a:pt x="57270" y="90631"/>
                </a:lnTo>
                <a:lnTo>
                  <a:pt x="57270" y="88285"/>
                </a:lnTo>
                <a:close/>
                <a:moveTo>
                  <a:pt x="61651" y="45482"/>
                </a:moveTo>
                <a:cubicBezTo>
                  <a:pt x="61115" y="45482"/>
                  <a:pt x="60604" y="45685"/>
                  <a:pt x="60223" y="46066"/>
                </a:cubicBezTo>
                <a:cubicBezTo>
                  <a:pt x="59842" y="46447"/>
                  <a:pt x="59639" y="46959"/>
                  <a:pt x="59639" y="47495"/>
                </a:cubicBezTo>
                <a:cubicBezTo>
                  <a:pt x="59639" y="47935"/>
                  <a:pt x="59782" y="48364"/>
                  <a:pt x="60044" y="48709"/>
                </a:cubicBezTo>
                <a:lnTo>
                  <a:pt x="56472" y="52293"/>
                </a:lnTo>
                <a:lnTo>
                  <a:pt x="50948" y="53174"/>
                </a:lnTo>
                <a:lnTo>
                  <a:pt x="47816" y="56293"/>
                </a:lnTo>
                <a:lnTo>
                  <a:pt x="47328" y="61437"/>
                </a:lnTo>
                <a:lnTo>
                  <a:pt x="12371" y="96393"/>
                </a:lnTo>
                <a:lnTo>
                  <a:pt x="12824" y="96858"/>
                </a:lnTo>
                <a:lnTo>
                  <a:pt x="47947" y="61734"/>
                </a:lnTo>
                <a:lnTo>
                  <a:pt x="48435" y="56591"/>
                </a:lnTo>
                <a:lnTo>
                  <a:pt x="51257" y="53781"/>
                </a:lnTo>
                <a:lnTo>
                  <a:pt x="56770" y="52900"/>
                </a:lnTo>
                <a:lnTo>
                  <a:pt x="60520" y="49161"/>
                </a:lnTo>
                <a:cubicBezTo>
                  <a:pt x="60842" y="49388"/>
                  <a:pt x="61235" y="49507"/>
                  <a:pt x="61651" y="49507"/>
                </a:cubicBezTo>
                <a:cubicBezTo>
                  <a:pt x="62187" y="49507"/>
                  <a:pt x="62687" y="49292"/>
                  <a:pt x="63068" y="48911"/>
                </a:cubicBezTo>
                <a:cubicBezTo>
                  <a:pt x="63449" y="48530"/>
                  <a:pt x="63663" y="48030"/>
                  <a:pt x="63663" y="47495"/>
                </a:cubicBezTo>
                <a:cubicBezTo>
                  <a:pt x="63663" y="46959"/>
                  <a:pt x="63449" y="46447"/>
                  <a:pt x="63068" y="46066"/>
                </a:cubicBezTo>
                <a:cubicBezTo>
                  <a:pt x="62687" y="45685"/>
                  <a:pt x="62187" y="45482"/>
                  <a:pt x="61651" y="45482"/>
                </a:cubicBezTo>
                <a:close/>
                <a:moveTo>
                  <a:pt x="69807" y="103120"/>
                </a:moveTo>
                <a:cubicBezTo>
                  <a:pt x="70105" y="103120"/>
                  <a:pt x="70379" y="103228"/>
                  <a:pt x="70617" y="103394"/>
                </a:cubicBezTo>
                <a:lnTo>
                  <a:pt x="70902" y="103680"/>
                </a:lnTo>
                <a:cubicBezTo>
                  <a:pt x="71081" y="103918"/>
                  <a:pt x="71176" y="104192"/>
                  <a:pt x="71176" y="104490"/>
                </a:cubicBezTo>
                <a:cubicBezTo>
                  <a:pt x="71176" y="104859"/>
                  <a:pt x="71033" y="105204"/>
                  <a:pt x="70771" y="105454"/>
                </a:cubicBezTo>
                <a:cubicBezTo>
                  <a:pt x="70521" y="105716"/>
                  <a:pt x="70176" y="105859"/>
                  <a:pt x="69807" y="105859"/>
                </a:cubicBezTo>
                <a:cubicBezTo>
                  <a:pt x="69450" y="105859"/>
                  <a:pt x="69105" y="105716"/>
                  <a:pt x="68843" y="105454"/>
                </a:cubicBezTo>
                <a:cubicBezTo>
                  <a:pt x="68593" y="105204"/>
                  <a:pt x="68450" y="104859"/>
                  <a:pt x="68450" y="104490"/>
                </a:cubicBezTo>
                <a:cubicBezTo>
                  <a:pt x="68450" y="104132"/>
                  <a:pt x="68593" y="103787"/>
                  <a:pt x="68843" y="103525"/>
                </a:cubicBezTo>
                <a:cubicBezTo>
                  <a:pt x="69105" y="103263"/>
                  <a:pt x="69450" y="103120"/>
                  <a:pt x="69807" y="103120"/>
                </a:cubicBezTo>
                <a:close/>
                <a:moveTo>
                  <a:pt x="118635" y="55126"/>
                </a:moveTo>
                <a:lnTo>
                  <a:pt x="83511" y="90250"/>
                </a:lnTo>
                <a:lnTo>
                  <a:pt x="83023" y="95393"/>
                </a:lnTo>
                <a:lnTo>
                  <a:pt x="80201" y="98203"/>
                </a:lnTo>
                <a:lnTo>
                  <a:pt x="74677" y="99084"/>
                </a:lnTo>
                <a:lnTo>
                  <a:pt x="70938" y="102823"/>
                </a:lnTo>
                <a:cubicBezTo>
                  <a:pt x="70605" y="102597"/>
                  <a:pt x="70224" y="102478"/>
                  <a:pt x="69807" y="102478"/>
                </a:cubicBezTo>
                <a:cubicBezTo>
                  <a:pt x="69271" y="102478"/>
                  <a:pt x="68771" y="102692"/>
                  <a:pt x="68390" y="103073"/>
                </a:cubicBezTo>
                <a:cubicBezTo>
                  <a:pt x="68009" y="103442"/>
                  <a:pt x="67795" y="103954"/>
                  <a:pt x="67795" y="104490"/>
                </a:cubicBezTo>
                <a:cubicBezTo>
                  <a:pt x="67795" y="105025"/>
                  <a:pt x="68009" y="105537"/>
                  <a:pt x="68390" y="105907"/>
                </a:cubicBezTo>
                <a:cubicBezTo>
                  <a:pt x="68771" y="106288"/>
                  <a:pt x="69271" y="106502"/>
                  <a:pt x="69807" y="106502"/>
                </a:cubicBezTo>
                <a:cubicBezTo>
                  <a:pt x="70355" y="106502"/>
                  <a:pt x="70855" y="106288"/>
                  <a:pt x="71236" y="105907"/>
                </a:cubicBezTo>
                <a:cubicBezTo>
                  <a:pt x="71617" y="105526"/>
                  <a:pt x="71819" y="105025"/>
                  <a:pt x="71819" y="104490"/>
                </a:cubicBezTo>
                <a:cubicBezTo>
                  <a:pt x="71819" y="104037"/>
                  <a:pt x="71676" y="103621"/>
                  <a:pt x="71402" y="103263"/>
                </a:cubicBezTo>
                <a:lnTo>
                  <a:pt x="74986" y="99691"/>
                </a:lnTo>
                <a:lnTo>
                  <a:pt x="80511" y="98810"/>
                </a:lnTo>
                <a:lnTo>
                  <a:pt x="83642" y="95679"/>
                </a:lnTo>
                <a:lnTo>
                  <a:pt x="84130" y="90547"/>
                </a:lnTo>
                <a:lnTo>
                  <a:pt x="119087" y="55591"/>
                </a:lnTo>
                <a:lnTo>
                  <a:pt x="118635" y="55126"/>
                </a:lnTo>
                <a:close/>
                <a:moveTo>
                  <a:pt x="46020" y="89113"/>
                </a:moveTo>
                <a:cubicBezTo>
                  <a:pt x="45721" y="89113"/>
                  <a:pt x="45423" y="89226"/>
                  <a:pt x="45197" y="89452"/>
                </a:cubicBezTo>
                <a:cubicBezTo>
                  <a:pt x="44816" y="89833"/>
                  <a:pt x="44756" y="90405"/>
                  <a:pt x="45006" y="90857"/>
                </a:cubicBezTo>
                <a:lnTo>
                  <a:pt x="40470" y="95393"/>
                </a:lnTo>
                <a:lnTo>
                  <a:pt x="40922" y="98751"/>
                </a:lnTo>
                <a:lnTo>
                  <a:pt x="30445" y="109216"/>
                </a:lnTo>
                <a:lnTo>
                  <a:pt x="30909" y="109681"/>
                </a:lnTo>
                <a:lnTo>
                  <a:pt x="41601" y="98977"/>
                </a:lnTo>
                <a:lnTo>
                  <a:pt x="41149" y="95620"/>
                </a:lnTo>
                <a:lnTo>
                  <a:pt x="45471" y="91309"/>
                </a:lnTo>
                <a:cubicBezTo>
                  <a:pt x="45644" y="91403"/>
                  <a:pt x="45836" y="91451"/>
                  <a:pt x="46028" y="91451"/>
                </a:cubicBezTo>
                <a:cubicBezTo>
                  <a:pt x="46324" y="91451"/>
                  <a:pt x="46621" y="91338"/>
                  <a:pt x="46852" y="91107"/>
                </a:cubicBezTo>
                <a:cubicBezTo>
                  <a:pt x="47304" y="90655"/>
                  <a:pt x="47304" y="89916"/>
                  <a:pt x="46852" y="89452"/>
                </a:cubicBezTo>
                <a:cubicBezTo>
                  <a:pt x="46620" y="89226"/>
                  <a:pt x="46319" y="89113"/>
                  <a:pt x="46020" y="89113"/>
                </a:cubicBezTo>
                <a:close/>
                <a:moveTo>
                  <a:pt x="46995" y="70128"/>
                </a:moveTo>
                <a:cubicBezTo>
                  <a:pt x="46459" y="70128"/>
                  <a:pt x="45947" y="70343"/>
                  <a:pt x="45566" y="70724"/>
                </a:cubicBezTo>
                <a:cubicBezTo>
                  <a:pt x="45197" y="71105"/>
                  <a:pt x="44983" y="71605"/>
                  <a:pt x="44983" y="72140"/>
                </a:cubicBezTo>
                <a:cubicBezTo>
                  <a:pt x="44983" y="72605"/>
                  <a:pt x="45137" y="73033"/>
                  <a:pt x="45411" y="73379"/>
                </a:cubicBezTo>
                <a:lnTo>
                  <a:pt x="27099" y="91702"/>
                </a:lnTo>
                <a:lnTo>
                  <a:pt x="24278" y="91321"/>
                </a:lnTo>
                <a:lnTo>
                  <a:pt x="19265" y="96334"/>
                </a:lnTo>
                <a:lnTo>
                  <a:pt x="19265" y="99299"/>
                </a:lnTo>
                <a:lnTo>
                  <a:pt x="7656" y="110919"/>
                </a:lnTo>
                <a:lnTo>
                  <a:pt x="7656" y="114158"/>
                </a:lnTo>
                <a:lnTo>
                  <a:pt x="1" y="121801"/>
                </a:lnTo>
                <a:lnTo>
                  <a:pt x="453" y="122266"/>
                </a:lnTo>
                <a:lnTo>
                  <a:pt x="8299" y="114419"/>
                </a:lnTo>
                <a:lnTo>
                  <a:pt x="8299" y="111181"/>
                </a:lnTo>
                <a:lnTo>
                  <a:pt x="19920" y="99560"/>
                </a:lnTo>
                <a:lnTo>
                  <a:pt x="19920" y="96596"/>
                </a:lnTo>
                <a:lnTo>
                  <a:pt x="24504" y="92000"/>
                </a:lnTo>
                <a:lnTo>
                  <a:pt x="27326" y="92381"/>
                </a:lnTo>
                <a:lnTo>
                  <a:pt x="45887" y="73819"/>
                </a:lnTo>
                <a:cubicBezTo>
                  <a:pt x="46209" y="74034"/>
                  <a:pt x="46590" y="74153"/>
                  <a:pt x="46995" y="74153"/>
                </a:cubicBezTo>
                <a:cubicBezTo>
                  <a:pt x="47530" y="74153"/>
                  <a:pt x="48042" y="73950"/>
                  <a:pt x="48423" y="73569"/>
                </a:cubicBezTo>
                <a:cubicBezTo>
                  <a:pt x="48793" y="73188"/>
                  <a:pt x="49007" y="72676"/>
                  <a:pt x="49007" y="72140"/>
                </a:cubicBezTo>
                <a:cubicBezTo>
                  <a:pt x="49007" y="71605"/>
                  <a:pt x="48793" y="71093"/>
                  <a:pt x="48412" y="70724"/>
                </a:cubicBezTo>
                <a:cubicBezTo>
                  <a:pt x="48031" y="70343"/>
                  <a:pt x="47530" y="70128"/>
                  <a:pt x="46995" y="70128"/>
                </a:cubicBezTo>
                <a:close/>
                <a:moveTo>
                  <a:pt x="71272" y="86761"/>
                </a:moveTo>
                <a:cubicBezTo>
                  <a:pt x="70736" y="86761"/>
                  <a:pt x="70236" y="86964"/>
                  <a:pt x="69855" y="87345"/>
                </a:cubicBezTo>
                <a:cubicBezTo>
                  <a:pt x="69474" y="87726"/>
                  <a:pt x="69259" y="88238"/>
                  <a:pt x="69259" y="88773"/>
                </a:cubicBezTo>
                <a:cubicBezTo>
                  <a:pt x="69259" y="89190"/>
                  <a:pt x="69390" y="89583"/>
                  <a:pt x="69628" y="89928"/>
                </a:cubicBezTo>
                <a:lnTo>
                  <a:pt x="64961" y="94584"/>
                </a:lnTo>
                <a:lnTo>
                  <a:pt x="65426" y="97941"/>
                </a:lnTo>
                <a:lnTo>
                  <a:pt x="41030" y="122325"/>
                </a:lnTo>
                <a:lnTo>
                  <a:pt x="41494" y="122778"/>
                </a:lnTo>
                <a:lnTo>
                  <a:pt x="66104" y="98167"/>
                </a:lnTo>
                <a:lnTo>
                  <a:pt x="65652" y="94810"/>
                </a:lnTo>
                <a:lnTo>
                  <a:pt x="70081" y="90381"/>
                </a:lnTo>
                <a:cubicBezTo>
                  <a:pt x="70426" y="90643"/>
                  <a:pt x="70831" y="90774"/>
                  <a:pt x="71272" y="90774"/>
                </a:cubicBezTo>
                <a:cubicBezTo>
                  <a:pt x="71807" y="90774"/>
                  <a:pt x="72319" y="90571"/>
                  <a:pt x="72700" y="90190"/>
                </a:cubicBezTo>
                <a:cubicBezTo>
                  <a:pt x="73081" y="89809"/>
                  <a:pt x="73284" y="89297"/>
                  <a:pt x="73284" y="88762"/>
                </a:cubicBezTo>
                <a:cubicBezTo>
                  <a:pt x="73284" y="88226"/>
                  <a:pt x="73069" y="87726"/>
                  <a:pt x="72700" y="87345"/>
                </a:cubicBezTo>
                <a:cubicBezTo>
                  <a:pt x="72319" y="86964"/>
                  <a:pt x="71807" y="86761"/>
                  <a:pt x="71272" y="86761"/>
                </a:cubicBezTo>
                <a:close/>
                <a:moveTo>
                  <a:pt x="58947" y="93780"/>
                </a:moveTo>
                <a:cubicBezTo>
                  <a:pt x="58648" y="93780"/>
                  <a:pt x="58347" y="93893"/>
                  <a:pt x="58115" y="94119"/>
                </a:cubicBezTo>
                <a:cubicBezTo>
                  <a:pt x="57746" y="94500"/>
                  <a:pt x="57686" y="95048"/>
                  <a:pt x="57913" y="95489"/>
                </a:cubicBezTo>
                <a:lnTo>
                  <a:pt x="50602" y="102787"/>
                </a:lnTo>
                <a:lnTo>
                  <a:pt x="47364" y="102787"/>
                </a:lnTo>
                <a:lnTo>
                  <a:pt x="35755" y="114408"/>
                </a:lnTo>
                <a:lnTo>
                  <a:pt x="32779" y="114408"/>
                </a:lnTo>
                <a:lnTo>
                  <a:pt x="27778" y="119408"/>
                </a:lnTo>
                <a:lnTo>
                  <a:pt x="28159" y="122230"/>
                </a:lnTo>
                <a:lnTo>
                  <a:pt x="9609" y="140780"/>
                </a:lnTo>
                <a:lnTo>
                  <a:pt x="10061" y="141244"/>
                </a:lnTo>
                <a:lnTo>
                  <a:pt x="28838" y="122468"/>
                </a:lnTo>
                <a:lnTo>
                  <a:pt x="28457" y="119646"/>
                </a:lnTo>
                <a:lnTo>
                  <a:pt x="33052" y="115050"/>
                </a:lnTo>
                <a:lnTo>
                  <a:pt x="36017" y="115050"/>
                </a:lnTo>
                <a:lnTo>
                  <a:pt x="47638" y="103442"/>
                </a:lnTo>
                <a:lnTo>
                  <a:pt x="50876" y="103442"/>
                </a:lnTo>
                <a:lnTo>
                  <a:pt x="58353" y="95953"/>
                </a:lnTo>
                <a:cubicBezTo>
                  <a:pt x="58539" y="96065"/>
                  <a:pt x="58747" y="96122"/>
                  <a:pt x="58954" y="96122"/>
                </a:cubicBezTo>
                <a:cubicBezTo>
                  <a:pt x="59251" y="96122"/>
                  <a:pt x="59546" y="96006"/>
                  <a:pt x="59770" y="95774"/>
                </a:cubicBezTo>
                <a:cubicBezTo>
                  <a:pt x="60234" y="95322"/>
                  <a:pt x="60234" y="94584"/>
                  <a:pt x="59770" y="94119"/>
                </a:cubicBezTo>
                <a:cubicBezTo>
                  <a:pt x="59544" y="93893"/>
                  <a:pt x="59246" y="93780"/>
                  <a:pt x="58947" y="9378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200025" dist="19050" dir="5400000" algn="bl" rotWithShape="0">
              <a:schemeClr val="accent1">
                <a:alpha val="67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19" name="Google Shape;519;p38"/>
          <p:cNvSpPr/>
          <p:nvPr/>
        </p:nvSpPr>
        <p:spPr>
          <a:xfrm rot="10800000">
            <a:off x="-1465862" y="161225"/>
            <a:ext cx="4358174" cy="4821045"/>
          </a:xfrm>
          <a:custGeom>
            <a:avLst/>
            <a:gdLst/>
            <a:ahLst/>
            <a:cxnLst/>
            <a:rect l="l" t="t" r="r" b="b"/>
            <a:pathLst>
              <a:path w="127684" h="141245" extrusionOk="0">
                <a:moveTo>
                  <a:pt x="71170" y="25334"/>
                </a:moveTo>
                <a:cubicBezTo>
                  <a:pt x="70870" y="25334"/>
                  <a:pt x="70569" y="25450"/>
                  <a:pt x="70343" y="25682"/>
                </a:cubicBezTo>
                <a:cubicBezTo>
                  <a:pt x="69962" y="26051"/>
                  <a:pt x="69902" y="26623"/>
                  <a:pt x="70152" y="27075"/>
                </a:cubicBezTo>
                <a:lnTo>
                  <a:pt x="61592" y="35648"/>
                </a:lnTo>
                <a:lnTo>
                  <a:pt x="54412" y="34183"/>
                </a:lnTo>
                <a:lnTo>
                  <a:pt x="46233" y="42375"/>
                </a:lnTo>
                <a:cubicBezTo>
                  <a:pt x="46059" y="42281"/>
                  <a:pt x="45865" y="42234"/>
                  <a:pt x="45672" y="42234"/>
                </a:cubicBezTo>
                <a:cubicBezTo>
                  <a:pt x="45373" y="42234"/>
                  <a:pt x="45075" y="42346"/>
                  <a:pt x="44852" y="42577"/>
                </a:cubicBezTo>
                <a:cubicBezTo>
                  <a:pt x="44387" y="43030"/>
                  <a:pt x="44387" y="43768"/>
                  <a:pt x="44852" y="44232"/>
                </a:cubicBezTo>
                <a:cubicBezTo>
                  <a:pt x="45078" y="44458"/>
                  <a:pt x="45375" y="44572"/>
                  <a:pt x="45675" y="44572"/>
                </a:cubicBezTo>
                <a:cubicBezTo>
                  <a:pt x="45974" y="44572"/>
                  <a:pt x="46274" y="44458"/>
                  <a:pt x="46507" y="44232"/>
                </a:cubicBezTo>
                <a:cubicBezTo>
                  <a:pt x="46876" y="43851"/>
                  <a:pt x="46935" y="43280"/>
                  <a:pt x="46697" y="42839"/>
                </a:cubicBezTo>
                <a:lnTo>
                  <a:pt x="54627" y="34886"/>
                </a:lnTo>
                <a:lnTo>
                  <a:pt x="61806" y="36350"/>
                </a:lnTo>
                <a:lnTo>
                  <a:pt x="70605" y="27528"/>
                </a:lnTo>
                <a:cubicBezTo>
                  <a:pt x="70783" y="27627"/>
                  <a:pt x="70980" y="27675"/>
                  <a:pt x="71176" y="27675"/>
                </a:cubicBezTo>
                <a:cubicBezTo>
                  <a:pt x="71477" y="27675"/>
                  <a:pt x="71774" y="27561"/>
                  <a:pt x="71998" y="27337"/>
                </a:cubicBezTo>
                <a:cubicBezTo>
                  <a:pt x="72462" y="26873"/>
                  <a:pt x="72462" y="26135"/>
                  <a:pt x="71998" y="25682"/>
                </a:cubicBezTo>
                <a:cubicBezTo>
                  <a:pt x="71772" y="25450"/>
                  <a:pt x="71471" y="25334"/>
                  <a:pt x="71170" y="25334"/>
                </a:cubicBezTo>
                <a:close/>
                <a:moveTo>
                  <a:pt x="61651" y="46125"/>
                </a:moveTo>
                <a:cubicBezTo>
                  <a:pt x="62008" y="46125"/>
                  <a:pt x="62354" y="46268"/>
                  <a:pt x="62616" y="46530"/>
                </a:cubicBezTo>
                <a:cubicBezTo>
                  <a:pt x="62866" y="46792"/>
                  <a:pt x="63009" y="47125"/>
                  <a:pt x="63009" y="47495"/>
                </a:cubicBezTo>
                <a:cubicBezTo>
                  <a:pt x="63009" y="47864"/>
                  <a:pt x="62866" y="48197"/>
                  <a:pt x="62616" y="48459"/>
                </a:cubicBezTo>
                <a:cubicBezTo>
                  <a:pt x="62354" y="48721"/>
                  <a:pt x="62008" y="48864"/>
                  <a:pt x="61639" y="48864"/>
                </a:cubicBezTo>
                <a:cubicBezTo>
                  <a:pt x="61354" y="48864"/>
                  <a:pt x="61068" y="48769"/>
                  <a:pt x="60842" y="48590"/>
                </a:cubicBezTo>
                <a:lnTo>
                  <a:pt x="60544" y="48304"/>
                </a:lnTo>
                <a:cubicBezTo>
                  <a:pt x="60377" y="48066"/>
                  <a:pt x="60282" y="47792"/>
                  <a:pt x="60282" y="47495"/>
                </a:cubicBezTo>
                <a:cubicBezTo>
                  <a:pt x="60282" y="47125"/>
                  <a:pt x="60425" y="46792"/>
                  <a:pt x="60675" y="46530"/>
                </a:cubicBezTo>
                <a:cubicBezTo>
                  <a:pt x="60937" y="46268"/>
                  <a:pt x="61282" y="46125"/>
                  <a:pt x="61651" y="46125"/>
                </a:cubicBezTo>
                <a:close/>
                <a:moveTo>
                  <a:pt x="29826" y="52614"/>
                </a:moveTo>
                <a:cubicBezTo>
                  <a:pt x="30195" y="52614"/>
                  <a:pt x="30540" y="52757"/>
                  <a:pt x="30790" y="53019"/>
                </a:cubicBezTo>
                <a:cubicBezTo>
                  <a:pt x="31052" y="53281"/>
                  <a:pt x="31195" y="53614"/>
                  <a:pt x="31195" y="53983"/>
                </a:cubicBezTo>
                <a:cubicBezTo>
                  <a:pt x="31195" y="54353"/>
                  <a:pt x="31052" y="54686"/>
                  <a:pt x="30790" y="54948"/>
                </a:cubicBezTo>
                <a:cubicBezTo>
                  <a:pt x="30540" y="55210"/>
                  <a:pt x="30195" y="55353"/>
                  <a:pt x="29826" y="55353"/>
                </a:cubicBezTo>
                <a:cubicBezTo>
                  <a:pt x="29469" y="55353"/>
                  <a:pt x="29123" y="55210"/>
                  <a:pt x="28861" y="54948"/>
                </a:cubicBezTo>
                <a:cubicBezTo>
                  <a:pt x="28611" y="54698"/>
                  <a:pt x="28469" y="54353"/>
                  <a:pt x="28469" y="53983"/>
                </a:cubicBezTo>
                <a:cubicBezTo>
                  <a:pt x="28469" y="53614"/>
                  <a:pt x="28611" y="53281"/>
                  <a:pt x="28861" y="53019"/>
                </a:cubicBezTo>
                <a:cubicBezTo>
                  <a:pt x="29123" y="52757"/>
                  <a:pt x="29469" y="52614"/>
                  <a:pt x="29826" y="52614"/>
                </a:cubicBezTo>
                <a:close/>
                <a:moveTo>
                  <a:pt x="102752" y="1"/>
                </a:moveTo>
                <a:lnTo>
                  <a:pt x="61508" y="41089"/>
                </a:lnTo>
                <a:lnTo>
                  <a:pt x="54900" y="39446"/>
                </a:lnTo>
                <a:lnTo>
                  <a:pt x="38696" y="55686"/>
                </a:lnTo>
                <a:lnTo>
                  <a:pt x="31838" y="54114"/>
                </a:lnTo>
                <a:cubicBezTo>
                  <a:pt x="31838" y="54079"/>
                  <a:pt x="31838" y="54031"/>
                  <a:pt x="31838" y="53983"/>
                </a:cubicBezTo>
                <a:cubicBezTo>
                  <a:pt x="31838" y="53448"/>
                  <a:pt x="31636" y="52936"/>
                  <a:pt x="31255" y="52555"/>
                </a:cubicBezTo>
                <a:cubicBezTo>
                  <a:pt x="30874" y="52186"/>
                  <a:pt x="30362" y="51971"/>
                  <a:pt x="29826" y="51971"/>
                </a:cubicBezTo>
                <a:cubicBezTo>
                  <a:pt x="29290" y="51971"/>
                  <a:pt x="28790" y="52186"/>
                  <a:pt x="28409" y="52555"/>
                </a:cubicBezTo>
                <a:cubicBezTo>
                  <a:pt x="28028" y="52936"/>
                  <a:pt x="27814" y="53448"/>
                  <a:pt x="27814" y="53983"/>
                </a:cubicBezTo>
                <a:cubicBezTo>
                  <a:pt x="27814" y="54519"/>
                  <a:pt x="28028" y="55031"/>
                  <a:pt x="28409" y="55400"/>
                </a:cubicBezTo>
                <a:cubicBezTo>
                  <a:pt x="28790" y="55781"/>
                  <a:pt x="29290" y="55996"/>
                  <a:pt x="29826" y="55996"/>
                </a:cubicBezTo>
                <a:cubicBezTo>
                  <a:pt x="30362" y="55996"/>
                  <a:pt x="30874" y="55781"/>
                  <a:pt x="31255" y="55412"/>
                </a:cubicBezTo>
                <a:cubicBezTo>
                  <a:pt x="31445" y="55222"/>
                  <a:pt x="31588" y="54995"/>
                  <a:pt x="31695" y="54745"/>
                </a:cubicBezTo>
                <a:lnTo>
                  <a:pt x="38898" y="56389"/>
                </a:lnTo>
                <a:lnTo>
                  <a:pt x="55103" y="40172"/>
                </a:lnTo>
                <a:lnTo>
                  <a:pt x="61711" y="41803"/>
                </a:lnTo>
                <a:lnTo>
                  <a:pt x="103204" y="465"/>
                </a:lnTo>
                <a:lnTo>
                  <a:pt x="102752" y="1"/>
                </a:lnTo>
                <a:close/>
                <a:moveTo>
                  <a:pt x="83684" y="39547"/>
                </a:moveTo>
                <a:cubicBezTo>
                  <a:pt x="83383" y="39547"/>
                  <a:pt x="83083" y="39660"/>
                  <a:pt x="82856" y="39886"/>
                </a:cubicBezTo>
                <a:cubicBezTo>
                  <a:pt x="82475" y="40267"/>
                  <a:pt x="82416" y="40839"/>
                  <a:pt x="82666" y="41280"/>
                </a:cubicBezTo>
                <a:lnTo>
                  <a:pt x="68843" y="55115"/>
                </a:lnTo>
                <a:lnTo>
                  <a:pt x="62604" y="57496"/>
                </a:lnTo>
                <a:cubicBezTo>
                  <a:pt x="62556" y="57436"/>
                  <a:pt x="62509" y="57377"/>
                  <a:pt x="62449" y="57317"/>
                </a:cubicBezTo>
                <a:cubicBezTo>
                  <a:pt x="62223" y="57085"/>
                  <a:pt x="61922" y="56969"/>
                  <a:pt x="61621" y="56969"/>
                </a:cubicBezTo>
                <a:cubicBezTo>
                  <a:pt x="61321" y="56969"/>
                  <a:pt x="61020" y="57085"/>
                  <a:pt x="60794" y="57317"/>
                </a:cubicBezTo>
                <a:cubicBezTo>
                  <a:pt x="60342" y="57770"/>
                  <a:pt x="60342" y="58520"/>
                  <a:pt x="60794" y="58972"/>
                </a:cubicBezTo>
                <a:cubicBezTo>
                  <a:pt x="61026" y="59198"/>
                  <a:pt x="61327" y="59311"/>
                  <a:pt x="61626" y="59311"/>
                </a:cubicBezTo>
                <a:cubicBezTo>
                  <a:pt x="61925" y="59311"/>
                  <a:pt x="62223" y="59198"/>
                  <a:pt x="62449" y="58972"/>
                </a:cubicBezTo>
                <a:cubicBezTo>
                  <a:pt x="62687" y="58734"/>
                  <a:pt x="62794" y="58424"/>
                  <a:pt x="62794" y="58127"/>
                </a:cubicBezTo>
                <a:lnTo>
                  <a:pt x="69200" y="55674"/>
                </a:lnTo>
                <a:lnTo>
                  <a:pt x="83118" y="41744"/>
                </a:lnTo>
                <a:cubicBezTo>
                  <a:pt x="83296" y="41838"/>
                  <a:pt x="83491" y="41885"/>
                  <a:pt x="83685" y="41885"/>
                </a:cubicBezTo>
                <a:cubicBezTo>
                  <a:pt x="83984" y="41885"/>
                  <a:pt x="84280" y="41772"/>
                  <a:pt x="84511" y="41541"/>
                </a:cubicBezTo>
                <a:cubicBezTo>
                  <a:pt x="84964" y="41089"/>
                  <a:pt x="84964" y="40351"/>
                  <a:pt x="84511" y="39886"/>
                </a:cubicBezTo>
                <a:cubicBezTo>
                  <a:pt x="84285" y="39660"/>
                  <a:pt x="83984" y="39547"/>
                  <a:pt x="83684" y="39547"/>
                </a:cubicBezTo>
                <a:close/>
                <a:moveTo>
                  <a:pt x="74993" y="61984"/>
                </a:moveTo>
                <a:cubicBezTo>
                  <a:pt x="75345" y="61984"/>
                  <a:pt x="75663" y="62126"/>
                  <a:pt x="75915" y="62377"/>
                </a:cubicBezTo>
                <a:cubicBezTo>
                  <a:pt x="76451" y="62913"/>
                  <a:pt x="76451" y="63770"/>
                  <a:pt x="75915" y="64306"/>
                </a:cubicBezTo>
                <a:cubicBezTo>
                  <a:pt x="75653" y="64568"/>
                  <a:pt x="75320" y="64711"/>
                  <a:pt x="74951" y="64711"/>
                </a:cubicBezTo>
                <a:cubicBezTo>
                  <a:pt x="74581" y="64711"/>
                  <a:pt x="74236" y="64568"/>
                  <a:pt x="73986" y="64306"/>
                </a:cubicBezTo>
                <a:cubicBezTo>
                  <a:pt x="73724" y="64056"/>
                  <a:pt x="73581" y="63711"/>
                  <a:pt x="73581" y="63342"/>
                </a:cubicBezTo>
                <a:cubicBezTo>
                  <a:pt x="73581" y="62985"/>
                  <a:pt x="73724" y="62639"/>
                  <a:pt x="73986" y="62377"/>
                </a:cubicBezTo>
                <a:cubicBezTo>
                  <a:pt x="74236" y="62127"/>
                  <a:pt x="74581" y="61984"/>
                  <a:pt x="74951" y="61984"/>
                </a:cubicBezTo>
                <a:cubicBezTo>
                  <a:pt x="74965" y="61984"/>
                  <a:pt x="74979" y="61984"/>
                  <a:pt x="74993" y="61984"/>
                </a:cubicBezTo>
                <a:close/>
                <a:moveTo>
                  <a:pt x="100513" y="20063"/>
                </a:moveTo>
                <a:lnTo>
                  <a:pt x="89167" y="31433"/>
                </a:lnTo>
                <a:lnTo>
                  <a:pt x="88893" y="39696"/>
                </a:lnTo>
                <a:lnTo>
                  <a:pt x="74736" y="53876"/>
                </a:lnTo>
                <a:lnTo>
                  <a:pt x="74736" y="61342"/>
                </a:lnTo>
                <a:cubicBezTo>
                  <a:pt x="74284" y="61389"/>
                  <a:pt x="73855" y="61592"/>
                  <a:pt x="73522" y="61925"/>
                </a:cubicBezTo>
                <a:cubicBezTo>
                  <a:pt x="73153" y="62306"/>
                  <a:pt x="72938" y="62806"/>
                  <a:pt x="72938" y="63342"/>
                </a:cubicBezTo>
                <a:cubicBezTo>
                  <a:pt x="72938" y="63878"/>
                  <a:pt x="73153" y="64390"/>
                  <a:pt x="73534" y="64771"/>
                </a:cubicBezTo>
                <a:cubicBezTo>
                  <a:pt x="73903" y="65140"/>
                  <a:pt x="74415" y="65354"/>
                  <a:pt x="74951" y="65354"/>
                </a:cubicBezTo>
                <a:cubicBezTo>
                  <a:pt x="75486" y="65354"/>
                  <a:pt x="75986" y="65140"/>
                  <a:pt x="76367" y="64759"/>
                </a:cubicBezTo>
                <a:cubicBezTo>
                  <a:pt x="77153" y="63973"/>
                  <a:pt x="77153" y="62699"/>
                  <a:pt x="76367" y="61913"/>
                </a:cubicBezTo>
                <a:cubicBezTo>
                  <a:pt x="76094" y="61639"/>
                  <a:pt x="75760" y="61461"/>
                  <a:pt x="75391" y="61377"/>
                </a:cubicBezTo>
                <a:lnTo>
                  <a:pt x="75379" y="54150"/>
                </a:lnTo>
                <a:lnTo>
                  <a:pt x="89536" y="39970"/>
                </a:lnTo>
                <a:lnTo>
                  <a:pt x="89798" y="31707"/>
                </a:lnTo>
                <a:lnTo>
                  <a:pt x="100978" y="20527"/>
                </a:lnTo>
                <a:lnTo>
                  <a:pt x="100513" y="20063"/>
                </a:lnTo>
                <a:close/>
                <a:moveTo>
                  <a:pt x="62639" y="65997"/>
                </a:moveTo>
                <a:cubicBezTo>
                  <a:pt x="61485" y="65997"/>
                  <a:pt x="60556" y="66937"/>
                  <a:pt x="60556" y="68092"/>
                </a:cubicBezTo>
                <a:cubicBezTo>
                  <a:pt x="60556" y="69247"/>
                  <a:pt x="61485" y="70176"/>
                  <a:pt x="62639" y="70176"/>
                </a:cubicBezTo>
                <a:cubicBezTo>
                  <a:pt x="63794" y="70176"/>
                  <a:pt x="64723" y="69247"/>
                  <a:pt x="64723" y="68092"/>
                </a:cubicBezTo>
                <a:cubicBezTo>
                  <a:pt x="64723" y="66937"/>
                  <a:pt x="63794" y="65997"/>
                  <a:pt x="62639" y="65997"/>
                </a:cubicBezTo>
                <a:close/>
                <a:moveTo>
                  <a:pt x="62639" y="64294"/>
                </a:moveTo>
                <a:cubicBezTo>
                  <a:pt x="64735" y="64294"/>
                  <a:pt x="66438" y="65997"/>
                  <a:pt x="66438" y="68092"/>
                </a:cubicBezTo>
                <a:cubicBezTo>
                  <a:pt x="66438" y="70188"/>
                  <a:pt x="64735" y="71890"/>
                  <a:pt x="62639" y="71890"/>
                </a:cubicBezTo>
                <a:cubicBezTo>
                  <a:pt x="60544" y="71890"/>
                  <a:pt x="58841" y="70188"/>
                  <a:pt x="58841" y="68092"/>
                </a:cubicBezTo>
                <a:cubicBezTo>
                  <a:pt x="58841" y="65997"/>
                  <a:pt x="60544" y="64294"/>
                  <a:pt x="62639" y="64294"/>
                </a:cubicBezTo>
                <a:close/>
                <a:moveTo>
                  <a:pt x="62639" y="63651"/>
                </a:moveTo>
                <a:cubicBezTo>
                  <a:pt x="60187" y="63651"/>
                  <a:pt x="58198" y="65640"/>
                  <a:pt x="58198" y="68092"/>
                </a:cubicBezTo>
                <a:cubicBezTo>
                  <a:pt x="58198" y="70545"/>
                  <a:pt x="60187" y="72533"/>
                  <a:pt x="62639" y="72533"/>
                </a:cubicBezTo>
                <a:cubicBezTo>
                  <a:pt x="65092" y="72533"/>
                  <a:pt x="67081" y="70545"/>
                  <a:pt x="67081" y="68092"/>
                </a:cubicBezTo>
                <a:cubicBezTo>
                  <a:pt x="67081" y="65640"/>
                  <a:pt x="65092" y="63651"/>
                  <a:pt x="62639" y="63651"/>
                </a:cubicBezTo>
                <a:close/>
                <a:moveTo>
                  <a:pt x="46995" y="70783"/>
                </a:moveTo>
                <a:cubicBezTo>
                  <a:pt x="47364" y="70783"/>
                  <a:pt x="47697" y="70926"/>
                  <a:pt x="47959" y="71176"/>
                </a:cubicBezTo>
                <a:cubicBezTo>
                  <a:pt x="48221" y="71438"/>
                  <a:pt x="48364" y="71783"/>
                  <a:pt x="48364" y="72140"/>
                </a:cubicBezTo>
                <a:cubicBezTo>
                  <a:pt x="48364" y="72510"/>
                  <a:pt x="48221" y="72855"/>
                  <a:pt x="47959" y="73105"/>
                </a:cubicBezTo>
                <a:cubicBezTo>
                  <a:pt x="47697" y="73367"/>
                  <a:pt x="47364" y="73510"/>
                  <a:pt x="46995" y="73510"/>
                </a:cubicBezTo>
                <a:cubicBezTo>
                  <a:pt x="46626" y="73510"/>
                  <a:pt x="46292" y="73367"/>
                  <a:pt x="46030" y="73117"/>
                </a:cubicBezTo>
                <a:cubicBezTo>
                  <a:pt x="45768" y="72855"/>
                  <a:pt x="45625" y="72510"/>
                  <a:pt x="45625" y="72152"/>
                </a:cubicBezTo>
                <a:cubicBezTo>
                  <a:pt x="45625" y="71783"/>
                  <a:pt x="45768" y="71438"/>
                  <a:pt x="46030" y="71176"/>
                </a:cubicBezTo>
                <a:cubicBezTo>
                  <a:pt x="46280" y="70926"/>
                  <a:pt x="46626" y="70783"/>
                  <a:pt x="46995" y="70783"/>
                </a:cubicBezTo>
                <a:close/>
                <a:moveTo>
                  <a:pt x="62639" y="62604"/>
                </a:moveTo>
                <a:cubicBezTo>
                  <a:pt x="65664" y="62604"/>
                  <a:pt x="68128" y="65068"/>
                  <a:pt x="68128" y="68092"/>
                </a:cubicBezTo>
                <a:cubicBezTo>
                  <a:pt x="68128" y="71128"/>
                  <a:pt x="65664" y="73581"/>
                  <a:pt x="62639" y="73581"/>
                </a:cubicBezTo>
                <a:cubicBezTo>
                  <a:pt x="59615" y="73581"/>
                  <a:pt x="57151" y="71117"/>
                  <a:pt x="57151" y="68092"/>
                </a:cubicBezTo>
                <a:cubicBezTo>
                  <a:pt x="57151" y="65068"/>
                  <a:pt x="59615" y="62604"/>
                  <a:pt x="62639" y="62604"/>
                </a:cubicBezTo>
                <a:close/>
                <a:moveTo>
                  <a:pt x="62639" y="61949"/>
                </a:moveTo>
                <a:cubicBezTo>
                  <a:pt x="59258" y="61949"/>
                  <a:pt x="56496" y="64711"/>
                  <a:pt x="56496" y="68092"/>
                </a:cubicBezTo>
                <a:cubicBezTo>
                  <a:pt x="56496" y="71474"/>
                  <a:pt x="59258" y="74236"/>
                  <a:pt x="62639" y="74236"/>
                </a:cubicBezTo>
                <a:cubicBezTo>
                  <a:pt x="66021" y="74236"/>
                  <a:pt x="68783" y="71474"/>
                  <a:pt x="68783" y="68092"/>
                </a:cubicBezTo>
                <a:cubicBezTo>
                  <a:pt x="68783" y="64711"/>
                  <a:pt x="66021" y="61949"/>
                  <a:pt x="62639" y="61949"/>
                </a:cubicBezTo>
                <a:close/>
                <a:moveTo>
                  <a:pt x="127231" y="31362"/>
                </a:moveTo>
                <a:lnTo>
                  <a:pt x="108455" y="50138"/>
                </a:lnTo>
                <a:lnTo>
                  <a:pt x="108836" y="52960"/>
                </a:lnTo>
                <a:lnTo>
                  <a:pt x="104240" y="57543"/>
                </a:lnTo>
                <a:lnTo>
                  <a:pt x="101275" y="57543"/>
                </a:lnTo>
                <a:lnTo>
                  <a:pt x="89655" y="69164"/>
                </a:lnTo>
                <a:lnTo>
                  <a:pt x="86416" y="69164"/>
                </a:lnTo>
                <a:lnTo>
                  <a:pt x="78939" y="76641"/>
                </a:lnTo>
                <a:cubicBezTo>
                  <a:pt x="78755" y="76534"/>
                  <a:pt x="78549" y="76481"/>
                  <a:pt x="78343" y="76481"/>
                </a:cubicBezTo>
                <a:cubicBezTo>
                  <a:pt x="78043" y="76481"/>
                  <a:pt x="77743" y="76594"/>
                  <a:pt x="77510" y="76820"/>
                </a:cubicBezTo>
                <a:cubicBezTo>
                  <a:pt x="77058" y="77284"/>
                  <a:pt x="77058" y="78022"/>
                  <a:pt x="77522" y="78475"/>
                </a:cubicBezTo>
                <a:cubicBezTo>
                  <a:pt x="77749" y="78707"/>
                  <a:pt x="78046" y="78823"/>
                  <a:pt x="78345" y="78823"/>
                </a:cubicBezTo>
                <a:cubicBezTo>
                  <a:pt x="78644" y="78823"/>
                  <a:pt x="78945" y="78707"/>
                  <a:pt x="79177" y="78475"/>
                </a:cubicBezTo>
                <a:cubicBezTo>
                  <a:pt x="79546" y="78105"/>
                  <a:pt x="79606" y="77558"/>
                  <a:pt x="79380" y="77117"/>
                </a:cubicBezTo>
                <a:lnTo>
                  <a:pt x="86690" y="69807"/>
                </a:lnTo>
                <a:lnTo>
                  <a:pt x="89929" y="69807"/>
                </a:lnTo>
                <a:lnTo>
                  <a:pt x="101537" y="58198"/>
                </a:lnTo>
                <a:lnTo>
                  <a:pt x="104514" y="58198"/>
                </a:lnTo>
                <a:lnTo>
                  <a:pt x="109514" y="53186"/>
                </a:lnTo>
                <a:lnTo>
                  <a:pt x="109133" y="50364"/>
                </a:lnTo>
                <a:lnTo>
                  <a:pt x="127683" y="31814"/>
                </a:lnTo>
                <a:lnTo>
                  <a:pt x="127231" y="31362"/>
                </a:lnTo>
                <a:close/>
                <a:moveTo>
                  <a:pt x="54924" y="76581"/>
                </a:moveTo>
                <a:lnTo>
                  <a:pt x="54924" y="78915"/>
                </a:lnTo>
                <a:lnTo>
                  <a:pt x="57270" y="78915"/>
                </a:lnTo>
                <a:lnTo>
                  <a:pt x="57270" y="76581"/>
                </a:lnTo>
                <a:close/>
                <a:moveTo>
                  <a:pt x="59127" y="76581"/>
                </a:moveTo>
                <a:lnTo>
                  <a:pt x="59127" y="78915"/>
                </a:lnTo>
                <a:lnTo>
                  <a:pt x="61473" y="78915"/>
                </a:lnTo>
                <a:lnTo>
                  <a:pt x="61473" y="76581"/>
                </a:lnTo>
                <a:close/>
                <a:moveTo>
                  <a:pt x="68295" y="76748"/>
                </a:moveTo>
                <a:cubicBezTo>
                  <a:pt x="68664" y="76748"/>
                  <a:pt x="68997" y="76891"/>
                  <a:pt x="69259" y="77141"/>
                </a:cubicBezTo>
                <a:cubicBezTo>
                  <a:pt x="69521" y="77403"/>
                  <a:pt x="69664" y="77748"/>
                  <a:pt x="69664" y="78105"/>
                </a:cubicBezTo>
                <a:cubicBezTo>
                  <a:pt x="69664" y="78475"/>
                  <a:pt x="69521" y="78820"/>
                  <a:pt x="69259" y="79082"/>
                </a:cubicBezTo>
                <a:cubicBezTo>
                  <a:pt x="69009" y="79332"/>
                  <a:pt x="68664" y="79475"/>
                  <a:pt x="68295" y="79475"/>
                </a:cubicBezTo>
                <a:cubicBezTo>
                  <a:pt x="67926" y="79475"/>
                  <a:pt x="67592" y="79332"/>
                  <a:pt x="67331" y="79082"/>
                </a:cubicBezTo>
                <a:cubicBezTo>
                  <a:pt x="66795" y="78546"/>
                  <a:pt x="66795" y="77677"/>
                  <a:pt x="67331" y="77141"/>
                </a:cubicBezTo>
                <a:cubicBezTo>
                  <a:pt x="67581" y="76891"/>
                  <a:pt x="67926" y="76748"/>
                  <a:pt x="68295" y="76748"/>
                </a:cubicBezTo>
                <a:close/>
                <a:moveTo>
                  <a:pt x="106347" y="23599"/>
                </a:moveTo>
                <a:lnTo>
                  <a:pt x="94989" y="34969"/>
                </a:lnTo>
                <a:lnTo>
                  <a:pt x="94727" y="43232"/>
                </a:lnTo>
                <a:lnTo>
                  <a:pt x="80570" y="57412"/>
                </a:lnTo>
                <a:lnTo>
                  <a:pt x="80570" y="65032"/>
                </a:lnTo>
                <a:lnTo>
                  <a:pt x="69271" y="76355"/>
                </a:lnTo>
                <a:cubicBezTo>
                  <a:pt x="68974" y="76189"/>
                  <a:pt x="68640" y="76093"/>
                  <a:pt x="68295" y="76093"/>
                </a:cubicBezTo>
                <a:cubicBezTo>
                  <a:pt x="67759" y="76093"/>
                  <a:pt x="67247" y="76308"/>
                  <a:pt x="66866" y="76689"/>
                </a:cubicBezTo>
                <a:cubicBezTo>
                  <a:pt x="66092" y="77474"/>
                  <a:pt x="66092" y="78748"/>
                  <a:pt x="66878" y="79534"/>
                </a:cubicBezTo>
                <a:cubicBezTo>
                  <a:pt x="67259" y="79915"/>
                  <a:pt x="67759" y="80118"/>
                  <a:pt x="68295" y="80118"/>
                </a:cubicBezTo>
                <a:cubicBezTo>
                  <a:pt x="68831" y="80118"/>
                  <a:pt x="69343" y="79915"/>
                  <a:pt x="69724" y="79534"/>
                </a:cubicBezTo>
                <a:cubicBezTo>
                  <a:pt x="70105" y="79153"/>
                  <a:pt x="70307" y="78641"/>
                  <a:pt x="70307" y="78105"/>
                </a:cubicBezTo>
                <a:cubicBezTo>
                  <a:pt x="70307" y="77605"/>
                  <a:pt x="70117" y="77129"/>
                  <a:pt x="69783" y="76748"/>
                </a:cubicBezTo>
                <a:lnTo>
                  <a:pt x="81225" y="65294"/>
                </a:lnTo>
                <a:lnTo>
                  <a:pt x="81213" y="57686"/>
                </a:lnTo>
                <a:lnTo>
                  <a:pt x="95370" y="43506"/>
                </a:lnTo>
                <a:lnTo>
                  <a:pt x="95632" y="35243"/>
                </a:lnTo>
                <a:lnTo>
                  <a:pt x="106812" y="24063"/>
                </a:lnTo>
                <a:lnTo>
                  <a:pt x="106347" y="23599"/>
                </a:lnTo>
                <a:close/>
                <a:moveTo>
                  <a:pt x="54924" y="80487"/>
                </a:moveTo>
                <a:lnTo>
                  <a:pt x="54924" y="82820"/>
                </a:lnTo>
                <a:lnTo>
                  <a:pt x="57270" y="82820"/>
                </a:lnTo>
                <a:lnTo>
                  <a:pt x="57270" y="80487"/>
                </a:lnTo>
                <a:close/>
                <a:moveTo>
                  <a:pt x="59127" y="80487"/>
                </a:moveTo>
                <a:lnTo>
                  <a:pt x="59127" y="82820"/>
                </a:lnTo>
                <a:lnTo>
                  <a:pt x="61473" y="82820"/>
                </a:lnTo>
                <a:lnTo>
                  <a:pt x="61473" y="80487"/>
                </a:lnTo>
                <a:close/>
                <a:moveTo>
                  <a:pt x="54924" y="84392"/>
                </a:moveTo>
                <a:lnTo>
                  <a:pt x="54924" y="86726"/>
                </a:lnTo>
                <a:lnTo>
                  <a:pt x="57270" y="86726"/>
                </a:lnTo>
                <a:lnTo>
                  <a:pt x="57270" y="84392"/>
                </a:lnTo>
                <a:close/>
                <a:moveTo>
                  <a:pt x="71272" y="87404"/>
                </a:moveTo>
                <a:cubicBezTo>
                  <a:pt x="71641" y="87404"/>
                  <a:pt x="71974" y="87547"/>
                  <a:pt x="72236" y="87797"/>
                </a:cubicBezTo>
                <a:cubicBezTo>
                  <a:pt x="72498" y="88059"/>
                  <a:pt x="72641" y="88404"/>
                  <a:pt x="72641" y="88762"/>
                </a:cubicBezTo>
                <a:cubicBezTo>
                  <a:pt x="72641" y="89131"/>
                  <a:pt x="72498" y="89476"/>
                  <a:pt x="72236" y="89738"/>
                </a:cubicBezTo>
                <a:cubicBezTo>
                  <a:pt x="71974" y="89988"/>
                  <a:pt x="71641" y="90131"/>
                  <a:pt x="71272" y="90131"/>
                </a:cubicBezTo>
                <a:cubicBezTo>
                  <a:pt x="70902" y="90131"/>
                  <a:pt x="70569" y="89988"/>
                  <a:pt x="70307" y="89738"/>
                </a:cubicBezTo>
                <a:cubicBezTo>
                  <a:pt x="70045" y="89476"/>
                  <a:pt x="69902" y="89131"/>
                  <a:pt x="69902" y="88773"/>
                </a:cubicBezTo>
                <a:cubicBezTo>
                  <a:pt x="69902" y="88404"/>
                  <a:pt x="70045" y="88059"/>
                  <a:pt x="70307" y="87809"/>
                </a:cubicBezTo>
                <a:cubicBezTo>
                  <a:pt x="70569" y="87547"/>
                  <a:pt x="70902" y="87404"/>
                  <a:pt x="71272" y="87404"/>
                </a:cubicBezTo>
                <a:close/>
                <a:moveTo>
                  <a:pt x="54924" y="88285"/>
                </a:moveTo>
                <a:lnTo>
                  <a:pt x="54924" y="90631"/>
                </a:lnTo>
                <a:lnTo>
                  <a:pt x="57270" y="90631"/>
                </a:lnTo>
                <a:lnTo>
                  <a:pt x="57270" y="88285"/>
                </a:lnTo>
                <a:close/>
                <a:moveTo>
                  <a:pt x="61651" y="45482"/>
                </a:moveTo>
                <a:cubicBezTo>
                  <a:pt x="61115" y="45482"/>
                  <a:pt x="60604" y="45685"/>
                  <a:pt x="60223" y="46066"/>
                </a:cubicBezTo>
                <a:cubicBezTo>
                  <a:pt x="59842" y="46447"/>
                  <a:pt x="59639" y="46959"/>
                  <a:pt x="59639" y="47495"/>
                </a:cubicBezTo>
                <a:cubicBezTo>
                  <a:pt x="59639" y="47935"/>
                  <a:pt x="59782" y="48364"/>
                  <a:pt x="60044" y="48709"/>
                </a:cubicBezTo>
                <a:lnTo>
                  <a:pt x="56472" y="52293"/>
                </a:lnTo>
                <a:lnTo>
                  <a:pt x="50948" y="53174"/>
                </a:lnTo>
                <a:lnTo>
                  <a:pt x="47816" y="56293"/>
                </a:lnTo>
                <a:lnTo>
                  <a:pt x="47328" y="61437"/>
                </a:lnTo>
                <a:lnTo>
                  <a:pt x="12371" y="96393"/>
                </a:lnTo>
                <a:lnTo>
                  <a:pt x="12824" y="96858"/>
                </a:lnTo>
                <a:lnTo>
                  <a:pt x="47947" y="61734"/>
                </a:lnTo>
                <a:lnTo>
                  <a:pt x="48435" y="56591"/>
                </a:lnTo>
                <a:lnTo>
                  <a:pt x="51257" y="53781"/>
                </a:lnTo>
                <a:lnTo>
                  <a:pt x="56770" y="52900"/>
                </a:lnTo>
                <a:lnTo>
                  <a:pt x="60520" y="49161"/>
                </a:lnTo>
                <a:cubicBezTo>
                  <a:pt x="60842" y="49388"/>
                  <a:pt x="61235" y="49507"/>
                  <a:pt x="61651" y="49507"/>
                </a:cubicBezTo>
                <a:cubicBezTo>
                  <a:pt x="62187" y="49507"/>
                  <a:pt x="62687" y="49292"/>
                  <a:pt x="63068" y="48911"/>
                </a:cubicBezTo>
                <a:cubicBezTo>
                  <a:pt x="63449" y="48530"/>
                  <a:pt x="63663" y="48030"/>
                  <a:pt x="63663" y="47495"/>
                </a:cubicBezTo>
                <a:cubicBezTo>
                  <a:pt x="63663" y="46959"/>
                  <a:pt x="63449" y="46447"/>
                  <a:pt x="63068" y="46066"/>
                </a:cubicBezTo>
                <a:cubicBezTo>
                  <a:pt x="62687" y="45685"/>
                  <a:pt x="62187" y="45482"/>
                  <a:pt x="61651" y="45482"/>
                </a:cubicBezTo>
                <a:close/>
                <a:moveTo>
                  <a:pt x="69807" y="103120"/>
                </a:moveTo>
                <a:cubicBezTo>
                  <a:pt x="70105" y="103120"/>
                  <a:pt x="70379" y="103228"/>
                  <a:pt x="70617" y="103394"/>
                </a:cubicBezTo>
                <a:lnTo>
                  <a:pt x="70902" y="103680"/>
                </a:lnTo>
                <a:cubicBezTo>
                  <a:pt x="71081" y="103918"/>
                  <a:pt x="71176" y="104192"/>
                  <a:pt x="71176" y="104490"/>
                </a:cubicBezTo>
                <a:cubicBezTo>
                  <a:pt x="71176" y="104859"/>
                  <a:pt x="71033" y="105204"/>
                  <a:pt x="70771" y="105454"/>
                </a:cubicBezTo>
                <a:cubicBezTo>
                  <a:pt x="70521" y="105716"/>
                  <a:pt x="70176" y="105859"/>
                  <a:pt x="69807" y="105859"/>
                </a:cubicBezTo>
                <a:cubicBezTo>
                  <a:pt x="69450" y="105859"/>
                  <a:pt x="69105" y="105716"/>
                  <a:pt x="68843" y="105454"/>
                </a:cubicBezTo>
                <a:cubicBezTo>
                  <a:pt x="68593" y="105204"/>
                  <a:pt x="68450" y="104859"/>
                  <a:pt x="68450" y="104490"/>
                </a:cubicBezTo>
                <a:cubicBezTo>
                  <a:pt x="68450" y="104132"/>
                  <a:pt x="68593" y="103787"/>
                  <a:pt x="68843" y="103525"/>
                </a:cubicBezTo>
                <a:cubicBezTo>
                  <a:pt x="69105" y="103263"/>
                  <a:pt x="69450" y="103120"/>
                  <a:pt x="69807" y="103120"/>
                </a:cubicBezTo>
                <a:close/>
                <a:moveTo>
                  <a:pt x="118635" y="55126"/>
                </a:moveTo>
                <a:lnTo>
                  <a:pt x="83511" y="90250"/>
                </a:lnTo>
                <a:lnTo>
                  <a:pt x="83023" y="95393"/>
                </a:lnTo>
                <a:lnTo>
                  <a:pt x="80201" y="98203"/>
                </a:lnTo>
                <a:lnTo>
                  <a:pt x="74677" y="99084"/>
                </a:lnTo>
                <a:lnTo>
                  <a:pt x="70938" y="102823"/>
                </a:lnTo>
                <a:cubicBezTo>
                  <a:pt x="70605" y="102597"/>
                  <a:pt x="70224" y="102478"/>
                  <a:pt x="69807" y="102478"/>
                </a:cubicBezTo>
                <a:cubicBezTo>
                  <a:pt x="69271" y="102478"/>
                  <a:pt x="68771" y="102692"/>
                  <a:pt x="68390" y="103073"/>
                </a:cubicBezTo>
                <a:cubicBezTo>
                  <a:pt x="68009" y="103442"/>
                  <a:pt x="67795" y="103954"/>
                  <a:pt x="67795" y="104490"/>
                </a:cubicBezTo>
                <a:cubicBezTo>
                  <a:pt x="67795" y="105025"/>
                  <a:pt x="68009" y="105537"/>
                  <a:pt x="68390" y="105907"/>
                </a:cubicBezTo>
                <a:cubicBezTo>
                  <a:pt x="68771" y="106288"/>
                  <a:pt x="69271" y="106502"/>
                  <a:pt x="69807" y="106502"/>
                </a:cubicBezTo>
                <a:cubicBezTo>
                  <a:pt x="70355" y="106502"/>
                  <a:pt x="70855" y="106288"/>
                  <a:pt x="71236" y="105907"/>
                </a:cubicBezTo>
                <a:cubicBezTo>
                  <a:pt x="71617" y="105526"/>
                  <a:pt x="71819" y="105025"/>
                  <a:pt x="71819" y="104490"/>
                </a:cubicBezTo>
                <a:cubicBezTo>
                  <a:pt x="71819" y="104037"/>
                  <a:pt x="71676" y="103621"/>
                  <a:pt x="71402" y="103263"/>
                </a:cubicBezTo>
                <a:lnTo>
                  <a:pt x="74986" y="99691"/>
                </a:lnTo>
                <a:lnTo>
                  <a:pt x="80511" y="98810"/>
                </a:lnTo>
                <a:lnTo>
                  <a:pt x="83642" y="95679"/>
                </a:lnTo>
                <a:lnTo>
                  <a:pt x="84130" y="90547"/>
                </a:lnTo>
                <a:lnTo>
                  <a:pt x="119087" y="55591"/>
                </a:lnTo>
                <a:lnTo>
                  <a:pt x="118635" y="55126"/>
                </a:lnTo>
                <a:close/>
                <a:moveTo>
                  <a:pt x="46020" y="89113"/>
                </a:moveTo>
                <a:cubicBezTo>
                  <a:pt x="45721" y="89113"/>
                  <a:pt x="45423" y="89226"/>
                  <a:pt x="45197" y="89452"/>
                </a:cubicBezTo>
                <a:cubicBezTo>
                  <a:pt x="44816" y="89833"/>
                  <a:pt x="44756" y="90405"/>
                  <a:pt x="45006" y="90857"/>
                </a:cubicBezTo>
                <a:lnTo>
                  <a:pt x="40470" y="95393"/>
                </a:lnTo>
                <a:lnTo>
                  <a:pt x="40922" y="98751"/>
                </a:lnTo>
                <a:lnTo>
                  <a:pt x="30445" y="109216"/>
                </a:lnTo>
                <a:lnTo>
                  <a:pt x="30909" y="109681"/>
                </a:lnTo>
                <a:lnTo>
                  <a:pt x="41601" y="98977"/>
                </a:lnTo>
                <a:lnTo>
                  <a:pt x="41149" y="95620"/>
                </a:lnTo>
                <a:lnTo>
                  <a:pt x="45471" y="91309"/>
                </a:lnTo>
                <a:cubicBezTo>
                  <a:pt x="45644" y="91403"/>
                  <a:pt x="45836" y="91451"/>
                  <a:pt x="46028" y="91451"/>
                </a:cubicBezTo>
                <a:cubicBezTo>
                  <a:pt x="46324" y="91451"/>
                  <a:pt x="46621" y="91338"/>
                  <a:pt x="46852" y="91107"/>
                </a:cubicBezTo>
                <a:cubicBezTo>
                  <a:pt x="47304" y="90655"/>
                  <a:pt x="47304" y="89916"/>
                  <a:pt x="46852" y="89452"/>
                </a:cubicBezTo>
                <a:cubicBezTo>
                  <a:pt x="46620" y="89226"/>
                  <a:pt x="46319" y="89113"/>
                  <a:pt x="46020" y="89113"/>
                </a:cubicBezTo>
                <a:close/>
                <a:moveTo>
                  <a:pt x="46995" y="70128"/>
                </a:moveTo>
                <a:cubicBezTo>
                  <a:pt x="46459" y="70128"/>
                  <a:pt x="45947" y="70343"/>
                  <a:pt x="45566" y="70724"/>
                </a:cubicBezTo>
                <a:cubicBezTo>
                  <a:pt x="45197" y="71105"/>
                  <a:pt x="44983" y="71605"/>
                  <a:pt x="44983" y="72140"/>
                </a:cubicBezTo>
                <a:cubicBezTo>
                  <a:pt x="44983" y="72605"/>
                  <a:pt x="45137" y="73033"/>
                  <a:pt x="45411" y="73379"/>
                </a:cubicBezTo>
                <a:lnTo>
                  <a:pt x="27099" y="91702"/>
                </a:lnTo>
                <a:lnTo>
                  <a:pt x="24278" y="91321"/>
                </a:lnTo>
                <a:lnTo>
                  <a:pt x="19265" y="96334"/>
                </a:lnTo>
                <a:lnTo>
                  <a:pt x="19265" y="99299"/>
                </a:lnTo>
                <a:lnTo>
                  <a:pt x="7656" y="110919"/>
                </a:lnTo>
                <a:lnTo>
                  <a:pt x="7656" y="114158"/>
                </a:lnTo>
                <a:lnTo>
                  <a:pt x="1" y="121801"/>
                </a:lnTo>
                <a:lnTo>
                  <a:pt x="453" y="122266"/>
                </a:lnTo>
                <a:lnTo>
                  <a:pt x="8299" y="114419"/>
                </a:lnTo>
                <a:lnTo>
                  <a:pt x="8299" y="111181"/>
                </a:lnTo>
                <a:lnTo>
                  <a:pt x="19920" y="99560"/>
                </a:lnTo>
                <a:lnTo>
                  <a:pt x="19920" y="96596"/>
                </a:lnTo>
                <a:lnTo>
                  <a:pt x="24504" y="92000"/>
                </a:lnTo>
                <a:lnTo>
                  <a:pt x="27326" y="92381"/>
                </a:lnTo>
                <a:lnTo>
                  <a:pt x="45887" y="73819"/>
                </a:lnTo>
                <a:cubicBezTo>
                  <a:pt x="46209" y="74034"/>
                  <a:pt x="46590" y="74153"/>
                  <a:pt x="46995" y="74153"/>
                </a:cubicBezTo>
                <a:cubicBezTo>
                  <a:pt x="47530" y="74153"/>
                  <a:pt x="48042" y="73950"/>
                  <a:pt x="48423" y="73569"/>
                </a:cubicBezTo>
                <a:cubicBezTo>
                  <a:pt x="48793" y="73188"/>
                  <a:pt x="49007" y="72676"/>
                  <a:pt x="49007" y="72140"/>
                </a:cubicBezTo>
                <a:cubicBezTo>
                  <a:pt x="49007" y="71605"/>
                  <a:pt x="48793" y="71093"/>
                  <a:pt x="48412" y="70724"/>
                </a:cubicBezTo>
                <a:cubicBezTo>
                  <a:pt x="48031" y="70343"/>
                  <a:pt x="47530" y="70128"/>
                  <a:pt x="46995" y="70128"/>
                </a:cubicBezTo>
                <a:close/>
                <a:moveTo>
                  <a:pt x="71272" y="86761"/>
                </a:moveTo>
                <a:cubicBezTo>
                  <a:pt x="70736" y="86761"/>
                  <a:pt x="70236" y="86964"/>
                  <a:pt x="69855" y="87345"/>
                </a:cubicBezTo>
                <a:cubicBezTo>
                  <a:pt x="69474" y="87726"/>
                  <a:pt x="69259" y="88238"/>
                  <a:pt x="69259" y="88773"/>
                </a:cubicBezTo>
                <a:cubicBezTo>
                  <a:pt x="69259" y="89190"/>
                  <a:pt x="69390" y="89583"/>
                  <a:pt x="69628" y="89928"/>
                </a:cubicBezTo>
                <a:lnTo>
                  <a:pt x="64961" y="94584"/>
                </a:lnTo>
                <a:lnTo>
                  <a:pt x="65426" y="97941"/>
                </a:lnTo>
                <a:lnTo>
                  <a:pt x="41030" y="122325"/>
                </a:lnTo>
                <a:lnTo>
                  <a:pt x="41494" y="122778"/>
                </a:lnTo>
                <a:lnTo>
                  <a:pt x="66104" y="98167"/>
                </a:lnTo>
                <a:lnTo>
                  <a:pt x="65652" y="94810"/>
                </a:lnTo>
                <a:lnTo>
                  <a:pt x="70081" y="90381"/>
                </a:lnTo>
                <a:cubicBezTo>
                  <a:pt x="70426" y="90643"/>
                  <a:pt x="70831" y="90774"/>
                  <a:pt x="71272" y="90774"/>
                </a:cubicBezTo>
                <a:cubicBezTo>
                  <a:pt x="71807" y="90774"/>
                  <a:pt x="72319" y="90571"/>
                  <a:pt x="72700" y="90190"/>
                </a:cubicBezTo>
                <a:cubicBezTo>
                  <a:pt x="73081" y="89809"/>
                  <a:pt x="73284" y="89297"/>
                  <a:pt x="73284" y="88762"/>
                </a:cubicBezTo>
                <a:cubicBezTo>
                  <a:pt x="73284" y="88226"/>
                  <a:pt x="73069" y="87726"/>
                  <a:pt x="72700" y="87345"/>
                </a:cubicBezTo>
                <a:cubicBezTo>
                  <a:pt x="72319" y="86964"/>
                  <a:pt x="71807" y="86761"/>
                  <a:pt x="71272" y="86761"/>
                </a:cubicBezTo>
                <a:close/>
                <a:moveTo>
                  <a:pt x="58947" y="93780"/>
                </a:moveTo>
                <a:cubicBezTo>
                  <a:pt x="58648" y="93780"/>
                  <a:pt x="58347" y="93893"/>
                  <a:pt x="58115" y="94119"/>
                </a:cubicBezTo>
                <a:cubicBezTo>
                  <a:pt x="57746" y="94500"/>
                  <a:pt x="57686" y="95048"/>
                  <a:pt x="57913" y="95489"/>
                </a:cubicBezTo>
                <a:lnTo>
                  <a:pt x="50602" y="102787"/>
                </a:lnTo>
                <a:lnTo>
                  <a:pt x="47364" y="102787"/>
                </a:lnTo>
                <a:lnTo>
                  <a:pt x="35755" y="114408"/>
                </a:lnTo>
                <a:lnTo>
                  <a:pt x="32779" y="114408"/>
                </a:lnTo>
                <a:lnTo>
                  <a:pt x="27778" y="119408"/>
                </a:lnTo>
                <a:lnTo>
                  <a:pt x="28159" y="122230"/>
                </a:lnTo>
                <a:lnTo>
                  <a:pt x="9609" y="140780"/>
                </a:lnTo>
                <a:lnTo>
                  <a:pt x="10061" y="141244"/>
                </a:lnTo>
                <a:lnTo>
                  <a:pt x="28838" y="122468"/>
                </a:lnTo>
                <a:lnTo>
                  <a:pt x="28457" y="119646"/>
                </a:lnTo>
                <a:lnTo>
                  <a:pt x="33052" y="115050"/>
                </a:lnTo>
                <a:lnTo>
                  <a:pt x="36017" y="115050"/>
                </a:lnTo>
                <a:lnTo>
                  <a:pt x="47638" y="103442"/>
                </a:lnTo>
                <a:lnTo>
                  <a:pt x="50876" y="103442"/>
                </a:lnTo>
                <a:lnTo>
                  <a:pt x="58353" y="95953"/>
                </a:lnTo>
                <a:cubicBezTo>
                  <a:pt x="58539" y="96065"/>
                  <a:pt x="58747" y="96122"/>
                  <a:pt x="58954" y="96122"/>
                </a:cubicBezTo>
                <a:cubicBezTo>
                  <a:pt x="59251" y="96122"/>
                  <a:pt x="59546" y="96006"/>
                  <a:pt x="59770" y="95774"/>
                </a:cubicBezTo>
                <a:cubicBezTo>
                  <a:pt x="60234" y="95322"/>
                  <a:pt x="60234" y="94584"/>
                  <a:pt x="59770" y="94119"/>
                </a:cubicBezTo>
                <a:cubicBezTo>
                  <a:pt x="59544" y="93893"/>
                  <a:pt x="59246" y="93780"/>
                  <a:pt x="58947" y="9378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200025" dist="19050" dir="5400000" algn="bl" rotWithShape="0">
              <a:schemeClr val="accent1">
                <a:alpha val="67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20" name="Google Shape;520;p38"/>
          <p:cNvSpPr txBox="1"/>
          <p:nvPr>
            <p:ph type="title"/>
          </p:nvPr>
        </p:nvSpPr>
        <p:spPr>
          <a:xfrm>
            <a:off x="1713900" y="1458900"/>
            <a:ext cx="5716200" cy="222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altLang="en-GB"/>
              <a:t>MERCI</a:t>
            </a:r>
            <a:endParaRPr lang="fr-FR" altLang="en-GB"/>
          </a:p>
        </p:txBody>
      </p:sp>
      <p:grpSp>
        <p:nvGrpSpPr>
          <p:cNvPr id="521" name="Google Shape;521;p38"/>
          <p:cNvGrpSpPr/>
          <p:nvPr/>
        </p:nvGrpSpPr>
        <p:grpSpPr>
          <a:xfrm>
            <a:off x="3971925" y="3938450"/>
            <a:ext cx="1200150" cy="114300"/>
            <a:chOff x="752475" y="981075"/>
            <a:chExt cx="1200150" cy="114300"/>
          </a:xfrm>
        </p:grpSpPr>
        <p:sp>
          <p:nvSpPr>
            <p:cNvPr id="522" name="Google Shape;522;p38"/>
            <p:cNvSpPr/>
            <p:nvPr/>
          </p:nvSpPr>
          <p:spPr>
            <a:xfrm>
              <a:off x="752475" y="981075"/>
              <a:ext cx="114300" cy="114300"/>
            </a:xfrm>
            <a:prstGeom prst="ellipse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00025" dist="19050" dir="5400000" algn="bl" rotWithShape="0">
                <a:schemeClr val="accent1">
                  <a:alpha val="6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3" name="Google Shape;523;p38"/>
            <p:cNvSpPr/>
            <p:nvPr/>
          </p:nvSpPr>
          <p:spPr>
            <a:xfrm>
              <a:off x="933450" y="981075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4" name="Google Shape;524;p38"/>
            <p:cNvSpPr/>
            <p:nvPr/>
          </p:nvSpPr>
          <p:spPr>
            <a:xfrm>
              <a:off x="1114425" y="981075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5" name="Google Shape;525;p38"/>
            <p:cNvSpPr/>
            <p:nvPr/>
          </p:nvSpPr>
          <p:spPr>
            <a:xfrm>
              <a:off x="1295400" y="981075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6" name="Google Shape;526;p38"/>
            <p:cNvSpPr/>
            <p:nvPr/>
          </p:nvSpPr>
          <p:spPr>
            <a:xfrm>
              <a:off x="1476375" y="981075"/>
              <a:ext cx="114300" cy="114300"/>
            </a:xfrm>
            <a:prstGeom prst="ellipse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00025" dist="19050" dir="5400000" algn="bl" rotWithShape="0">
                <a:schemeClr val="accent1">
                  <a:alpha val="6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7" name="Google Shape;527;p38"/>
            <p:cNvSpPr/>
            <p:nvPr/>
          </p:nvSpPr>
          <p:spPr>
            <a:xfrm>
              <a:off x="1657350" y="981075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8" name="Google Shape;528;p38"/>
            <p:cNvSpPr/>
            <p:nvPr/>
          </p:nvSpPr>
          <p:spPr>
            <a:xfrm>
              <a:off x="1838325" y="981075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Technology Project Proposal Minitheme by Slidesgo">
  <a:themeElements>
    <a:clrScheme name="Simple Light">
      <a:dk1>
        <a:srgbClr val="FFFFFF"/>
      </a:dk1>
      <a:lt1>
        <a:srgbClr val="E0E0E0"/>
      </a:lt1>
      <a:dk2>
        <a:srgbClr val="666666"/>
      </a:dk2>
      <a:lt2>
        <a:srgbClr val="000000"/>
      </a:lt2>
      <a:accent1>
        <a:srgbClr val="96FFF3"/>
      </a:accent1>
      <a:accent2>
        <a:srgbClr val="8F1EA0"/>
      </a:accent2>
      <a:accent3>
        <a:srgbClr val="3DC6FF"/>
      </a:accent3>
      <a:accent4>
        <a:srgbClr val="2619AA"/>
      </a:accent4>
      <a:accent5>
        <a:srgbClr val="190057"/>
      </a:accent5>
      <a:accent6>
        <a:srgbClr val="F139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609</Words>
  <Application>WPS Presentation</Application>
  <PresentationFormat/>
  <Paragraphs>96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4" baseType="lpstr">
      <vt:lpstr>Arial</vt:lpstr>
      <vt:lpstr>SimSun</vt:lpstr>
      <vt:lpstr>Wingdings</vt:lpstr>
      <vt:lpstr>Arial</vt:lpstr>
      <vt:lpstr>Oswald</vt:lpstr>
      <vt:lpstr>Provicali</vt:lpstr>
      <vt:lpstr>Bebas Neue</vt:lpstr>
      <vt:lpstr>DM Sans</vt:lpstr>
      <vt:lpstr>Calibri</vt:lpstr>
      <vt:lpstr>Roboto Condensed Light</vt:lpstr>
      <vt:lpstr>Oswald ExtraLight</vt:lpstr>
      <vt:lpstr>Microsoft YaHei</vt:lpstr>
      <vt:lpstr>Arial Unicode MS</vt:lpstr>
      <vt:lpstr>Technology Project Proposal Minitheme by Slidesgo</vt:lpstr>
      <vt:lpstr> MECANISME FONCTIONNEMENT DU PROCESSUS ET DU PROCESSEUR</vt:lpstr>
      <vt:lpstr>- Définition  - Composants - Fonctionnement</vt:lpstr>
      <vt:lpstr>LE PROCESSEUR</vt:lpstr>
      <vt:lpstr>REGISTRE </vt:lpstr>
      <vt:lpstr>L’ECRITURE</vt:lpstr>
      <vt:lpstr>PowerPoint 演示文稿</vt:lpstr>
      <vt:lpstr>PowerPoint 演示文稿</vt:lpstr>
      <vt:lpstr>INTERBLOCAGE</vt:lpstr>
      <vt:lpstr>PowerPoint 演示文稿</vt:lpstr>
      <vt:lpstr>MERCI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_x000B_MECANISMES FONCTIONNEMENT DU PROCESSUS ET DU PROCESSEUR</dc:title>
  <dc:creator/>
  <cp:lastModifiedBy>HP</cp:lastModifiedBy>
  <cp:revision>16</cp:revision>
  <dcterms:created xsi:type="dcterms:W3CDTF">2023-10-02T13:14:00Z</dcterms:created>
  <dcterms:modified xsi:type="dcterms:W3CDTF">2023-10-03T14:26:06Z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AD19593EF19C406E9B1B2B1894EC2341_12</vt:lpwstr>
  </property>
  <property fmtid="{D5CDD505-2E9C-101B-9397-08002B2CF9AE}" pid="3" name="KSOProductBuildVer">
    <vt:lpwstr>1036-12.2.0.13215</vt:lpwstr>
  </property>
</Properties>
</file>