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79305-15CB-44D2-AFFD-56BB85406726}" type="datetimeFigureOut">
              <a:rPr lang="fr-FR" smtClean="0"/>
              <a:t>16/04/2024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E3AEF-E500-47EA-9133-2B621ED6C0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07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DEB82-9878-4019-9EB1-76DD569CE2D3}" type="datetime1">
              <a:rPr lang="fr-FR" smtClean="0"/>
              <a:t>16/04/2024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5F560-D8CA-41D6-9D69-015A0CA7030D}" type="datetime1">
              <a:rPr lang="fr-FR" smtClean="0"/>
              <a:t>16/04/2024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EADE6-685B-47E7-9218-BDF95C83D618}" type="datetime1">
              <a:rPr lang="fr-FR" smtClean="0"/>
              <a:t>16/04/2024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64979-78D1-412B-B71D-2DE76D3BF423}" type="datetime1">
              <a:rPr lang="fr-FR" smtClean="0"/>
              <a:t>16/04/2024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8BD8D-2DA3-4A1D-8847-8C5C8CEB3325}" type="datetime1">
              <a:rPr lang="fr-FR" smtClean="0"/>
              <a:t>16/04/2024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569163"/>
            <a:ext cx="828040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8479" y="2846654"/>
            <a:ext cx="8909685" cy="1967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088DC-FAAB-4A2C-A0C9-1540FF7C5898}" type="datetime1">
              <a:rPr lang="fr-FR" smtClean="0"/>
              <a:t>16/04/2024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sp>
          <p:nvSpPr>
            <p:cNvPr id="3" name="object 3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33932" y="4780635"/>
            <a:ext cx="2734945" cy="661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lang="fr-FR" sz="1700" b="1" spc="-180" dirty="0">
                <a:solidFill>
                  <a:srgbClr val="FFFFB3"/>
                </a:solidFill>
                <a:latin typeface="Verdana"/>
                <a:cs typeface="Verdana"/>
              </a:rPr>
              <a:t>Dr KANGA Koffi</a:t>
            </a:r>
          </a:p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lang="fr-FR" sz="1700" b="1" spc="-180" dirty="0" err="1">
                <a:solidFill>
                  <a:srgbClr val="FFFFB3"/>
                </a:solidFill>
                <a:latin typeface="Verdana"/>
                <a:cs typeface="Verdana"/>
              </a:rPr>
              <a:t>kangamiage@gmail,com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94375" y="5911088"/>
            <a:ext cx="746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5" dirty="0">
                <a:solidFill>
                  <a:srgbClr val="FFC000"/>
                </a:solidFill>
                <a:latin typeface="Verdana"/>
                <a:cs typeface="Verdana"/>
              </a:rPr>
              <a:t>2020</a:t>
            </a:r>
            <a:r>
              <a:rPr sz="1200" i="1" spc="-155" dirty="0">
                <a:solidFill>
                  <a:srgbClr val="FFC000"/>
                </a:solidFill>
                <a:latin typeface="Verdana"/>
                <a:cs typeface="Verdana"/>
              </a:rPr>
              <a:t>-</a:t>
            </a:r>
            <a:r>
              <a:rPr sz="1200" i="1" spc="-105" dirty="0">
                <a:solidFill>
                  <a:srgbClr val="FFC000"/>
                </a:solidFill>
                <a:latin typeface="Verdana"/>
                <a:cs typeface="Verdana"/>
              </a:rPr>
              <a:t>2021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1555900" y="1357377"/>
            <a:ext cx="8909685" cy="32701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5120" algn="ctr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Les</a:t>
            </a:r>
            <a:r>
              <a:rPr spc="-360" dirty="0"/>
              <a:t> </a:t>
            </a:r>
            <a:r>
              <a:rPr spc="280" dirty="0"/>
              <a:t>d</a:t>
            </a:r>
            <a:r>
              <a:rPr spc="-20" dirty="0"/>
              <a:t>onnées</a:t>
            </a:r>
            <a:r>
              <a:rPr spc="-360" dirty="0"/>
              <a:t> </a:t>
            </a:r>
            <a:r>
              <a:rPr spc="-150" dirty="0"/>
              <a:t>se</a:t>
            </a:r>
            <a:r>
              <a:rPr spc="-280" dirty="0"/>
              <a:t>m</a:t>
            </a:r>
            <a:r>
              <a:rPr spc="-370" dirty="0"/>
              <a:t>i</a:t>
            </a:r>
            <a:r>
              <a:rPr spc="-590" dirty="0"/>
              <a:t>-</a:t>
            </a:r>
            <a:r>
              <a:rPr spc="-200" dirty="0"/>
              <a:t>structurées</a:t>
            </a:r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endParaRPr lang="fr-FR" sz="2800" i="1" spc="-250" dirty="0"/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endParaRPr lang="fr-FR" sz="2800" i="1" spc="-250" dirty="0"/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r>
              <a:rPr lang="fr-FR" sz="2800" i="1" spc="-250" dirty="0"/>
              <a:t>Licence 2 MIAGE</a:t>
            </a:r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endParaRPr sz="2800" dirty="0">
              <a:latin typeface="Verdana"/>
              <a:cs typeface="Verdana"/>
            </a:endParaRPr>
          </a:p>
          <a:p>
            <a:pPr marL="6509384" marR="5080" indent="-554990">
              <a:lnSpc>
                <a:spcPts val="2700"/>
              </a:lnSpc>
              <a:spcBef>
                <a:spcPts val="765"/>
              </a:spcBef>
            </a:pP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«</a:t>
            </a:r>
            <a:r>
              <a:rPr sz="2500" i="1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Les</a:t>
            </a:r>
            <a:r>
              <a:rPr sz="2500" i="1" spc="-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données</a:t>
            </a:r>
            <a:r>
              <a:rPr sz="2500" i="1" spc="-4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semi- </a:t>
            </a:r>
            <a:r>
              <a:rPr sz="2500" i="1" spc="-68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structurées</a:t>
            </a:r>
            <a:r>
              <a:rPr sz="2500" i="1" spc="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»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4309" y="4751323"/>
            <a:ext cx="2835910" cy="749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51484" marR="5080" indent="-439420">
              <a:lnSpc>
                <a:spcPts val="2700"/>
              </a:lnSpc>
              <a:spcBef>
                <a:spcPts val="434"/>
              </a:spcBef>
            </a:pP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Chapitre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2</a:t>
            </a:r>
            <a:r>
              <a:rPr sz="2500" i="1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: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60" dirty="0">
                <a:solidFill>
                  <a:srgbClr val="FFFF00"/>
                </a:solidFill>
                <a:latin typeface="Arial"/>
                <a:cs typeface="Arial"/>
              </a:rPr>
              <a:t>PART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1 </a:t>
            </a:r>
            <a:r>
              <a:rPr sz="2500" i="1" spc="-68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Langage</a:t>
            </a:r>
            <a:r>
              <a:rPr sz="2500" i="1" spc="-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XML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AD9AB2D-BB28-48E8-8343-007ECD0419B1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880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4"/>
            <a:ext cx="12191999" cy="6562342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3A20630-2866-4A1B-A830-24D4D57F230F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707135"/>
              <a:ext cx="12192000" cy="6151245"/>
            </a:xfrm>
            <a:custGeom>
              <a:avLst/>
              <a:gdLst/>
              <a:ahLst/>
              <a:cxnLst/>
              <a:rect l="l" t="t" r="r" b="b"/>
              <a:pathLst>
                <a:path w="12192000" h="6151245">
                  <a:moveTo>
                    <a:pt x="12192000" y="0"/>
                  </a:moveTo>
                  <a:lnTo>
                    <a:pt x="11709273" y="0"/>
                  </a:lnTo>
                  <a:lnTo>
                    <a:pt x="11709273" y="1165555"/>
                  </a:lnTo>
                  <a:lnTo>
                    <a:pt x="10971022" y="1275588"/>
                  </a:lnTo>
                  <a:lnTo>
                    <a:pt x="10201148" y="1369314"/>
                  </a:lnTo>
                  <a:lnTo>
                    <a:pt x="9947148" y="1394714"/>
                  </a:lnTo>
                  <a:lnTo>
                    <a:pt x="9434322" y="1440688"/>
                  </a:lnTo>
                  <a:lnTo>
                    <a:pt x="8927973" y="1478788"/>
                  </a:lnTo>
                  <a:lnTo>
                    <a:pt x="8675497" y="1494663"/>
                  </a:lnTo>
                  <a:lnTo>
                    <a:pt x="7926197" y="1531239"/>
                  </a:lnTo>
                  <a:lnTo>
                    <a:pt x="7191248" y="1551813"/>
                  </a:lnTo>
                  <a:lnTo>
                    <a:pt x="6473698" y="1559814"/>
                  </a:lnTo>
                  <a:lnTo>
                    <a:pt x="6006973" y="1558163"/>
                  </a:lnTo>
                  <a:lnTo>
                    <a:pt x="5108448" y="1540764"/>
                  </a:lnTo>
                  <a:lnTo>
                    <a:pt x="4467098" y="1516888"/>
                  </a:lnTo>
                  <a:lnTo>
                    <a:pt x="3665347" y="1474089"/>
                  </a:lnTo>
                  <a:lnTo>
                    <a:pt x="2931922" y="1424813"/>
                  </a:lnTo>
                  <a:lnTo>
                    <a:pt x="2592197" y="1397889"/>
                  </a:lnTo>
                  <a:lnTo>
                    <a:pt x="1979422" y="1340739"/>
                  </a:lnTo>
                  <a:lnTo>
                    <a:pt x="1233360" y="1259713"/>
                  </a:lnTo>
                  <a:lnTo>
                    <a:pt x="863473" y="1215263"/>
                  </a:lnTo>
                  <a:lnTo>
                    <a:pt x="476377" y="1161986"/>
                  </a:lnTo>
                  <a:lnTo>
                    <a:pt x="476377" y="0"/>
                  </a:lnTo>
                  <a:lnTo>
                    <a:pt x="0" y="0"/>
                  </a:lnTo>
                  <a:lnTo>
                    <a:pt x="0" y="5674614"/>
                  </a:lnTo>
                  <a:lnTo>
                    <a:pt x="0" y="6150864"/>
                  </a:lnTo>
                  <a:lnTo>
                    <a:pt x="12192000" y="6150864"/>
                  </a:lnTo>
                  <a:lnTo>
                    <a:pt x="12192000" y="567461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76" y="707136"/>
              <a:ext cx="685800" cy="436245"/>
            </a:xfrm>
            <a:custGeom>
              <a:avLst/>
              <a:gdLst/>
              <a:ahLst/>
              <a:cxnLst/>
              <a:rect l="l" t="t" r="r" b="b"/>
              <a:pathLst>
                <a:path w="685800" h="436244">
                  <a:moveTo>
                    <a:pt x="0" y="435863"/>
                  </a:moveTo>
                  <a:lnTo>
                    <a:pt x="685800" y="435863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435863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707390"/>
            </a:xfrm>
            <a:custGeom>
              <a:avLst/>
              <a:gdLst/>
              <a:ahLst/>
              <a:cxnLst/>
              <a:rect l="l" t="t" r="r" b="b"/>
              <a:pathLst>
                <a:path w="12192000" h="707390">
                  <a:moveTo>
                    <a:pt x="12192000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12192000" y="70713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8739" y="55879"/>
            <a:ext cx="3291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solidFill>
                  <a:srgbClr val="FFFF00"/>
                </a:solidFill>
                <a:latin typeface="Verdana"/>
                <a:cs typeface="Verdana"/>
              </a:rPr>
              <a:t>La</a:t>
            </a:r>
            <a:r>
              <a:rPr b="0" spc="-27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355" dirty="0">
                <a:solidFill>
                  <a:srgbClr val="FFFF00"/>
                </a:solidFill>
                <a:latin typeface="Verdana"/>
                <a:cs typeface="Verdana"/>
              </a:rPr>
              <a:t>G</a:t>
            </a:r>
            <a:r>
              <a:rPr b="0" spc="285" dirty="0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b="0" spc="-145" dirty="0">
                <a:solidFill>
                  <a:srgbClr val="FFFF00"/>
                </a:solidFill>
                <a:latin typeface="Verdana"/>
                <a:cs typeface="Verdana"/>
              </a:rPr>
              <a:t>lax</a:t>
            </a:r>
            <a:r>
              <a:rPr b="0" spc="-165" dirty="0">
                <a:solidFill>
                  <a:srgbClr val="FFFF00"/>
                </a:solidFill>
                <a:latin typeface="Verdana"/>
                <a:cs typeface="Verdana"/>
              </a:rPr>
              <a:t>y</a:t>
            </a:r>
            <a:r>
              <a:rPr b="0" spc="-27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-114" dirty="0">
                <a:solidFill>
                  <a:srgbClr val="FFFF00"/>
                </a:solidFill>
                <a:latin typeface="Verdana"/>
                <a:cs typeface="Verdana"/>
              </a:rPr>
              <a:t>XML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62031" y="304800"/>
            <a:ext cx="8216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7133"/>
            <a:ext cx="12191998" cy="6150862"/>
          </a:xfrm>
          <a:prstGeom prst="rect">
            <a:avLst/>
          </a:prstGeom>
        </p:spPr>
      </p:pic>
      <p:sp>
        <p:nvSpPr>
          <p:cNvPr id="10" name="Espace réservé de la date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877E8EF-E834-487B-8AB1-B3FC148351F9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7263" y="266700"/>
            <a:ext cx="11777980" cy="6591300"/>
            <a:chOff x="207263" y="266700"/>
            <a:chExt cx="11777980" cy="659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263" y="321562"/>
              <a:ext cx="11777472" cy="65364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3171" y="266700"/>
              <a:ext cx="922019" cy="768350"/>
            </a:xfrm>
            <a:custGeom>
              <a:avLst/>
              <a:gdLst/>
              <a:ahLst/>
              <a:cxnLst/>
              <a:rect l="l" t="t" r="r" b="b"/>
              <a:pathLst>
                <a:path w="922019" h="768350">
                  <a:moveTo>
                    <a:pt x="79400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5" y="37480"/>
                  </a:lnTo>
                  <a:lnTo>
                    <a:pt x="10060" y="78170"/>
                  </a:lnTo>
                  <a:lnTo>
                    <a:pt x="0" y="128015"/>
                  </a:lnTo>
                  <a:lnTo>
                    <a:pt x="0" y="640079"/>
                  </a:lnTo>
                  <a:lnTo>
                    <a:pt x="10060" y="689925"/>
                  </a:lnTo>
                  <a:lnTo>
                    <a:pt x="37495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794004" y="768096"/>
                  </a:lnTo>
                  <a:lnTo>
                    <a:pt x="843833" y="758041"/>
                  </a:lnTo>
                  <a:lnTo>
                    <a:pt x="884524" y="730615"/>
                  </a:lnTo>
                  <a:lnTo>
                    <a:pt x="911959" y="689925"/>
                  </a:lnTo>
                  <a:lnTo>
                    <a:pt x="922019" y="640079"/>
                  </a:lnTo>
                  <a:lnTo>
                    <a:pt x="922019" y="128015"/>
                  </a:lnTo>
                  <a:lnTo>
                    <a:pt x="911959" y="78170"/>
                  </a:lnTo>
                  <a:lnTo>
                    <a:pt x="884524" y="37480"/>
                  </a:lnTo>
                  <a:lnTo>
                    <a:pt x="843833" y="10054"/>
                  </a:lnTo>
                  <a:lnTo>
                    <a:pt x="794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7CE7D22-ACC4-4F0A-9F9C-DE5B4E7FD1C8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880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8684"/>
            <a:ext cx="12191998" cy="6423660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F9007C4-3DBD-48B0-8C6D-397E7D5ACC5D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7697" y="540765"/>
            <a:ext cx="5464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95" dirty="0">
                <a:solidFill>
                  <a:srgbClr val="FFFF00"/>
                </a:solidFill>
                <a:latin typeface="Verdana"/>
                <a:cs typeface="Verdana"/>
              </a:rPr>
              <a:t>Nor</a:t>
            </a:r>
            <a:r>
              <a:rPr b="0" spc="-170" dirty="0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b="0" spc="195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b="0" spc="-25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-60" dirty="0">
                <a:solidFill>
                  <a:srgbClr val="FFFF00"/>
                </a:solidFill>
                <a:latin typeface="Verdana"/>
                <a:cs typeface="Verdana"/>
              </a:rPr>
              <a:t>d’enregistrement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916" y="1537713"/>
            <a:ext cx="11250168" cy="5320284"/>
          </a:xfrm>
          <a:prstGeom prst="rect">
            <a:avLst/>
          </a:prstGeom>
        </p:spPr>
      </p:pic>
      <p:sp>
        <p:nvSpPr>
          <p:cNvPr id="9" name="Espace réservé de la date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2036A6A-3221-4164-A6AC-30C686B7CF5E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095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5" dirty="0">
                <a:solidFill>
                  <a:srgbClr val="FFFF00"/>
                </a:solidFill>
                <a:latin typeface="Verdana"/>
                <a:cs typeface="Verdana"/>
              </a:rPr>
              <a:t>Bas</a:t>
            </a:r>
            <a:r>
              <a:rPr b="0" spc="-110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b="0" spc="-480" dirty="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b="0" spc="-254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210" dirty="0">
                <a:solidFill>
                  <a:srgbClr val="FFFF00"/>
                </a:solidFill>
                <a:latin typeface="Verdana"/>
                <a:cs typeface="Verdana"/>
              </a:rPr>
              <a:t>d</a:t>
            </a:r>
            <a:r>
              <a:rPr b="0" spc="204" dirty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b="0" spc="-28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15" dirty="0">
                <a:solidFill>
                  <a:srgbClr val="FFFF00"/>
                </a:solidFill>
                <a:latin typeface="Verdana"/>
                <a:cs typeface="Verdana"/>
              </a:rPr>
              <a:t>données</a:t>
            </a:r>
            <a:r>
              <a:rPr b="0" spc="-28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b="0" spc="-270" dirty="0">
                <a:solidFill>
                  <a:srgbClr val="FFFF00"/>
                </a:solidFill>
                <a:latin typeface="Verdana"/>
                <a:cs typeface="Verdana"/>
              </a:rPr>
              <a:t>X</a:t>
            </a:r>
            <a:r>
              <a:rPr b="0" spc="-35" dirty="0">
                <a:solidFill>
                  <a:srgbClr val="FFFF00"/>
                </a:solidFill>
                <a:latin typeface="Verdana"/>
                <a:cs typeface="Verdana"/>
              </a:rPr>
              <a:t>ML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33600"/>
            <a:ext cx="11036806" cy="2471928"/>
          </a:xfrm>
          <a:prstGeom prst="rect">
            <a:avLst/>
          </a:prstGeom>
        </p:spPr>
      </p:pic>
      <p:sp>
        <p:nvSpPr>
          <p:cNvPr id="9" name="Espace réservé de la date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6F9CDF6-9E40-4E1D-BF10-FB0686406C13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880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2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9306C5D-0BC4-4177-940E-4B99ECA125B8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52" y="0"/>
            <a:ext cx="11928348" cy="6857996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1C276A7-0A17-4E58-B38D-4DBD7B519ABB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3108" y="454151"/>
            <a:ext cx="11709400" cy="6403975"/>
            <a:chOff x="483108" y="454151"/>
            <a:chExt cx="11709400" cy="6403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6316" y="454151"/>
              <a:ext cx="8037576" cy="7680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8" y="1222244"/>
              <a:ext cx="11708892" cy="5635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89019" y="3532631"/>
              <a:ext cx="6215380" cy="304800"/>
            </a:xfrm>
            <a:custGeom>
              <a:avLst/>
              <a:gdLst/>
              <a:ahLst/>
              <a:cxnLst/>
              <a:rect l="l" t="t" r="r" b="b"/>
              <a:pathLst>
                <a:path w="6215380" h="304800">
                  <a:moveTo>
                    <a:pt x="6164072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3999"/>
                  </a:lnTo>
                  <a:lnTo>
                    <a:pt x="3990" y="273778"/>
                  </a:lnTo>
                  <a:lnTo>
                    <a:pt x="14874" y="289925"/>
                  </a:lnTo>
                  <a:lnTo>
                    <a:pt x="31021" y="300809"/>
                  </a:lnTo>
                  <a:lnTo>
                    <a:pt x="50800" y="304799"/>
                  </a:lnTo>
                  <a:lnTo>
                    <a:pt x="6164072" y="304799"/>
                  </a:lnTo>
                  <a:lnTo>
                    <a:pt x="6183850" y="300809"/>
                  </a:lnTo>
                  <a:lnTo>
                    <a:pt x="6199997" y="289925"/>
                  </a:lnTo>
                  <a:lnTo>
                    <a:pt x="6210881" y="273778"/>
                  </a:lnTo>
                  <a:lnTo>
                    <a:pt x="6214872" y="253999"/>
                  </a:lnTo>
                  <a:lnTo>
                    <a:pt x="6214872" y="50800"/>
                  </a:lnTo>
                  <a:lnTo>
                    <a:pt x="6210881" y="31021"/>
                  </a:lnTo>
                  <a:lnTo>
                    <a:pt x="6199997" y="14874"/>
                  </a:lnTo>
                  <a:lnTo>
                    <a:pt x="6183850" y="3990"/>
                  </a:lnTo>
                  <a:lnTo>
                    <a:pt x="6164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Espace réservé de la date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E284B3B-7FBB-42CE-A395-027A735E961B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10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D5DDDB9-7AF5-4911-8158-468D670AD9FF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11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2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97634DB-84B6-4EA4-8A85-74D69EAB5C59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2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15EE8D8-C8D7-4D04-A647-E02D23DB8955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13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984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56FA85F-33EE-47E0-861C-8983444AAF92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4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10B73FC-6A97-44A2-B6EC-76617A9D933E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15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47828"/>
            <a:ext cx="12192000" cy="6562725"/>
            <a:chOff x="0" y="147828"/>
            <a:chExt cx="12192000" cy="656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7828"/>
              <a:ext cx="12191998" cy="65623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11040" y="3428999"/>
              <a:ext cx="5842000" cy="843280"/>
            </a:xfrm>
            <a:custGeom>
              <a:avLst/>
              <a:gdLst/>
              <a:ahLst/>
              <a:cxnLst/>
              <a:rect l="l" t="t" r="r" b="b"/>
              <a:pathLst>
                <a:path w="5842000" h="843279">
                  <a:moveTo>
                    <a:pt x="5841492" y="74930"/>
                  </a:moveTo>
                  <a:lnTo>
                    <a:pt x="5835599" y="45758"/>
                  </a:lnTo>
                  <a:lnTo>
                    <a:pt x="5819546" y="21945"/>
                  </a:lnTo>
                  <a:lnTo>
                    <a:pt x="5795734" y="5892"/>
                  </a:lnTo>
                  <a:lnTo>
                    <a:pt x="5766562" y="0"/>
                  </a:lnTo>
                  <a:lnTo>
                    <a:pt x="772922" y="0"/>
                  </a:lnTo>
                  <a:lnTo>
                    <a:pt x="743737" y="5892"/>
                  </a:lnTo>
                  <a:lnTo>
                    <a:pt x="719924" y="21945"/>
                  </a:lnTo>
                  <a:lnTo>
                    <a:pt x="703872" y="45758"/>
                  </a:lnTo>
                  <a:lnTo>
                    <a:pt x="697992" y="74930"/>
                  </a:lnTo>
                  <a:lnTo>
                    <a:pt x="697992" y="374650"/>
                  </a:lnTo>
                  <a:lnTo>
                    <a:pt x="701408" y="391668"/>
                  </a:lnTo>
                  <a:lnTo>
                    <a:pt x="75184" y="391668"/>
                  </a:lnTo>
                  <a:lnTo>
                    <a:pt x="45910" y="397586"/>
                  </a:lnTo>
                  <a:lnTo>
                    <a:pt x="22009" y="413689"/>
                  </a:lnTo>
                  <a:lnTo>
                    <a:pt x="5905" y="437591"/>
                  </a:lnTo>
                  <a:lnTo>
                    <a:pt x="0" y="466852"/>
                  </a:lnTo>
                  <a:lnTo>
                    <a:pt x="0" y="767588"/>
                  </a:lnTo>
                  <a:lnTo>
                    <a:pt x="5905" y="796861"/>
                  </a:lnTo>
                  <a:lnTo>
                    <a:pt x="22009" y="820762"/>
                  </a:lnTo>
                  <a:lnTo>
                    <a:pt x="45910" y="836866"/>
                  </a:lnTo>
                  <a:lnTo>
                    <a:pt x="75184" y="842772"/>
                  </a:lnTo>
                  <a:lnTo>
                    <a:pt x="5068316" y="842772"/>
                  </a:lnTo>
                  <a:lnTo>
                    <a:pt x="5097577" y="836866"/>
                  </a:lnTo>
                  <a:lnTo>
                    <a:pt x="5121478" y="820762"/>
                  </a:lnTo>
                  <a:lnTo>
                    <a:pt x="5137582" y="796861"/>
                  </a:lnTo>
                  <a:lnTo>
                    <a:pt x="5143500" y="767588"/>
                  </a:lnTo>
                  <a:lnTo>
                    <a:pt x="5143500" y="466852"/>
                  </a:lnTo>
                  <a:lnTo>
                    <a:pt x="5139995" y="449580"/>
                  </a:lnTo>
                  <a:lnTo>
                    <a:pt x="5766562" y="449580"/>
                  </a:lnTo>
                  <a:lnTo>
                    <a:pt x="5795734" y="443699"/>
                  </a:lnTo>
                  <a:lnTo>
                    <a:pt x="5819546" y="427647"/>
                  </a:lnTo>
                  <a:lnTo>
                    <a:pt x="5835599" y="403834"/>
                  </a:lnTo>
                  <a:lnTo>
                    <a:pt x="5841492" y="374650"/>
                  </a:lnTo>
                  <a:lnTo>
                    <a:pt x="5841492" y="74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E2EF560-C656-40FD-A113-F0B5DCA1076B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16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9" cy="6449568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4122184-C07C-40C1-84EB-9E565A888A5E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6"/>
            <a:ext cx="12191999" cy="6414516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071DD0E-A3EE-41B5-B100-93CDFA7D5D40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18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95653"/>
            <a:ext cx="12192000" cy="6562725"/>
            <a:chOff x="0" y="295653"/>
            <a:chExt cx="12192000" cy="656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95653"/>
              <a:ext cx="12191998" cy="65623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40452" y="6414515"/>
              <a:ext cx="5212080" cy="346075"/>
            </a:xfrm>
            <a:custGeom>
              <a:avLst/>
              <a:gdLst/>
              <a:ahLst/>
              <a:cxnLst/>
              <a:rect l="l" t="t" r="r" b="b"/>
              <a:pathLst>
                <a:path w="5212080" h="346075">
                  <a:moveTo>
                    <a:pt x="5154422" y="0"/>
                  </a:moveTo>
                  <a:lnTo>
                    <a:pt x="57658" y="0"/>
                  </a:lnTo>
                  <a:lnTo>
                    <a:pt x="35200" y="4531"/>
                  </a:lnTo>
                  <a:lnTo>
                    <a:pt x="16875" y="16889"/>
                  </a:lnTo>
                  <a:lnTo>
                    <a:pt x="4526" y="35216"/>
                  </a:lnTo>
                  <a:lnTo>
                    <a:pt x="0" y="57658"/>
                  </a:lnTo>
                  <a:lnTo>
                    <a:pt x="0" y="288290"/>
                  </a:lnTo>
                  <a:lnTo>
                    <a:pt x="4526" y="310732"/>
                  </a:lnTo>
                  <a:lnTo>
                    <a:pt x="16875" y="329059"/>
                  </a:lnTo>
                  <a:lnTo>
                    <a:pt x="35200" y="341416"/>
                  </a:lnTo>
                  <a:lnTo>
                    <a:pt x="57658" y="345948"/>
                  </a:lnTo>
                  <a:lnTo>
                    <a:pt x="5154422" y="345948"/>
                  </a:lnTo>
                  <a:lnTo>
                    <a:pt x="5176879" y="341416"/>
                  </a:lnTo>
                  <a:lnTo>
                    <a:pt x="5195204" y="329059"/>
                  </a:lnTo>
                  <a:lnTo>
                    <a:pt x="5207553" y="310732"/>
                  </a:lnTo>
                  <a:lnTo>
                    <a:pt x="5212080" y="288290"/>
                  </a:lnTo>
                  <a:lnTo>
                    <a:pt x="5212080" y="57658"/>
                  </a:lnTo>
                  <a:lnTo>
                    <a:pt x="5207553" y="35216"/>
                  </a:lnTo>
                  <a:lnTo>
                    <a:pt x="5195204" y="16889"/>
                  </a:lnTo>
                  <a:lnTo>
                    <a:pt x="5176879" y="4531"/>
                  </a:lnTo>
                  <a:lnTo>
                    <a:pt x="5154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239046A-CD07-4FE2-9AEE-2F3C38C583F9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19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3068"/>
            <a:ext cx="12191998" cy="653186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3270ABC-1B6C-4D98-9A7E-F1385F1A3302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20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4710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146BBB5-FD43-42E1-9676-6E4753815959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828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CA04E6C-D05A-483A-9519-35D1D3650F4F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9453"/>
            <a:ext cx="12191998" cy="6638542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DAD95F7-4D3D-4771-BADD-FF7313F9A2E6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23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3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390B39F-CB1B-483C-8A1C-AD44635B6648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828"/>
            <a:ext cx="12191999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4C7904D-33FC-4FB1-A222-EFBDB0412EFD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3384" y="540765"/>
            <a:ext cx="20821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80" dirty="0">
                <a:solidFill>
                  <a:srgbClr val="FFFF00"/>
                </a:solidFill>
                <a:latin typeface="Verdana"/>
                <a:cs typeface="Verdana"/>
              </a:rPr>
              <a:t>Exercices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25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21279" y="484631"/>
            <a:ext cx="9432290" cy="6179820"/>
            <a:chOff x="2621279" y="484631"/>
            <a:chExt cx="9432290" cy="61798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1279" y="484631"/>
              <a:ext cx="9432036" cy="61798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20567" y="4613147"/>
              <a:ext cx="4724400" cy="264160"/>
            </a:xfrm>
            <a:custGeom>
              <a:avLst/>
              <a:gdLst/>
              <a:ahLst/>
              <a:cxnLst/>
              <a:rect l="l" t="t" r="r" b="b"/>
              <a:pathLst>
                <a:path w="4724400" h="264160">
                  <a:moveTo>
                    <a:pt x="4680458" y="0"/>
                  </a:moveTo>
                  <a:lnTo>
                    <a:pt x="43942" y="0"/>
                  </a:lnTo>
                  <a:lnTo>
                    <a:pt x="26842" y="3454"/>
                  </a:lnTo>
                  <a:lnTo>
                    <a:pt x="12874" y="12874"/>
                  </a:lnTo>
                  <a:lnTo>
                    <a:pt x="3454" y="26842"/>
                  </a:lnTo>
                  <a:lnTo>
                    <a:pt x="0" y="43941"/>
                  </a:lnTo>
                  <a:lnTo>
                    <a:pt x="0" y="219709"/>
                  </a:lnTo>
                  <a:lnTo>
                    <a:pt x="3454" y="236809"/>
                  </a:lnTo>
                  <a:lnTo>
                    <a:pt x="12874" y="250777"/>
                  </a:lnTo>
                  <a:lnTo>
                    <a:pt x="26842" y="260197"/>
                  </a:lnTo>
                  <a:lnTo>
                    <a:pt x="43942" y="263651"/>
                  </a:lnTo>
                  <a:lnTo>
                    <a:pt x="4680458" y="263651"/>
                  </a:lnTo>
                  <a:lnTo>
                    <a:pt x="4697557" y="260197"/>
                  </a:lnTo>
                  <a:lnTo>
                    <a:pt x="4711525" y="250777"/>
                  </a:lnTo>
                  <a:lnTo>
                    <a:pt x="4720945" y="236809"/>
                  </a:lnTo>
                  <a:lnTo>
                    <a:pt x="4724400" y="219709"/>
                  </a:lnTo>
                  <a:lnTo>
                    <a:pt x="4724400" y="43941"/>
                  </a:lnTo>
                  <a:lnTo>
                    <a:pt x="4720945" y="26842"/>
                  </a:lnTo>
                  <a:lnTo>
                    <a:pt x="4711525" y="12874"/>
                  </a:lnTo>
                  <a:lnTo>
                    <a:pt x="4697557" y="3454"/>
                  </a:lnTo>
                  <a:lnTo>
                    <a:pt x="4680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Espace réservé de la date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847A4DD-398A-4B10-BA01-AEF322A02BE6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00227"/>
            <a:ext cx="12067540" cy="6262370"/>
            <a:chOff x="0" y="300227"/>
            <a:chExt cx="12067540" cy="62623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0227"/>
              <a:ext cx="12067030" cy="62621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5384" y="3034283"/>
              <a:ext cx="9947275" cy="525780"/>
            </a:xfrm>
            <a:custGeom>
              <a:avLst/>
              <a:gdLst/>
              <a:ahLst/>
              <a:cxnLst/>
              <a:rect l="l" t="t" r="r" b="b"/>
              <a:pathLst>
                <a:path w="9947275" h="525779">
                  <a:moveTo>
                    <a:pt x="9859518" y="0"/>
                  </a:moveTo>
                  <a:lnTo>
                    <a:pt x="87629" y="0"/>
                  </a:lnTo>
                  <a:lnTo>
                    <a:pt x="53519" y="6887"/>
                  </a:lnTo>
                  <a:lnTo>
                    <a:pt x="25665" y="25669"/>
                  </a:lnTo>
                  <a:lnTo>
                    <a:pt x="6885" y="53524"/>
                  </a:lnTo>
                  <a:lnTo>
                    <a:pt x="0" y="87629"/>
                  </a:lnTo>
                  <a:lnTo>
                    <a:pt x="0" y="438150"/>
                  </a:lnTo>
                  <a:lnTo>
                    <a:pt x="6885" y="472255"/>
                  </a:lnTo>
                  <a:lnTo>
                    <a:pt x="25665" y="500110"/>
                  </a:lnTo>
                  <a:lnTo>
                    <a:pt x="53519" y="518892"/>
                  </a:lnTo>
                  <a:lnTo>
                    <a:pt x="87629" y="525779"/>
                  </a:lnTo>
                  <a:lnTo>
                    <a:pt x="9859518" y="525779"/>
                  </a:lnTo>
                  <a:lnTo>
                    <a:pt x="9893623" y="518892"/>
                  </a:lnTo>
                  <a:lnTo>
                    <a:pt x="9921478" y="500110"/>
                  </a:lnTo>
                  <a:lnTo>
                    <a:pt x="9940260" y="472255"/>
                  </a:lnTo>
                  <a:lnTo>
                    <a:pt x="9947148" y="438150"/>
                  </a:lnTo>
                  <a:lnTo>
                    <a:pt x="9947148" y="87629"/>
                  </a:lnTo>
                  <a:lnTo>
                    <a:pt x="9940260" y="53524"/>
                  </a:lnTo>
                  <a:lnTo>
                    <a:pt x="9921478" y="25669"/>
                  </a:lnTo>
                  <a:lnTo>
                    <a:pt x="9893623" y="6887"/>
                  </a:lnTo>
                  <a:lnTo>
                    <a:pt x="98595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9512D92-5B45-47A6-8335-58072FBBFD41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5" y="355091"/>
            <a:ext cx="11263884" cy="2650235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AB91D7C-2E84-4163-A889-ED2253C59982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28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828"/>
            <a:ext cx="12191998" cy="656234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5ADB55A-959E-4CDE-8AB0-26E5CFC22C5C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29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52400"/>
            <a:ext cx="12192000" cy="6553200"/>
            <a:chOff x="0" y="152400"/>
            <a:chExt cx="12192000" cy="6553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2400"/>
              <a:ext cx="12191997" cy="6553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2231" y="3102864"/>
              <a:ext cx="7884159" cy="429895"/>
            </a:xfrm>
            <a:custGeom>
              <a:avLst/>
              <a:gdLst/>
              <a:ahLst/>
              <a:cxnLst/>
              <a:rect l="l" t="t" r="r" b="b"/>
              <a:pathLst>
                <a:path w="7884159" h="429895">
                  <a:moveTo>
                    <a:pt x="7812024" y="0"/>
                  </a:moveTo>
                  <a:lnTo>
                    <a:pt x="71628" y="0"/>
                  </a:lnTo>
                  <a:lnTo>
                    <a:pt x="43746" y="5637"/>
                  </a:lnTo>
                  <a:lnTo>
                    <a:pt x="20978" y="21002"/>
                  </a:lnTo>
                  <a:lnTo>
                    <a:pt x="5628" y="43773"/>
                  </a:lnTo>
                  <a:lnTo>
                    <a:pt x="0" y="71627"/>
                  </a:lnTo>
                  <a:lnTo>
                    <a:pt x="0" y="358139"/>
                  </a:lnTo>
                  <a:lnTo>
                    <a:pt x="5628" y="385994"/>
                  </a:lnTo>
                  <a:lnTo>
                    <a:pt x="20978" y="408765"/>
                  </a:lnTo>
                  <a:lnTo>
                    <a:pt x="43746" y="424130"/>
                  </a:lnTo>
                  <a:lnTo>
                    <a:pt x="71628" y="429768"/>
                  </a:lnTo>
                  <a:lnTo>
                    <a:pt x="7812024" y="429768"/>
                  </a:lnTo>
                  <a:lnTo>
                    <a:pt x="7839878" y="424130"/>
                  </a:lnTo>
                  <a:lnTo>
                    <a:pt x="7862649" y="408765"/>
                  </a:lnTo>
                  <a:lnTo>
                    <a:pt x="7878014" y="385994"/>
                  </a:lnTo>
                  <a:lnTo>
                    <a:pt x="7883652" y="358139"/>
                  </a:lnTo>
                  <a:lnTo>
                    <a:pt x="7883652" y="71627"/>
                  </a:lnTo>
                  <a:lnTo>
                    <a:pt x="7878014" y="43773"/>
                  </a:lnTo>
                  <a:lnTo>
                    <a:pt x="7862649" y="21002"/>
                  </a:lnTo>
                  <a:lnTo>
                    <a:pt x="7839878" y="5637"/>
                  </a:lnTo>
                  <a:lnTo>
                    <a:pt x="781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9E370BD-C85F-451C-A1DC-FE81951E4705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" y="147828"/>
            <a:ext cx="12184380" cy="6562725"/>
            <a:chOff x="7619" y="147828"/>
            <a:chExt cx="12184380" cy="656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" y="147828"/>
              <a:ext cx="12184380" cy="65623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2232" y="3102863"/>
              <a:ext cx="7884159" cy="429895"/>
            </a:xfrm>
            <a:custGeom>
              <a:avLst/>
              <a:gdLst/>
              <a:ahLst/>
              <a:cxnLst/>
              <a:rect l="l" t="t" r="r" b="b"/>
              <a:pathLst>
                <a:path w="7884159" h="429895">
                  <a:moveTo>
                    <a:pt x="7812024" y="0"/>
                  </a:moveTo>
                  <a:lnTo>
                    <a:pt x="71628" y="0"/>
                  </a:lnTo>
                  <a:lnTo>
                    <a:pt x="43746" y="5637"/>
                  </a:lnTo>
                  <a:lnTo>
                    <a:pt x="20978" y="21002"/>
                  </a:lnTo>
                  <a:lnTo>
                    <a:pt x="5628" y="43773"/>
                  </a:lnTo>
                  <a:lnTo>
                    <a:pt x="0" y="71627"/>
                  </a:lnTo>
                  <a:lnTo>
                    <a:pt x="0" y="358139"/>
                  </a:lnTo>
                  <a:lnTo>
                    <a:pt x="5628" y="385994"/>
                  </a:lnTo>
                  <a:lnTo>
                    <a:pt x="20978" y="408765"/>
                  </a:lnTo>
                  <a:lnTo>
                    <a:pt x="43746" y="424130"/>
                  </a:lnTo>
                  <a:lnTo>
                    <a:pt x="71628" y="429768"/>
                  </a:lnTo>
                  <a:lnTo>
                    <a:pt x="7812024" y="429768"/>
                  </a:lnTo>
                  <a:lnTo>
                    <a:pt x="7839878" y="424130"/>
                  </a:lnTo>
                  <a:lnTo>
                    <a:pt x="7862649" y="408765"/>
                  </a:lnTo>
                  <a:lnTo>
                    <a:pt x="7878014" y="385994"/>
                  </a:lnTo>
                  <a:lnTo>
                    <a:pt x="7883652" y="358139"/>
                  </a:lnTo>
                  <a:lnTo>
                    <a:pt x="7883652" y="71627"/>
                  </a:lnTo>
                  <a:lnTo>
                    <a:pt x="7878014" y="43773"/>
                  </a:lnTo>
                  <a:lnTo>
                    <a:pt x="7862649" y="21002"/>
                  </a:lnTo>
                  <a:lnTo>
                    <a:pt x="7839878" y="5637"/>
                  </a:lnTo>
                  <a:lnTo>
                    <a:pt x="781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85DEB24-D5D2-4AD2-8AA7-6C73FDA89643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3942"/>
            <a:ext cx="12192000" cy="6544309"/>
            <a:chOff x="0" y="313942"/>
            <a:chExt cx="12192000" cy="654430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3942"/>
              <a:ext cx="12191997" cy="65440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5883" y="3371088"/>
              <a:ext cx="9385300" cy="429895"/>
            </a:xfrm>
            <a:custGeom>
              <a:avLst/>
              <a:gdLst/>
              <a:ahLst/>
              <a:cxnLst/>
              <a:rect l="l" t="t" r="r" b="b"/>
              <a:pathLst>
                <a:path w="9385300" h="429895">
                  <a:moveTo>
                    <a:pt x="9313164" y="0"/>
                  </a:moveTo>
                  <a:lnTo>
                    <a:pt x="71628" y="0"/>
                  </a:lnTo>
                  <a:lnTo>
                    <a:pt x="43746" y="5637"/>
                  </a:lnTo>
                  <a:lnTo>
                    <a:pt x="20978" y="21002"/>
                  </a:lnTo>
                  <a:lnTo>
                    <a:pt x="5628" y="43773"/>
                  </a:lnTo>
                  <a:lnTo>
                    <a:pt x="0" y="71627"/>
                  </a:lnTo>
                  <a:lnTo>
                    <a:pt x="0" y="358139"/>
                  </a:lnTo>
                  <a:lnTo>
                    <a:pt x="5628" y="385994"/>
                  </a:lnTo>
                  <a:lnTo>
                    <a:pt x="20978" y="408765"/>
                  </a:lnTo>
                  <a:lnTo>
                    <a:pt x="43746" y="424130"/>
                  </a:lnTo>
                  <a:lnTo>
                    <a:pt x="71628" y="429768"/>
                  </a:lnTo>
                  <a:lnTo>
                    <a:pt x="9313164" y="429768"/>
                  </a:lnTo>
                  <a:lnTo>
                    <a:pt x="9341018" y="424130"/>
                  </a:lnTo>
                  <a:lnTo>
                    <a:pt x="9363789" y="408765"/>
                  </a:lnTo>
                  <a:lnTo>
                    <a:pt x="9379154" y="385994"/>
                  </a:lnTo>
                  <a:lnTo>
                    <a:pt x="9384792" y="358139"/>
                  </a:lnTo>
                  <a:lnTo>
                    <a:pt x="9384792" y="71627"/>
                  </a:lnTo>
                  <a:lnTo>
                    <a:pt x="9379154" y="43773"/>
                  </a:lnTo>
                  <a:lnTo>
                    <a:pt x="9363789" y="21002"/>
                  </a:lnTo>
                  <a:lnTo>
                    <a:pt x="9341018" y="5637"/>
                  </a:lnTo>
                  <a:lnTo>
                    <a:pt x="9313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Espace réservé de la date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76A6BFE-EFFA-4D72-9ECC-75749643DC75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9476" y="9144"/>
              <a:ext cx="1600200" cy="1600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02142" y="1519047"/>
              <a:ext cx="3288029" cy="768350"/>
            </a:xfrm>
            <a:custGeom>
              <a:avLst/>
              <a:gdLst/>
              <a:ahLst/>
              <a:cxnLst/>
              <a:rect l="l" t="t" r="r" b="b"/>
              <a:pathLst>
                <a:path w="3288029" h="768350">
                  <a:moveTo>
                    <a:pt x="3226307" y="0"/>
                  </a:moveTo>
                  <a:lnTo>
                    <a:pt x="2909951" y="104775"/>
                  </a:lnTo>
                  <a:lnTo>
                    <a:pt x="2591054" y="200660"/>
                  </a:lnTo>
                  <a:lnTo>
                    <a:pt x="2485643" y="229997"/>
                  </a:lnTo>
                  <a:lnTo>
                    <a:pt x="2271522" y="287274"/>
                  </a:lnTo>
                  <a:lnTo>
                    <a:pt x="2059812" y="340487"/>
                  </a:lnTo>
                  <a:lnTo>
                    <a:pt x="1954656" y="365760"/>
                  </a:lnTo>
                  <a:lnTo>
                    <a:pt x="1639697" y="436244"/>
                  </a:lnTo>
                  <a:lnTo>
                    <a:pt x="1330071" y="498855"/>
                  </a:lnTo>
                  <a:lnTo>
                    <a:pt x="1127378" y="536828"/>
                  </a:lnTo>
                  <a:lnTo>
                    <a:pt x="829309" y="588517"/>
                  </a:lnTo>
                  <a:lnTo>
                    <a:pt x="447928" y="646811"/>
                  </a:lnTo>
                  <a:lnTo>
                    <a:pt x="174751" y="683894"/>
                  </a:lnTo>
                  <a:lnTo>
                    <a:pt x="0" y="705103"/>
                  </a:lnTo>
                  <a:lnTo>
                    <a:pt x="9701" y="720494"/>
                  </a:lnTo>
                  <a:lnTo>
                    <a:pt x="29342" y="751181"/>
                  </a:lnTo>
                  <a:lnTo>
                    <a:pt x="39115" y="766572"/>
                  </a:lnTo>
                  <a:lnTo>
                    <a:pt x="66166" y="767349"/>
                  </a:lnTo>
                  <a:lnTo>
                    <a:pt x="95131" y="767793"/>
                  </a:lnTo>
                  <a:lnTo>
                    <a:pt x="125954" y="767911"/>
                  </a:lnTo>
                  <a:lnTo>
                    <a:pt x="192949" y="767195"/>
                  </a:lnTo>
                  <a:lnTo>
                    <a:pt x="305973" y="763849"/>
                  </a:lnTo>
                  <a:lnTo>
                    <a:pt x="477701" y="755441"/>
                  </a:lnTo>
                  <a:lnTo>
                    <a:pt x="773052" y="735284"/>
                  </a:lnTo>
                  <a:lnTo>
                    <a:pt x="1336019" y="685315"/>
                  </a:lnTo>
                  <a:lnTo>
                    <a:pt x="2059023" y="606988"/>
                  </a:lnTo>
                  <a:lnTo>
                    <a:pt x="2689041" y="527362"/>
                  </a:lnTo>
                  <a:lnTo>
                    <a:pt x="3038251" y="477217"/>
                  </a:lnTo>
                  <a:lnTo>
                    <a:pt x="3250138" y="443265"/>
                  </a:lnTo>
                  <a:lnTo>
                    <a:pt x="3288029" y="436752"/>
                  </a:lnTo>
                  <a:lnTo>
                    <a:pt x="3280235" y="379771"/>
                  </a:lnTo>
                  <a:lnTo>
                    <a:pt x="3273959" y="334487"/>
                  </a:lnTo>
                  <a:lnTo>
                    <a:pt x="3264862" y="270500"/>
                  </a:lnTo>
                  <a:lnTo>
                    <a:pt x="3252759" y="189298"/>
                  </a:lnTo>
                  <a:lnTo>
                    <a:pt x="3249394" y="166333"/>
                  </a:lnTo>
                  <a:lnTo>
                    <a:pt x="3245343" y="138048"/>
                  </a:lnTo>
                  <a:lnTo>
                    <a:pt x="3240328" y="102315"/>
                  </a:lnTo>
                  <a:lnTo>
                    <a:pt x="3234075" y="57008"/>
                  </a:lnTo>
                  <a:lnTo>
                    <a:pt x="322630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175" y="443483"/>
              <a:ext cx="8981694" cy="100965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15" dirty="0"/>
              <a:t>Travai</a:t>
            </a:r>
            <a:r>
              <a:rPr spc="-240" dirty="0"/>
              <a:t>l</a:t>
            </a:r>
            <a:r>
              <a:rPr spc="-225" dirty="0"/>
              <a:t> </a:t>
            </a:r>
            <a:r>
              <a:rPr spc="-30" dirty="0"/>
              <a:t>à</a:t>
            </a:r>
            <a:r>
              <a:rPr spc="-225" dirty="0"/>
              <a:t> </a:t>
            </a:r>
            <a:r>
              <a:rPr spc="-220" dirty="0"/>
              <a:t>domicil</a:t>
            </a:r>
            <a:r>
              <a:rPr spc="-245" dirty="0"/>
              <a:t>e</a:t>
            </a:r>
            <a:r>
              <a:rPr spc="-240" dirty="0"/>
              <a:t> </a:t>
            </a:r>
            <a:r>
              <a:rPr spc="-445" dirty="0"/>
              <a:t>:</a:t>
            </a:r>
            <a:r>
              <a:rPr spc="-215" dirty="0"/>
              <a:t> </a:t>
            </a:r>
            <a:r>
              <a:rPr spc="-340" dirty="0"/>
              <a:t>Fair</a:t>
            </a:r>
            <a:r>
              <a:rPr spc="-409" dirty="0"/>
              <a:t>e</a:t>
            </a:r>
            <a:r>
              <a:rPr spc="-235" dirty="0"/>
              <a:t> </a:t>
            </a:r>
            <a:r>
              <a:rPr spc="-409" dirty="0"/>
              <a:t>u</a:t>
            </a:r>
            <a:r>
              <a:rPr spc="-405" dirty="0"/>
              <a:t>n</a:t>
            </a:r>
            <a:r>
              <a:rPr spc="-220" dirty="0"/>
              <a:t> </a:t>
            </a:r>
            <a:r>
              <a:rPr spc="-330" dirty="0"/>
              <a:t>travail</a:t>
            </a:r>
            <a:r>
              <a:rPr spc="-235" dirty="0"/>
              <a:t> </a:t>
            </a:r>
            <a:r>
              <a:rPr spc="-120" dirty="0"/>
              <a:t>de</a:t>
            </a: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175" y="992124"/>
            <a:ext cx="4036314" cy="10096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5940" y="1118361"/>
            <a:ext cx="3465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3590" algn="l"/>
              </a:tabLst>
            </a:pPr>
            <a:r>
              <a:rPr sz="3600" b="1" spc="-220" dirty="0">
                <a:solidFill>
                  <a:srgbClr val="FFC000"/>
                </a:solidFill>
                <a:latin typeface="Verdana"/>
                <a:cs typeface="Verdana"/>
              </a:rPr>
              <a:t>recherche</a:t>
            </a:r>
            <a:r>
              <a:rPr sz="3600" b="1" spc="-23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b="1" spc="-535" dirty="0">
                <a:solidFill>
                  <a:srgbClr val="FFC000"/>
                </a:solidFill>
                <a:latin typeface="Verdana"/>
                <a:cs typeface="Verdana"/>
              </a:rPr>
              <a:t>sur</a:t>
            </a:r>
            <a:r>
              <a:rPr sz="3600" b="1" dirty="0">
                <a:solidFill>
                  <a:srgbClr val="FFC000"/>
                </a:solidFill>
                <a:latin typeface="Verdana"/>
                <a:cs typeface="Verdana"/>
              </a:rPr>
              <a:t>	</a:t>
            </a:r>
            <a:r>
              <a:rPr sz="3600" b="1" spc="-445" dirty="0">
                <a:solidFill>
                  <a:srgbClr val="FFC000"/>
                </a:solidFill>
                <a:latin typeface="Verdana"/>
                <a:cs typeface="Verdana"/>
              </a:rPr>
              <a:t>: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32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4172" y="5067300"/>
            <a:ext cx="11003280" cy="1623060"/>
          </a:xfrm>
          <a:custGeom>
            <a:avLst/>
            <a:gdLst/>
            <a:ahLst/>
            <a:cxnLst/>
            <a:rect l="l" t="t" r="r" b="b"/>
            <a:pathLst>
              <a:path w="11003280" h="1623059">
                <a:moveTo>
                  <a:pt x="10732770" y="0"/>
                </a:moveTo>
                <a:lnTo>
                  <a:pt x="270509" y="0"/>
                </a:lnTo>
                <a:lnTo>
                  <a:pt x="221884" y="4359"/>
                </a:lnTo>
                <a:lnTo>
                  <a:pt x="176118" y="16929"/>
                </a:lnTo>
                <a:lnTo>
                  <a:pt x="133976" y="36942"/>
                </a:lnTo>
                <a:lnTo>
                  <a:pt x="96222" y="63635"/>
                </a:lnTo>
                <a:lnTo>
                  <a:pt x="63619" y="96243"/>
                </a:lnTo>
                <a:lnTo>
                  <a:pt x="36931" y="133999"/>
                </a:lnTo>
                <a:lnTo>
                  <a:pt x="16923" y="176139"/>
                </a:lnTo>
                <a:lnTo>
                  <a:pt x="4358" y="221897"/>
                </a:lnTo>
                <a:lnTo>
                  <a:pt x="0" y="270509"/>
                </a:lnTo>
                <a:lnTo>
                  <a:pt x="0" y="1352550"/>
                </a:lnTo>
                <a:lnTo>
                  <a:pt x="4358" y="1401175"/>
                </a:lnTo>
                <a:lnTo>
                  <a:pt x="16923" y="1446941"/>
                </a:lnTo>
                <a:lnTo>
                  <a:pt x="36931" y="1489083"/>
                </a:lnTo>
                <a:lnTo>
                  <a:pt x="63619" y="1526837"/>
                </a:lnTo>
                <a:lnTo>
                  <a:pt x="96222" y="1559440"/>
                </a:lnTo>
                <a:lnTo>
                  <a:pt x="133976" y="1586128"/>
                </a:lnTo>
                <a:lnTo>
                  <a:pt x="176118" y="1606136"/>
                </a:lnTo>
                <a:lnTo>
                  <a:pt x="221884" y="1618701"/>
                </a:lnTo>
                <a:lnTo>
                  <a:pt x="270509" y="1623060"/>
                </a:lnTo>
                <a:lnTo>
                  <a:pt x="10732770" y="1623060"/>
                </a:lnTo>
                <a:lnTo>
                  <a:pt x="10781382" y="1618701"/>
                </a:lnTo>
                <a:lnTo>
                  <a:pt x="10827140" y="1606136"/>
                </a:lnTo>
                <a:lnTo>
                  <a:pt x="10869280" y="1586128"/>
                </a:lnTo>
                <a:lnTo>
                  <a:pt x="10907036" y="1559440"/>
                </a:lnTo>
                <a:lnTo>
                  <a:pt x="10939644" y="1526837"/>
                </a:lnTo>
                <a:lnTo>
                  <a:pt x="10966337" y="1489083"/>
                </a:lnTo>
                <a:lnTo>
                  <a:pt x="10986350" y="1446941"/>
                </a:lnTo>
                <a:lnTo>
                  <a:pt x="10998920" y="1401175"/>
                </a:lnTo>
                <a:lnTo>
                  <a:pt x="11003280" y="1352550"/>
                </a:lnTo>
                <a:lnTo>
                  <a:pt x="11003280" y="270509"/>
                </a:lnTo>
                <a:lnTo>
                  <a:pt x="10998920" y="221897"/>
                </a:lnTo>
                <a:lnTo>
                  <a:pt x="10986350" y="176139"/>
                </a:lnTo>
                <a:lnTo>
                  <a:pt x="10966337" y="133999"/>
                </a:lnTo>
                <a:lnTo>
                  <a:pt x="10939644" y="96243"/>
                </a:lnTo>
                <a:lnTo>
                  <a:pt x="10907036" y="63635"/>
                </a:lnTo>
                <a:lnTo>
                  <a:pt x="10869280" y="36942"/>
                </a:lnTo>
                <a:lnTo>
                  <a:pt x="10827140" y="16929"/>
                </a:lnTo>
                <a:lnTo>
                  <a:pt x="10781382" y="4359"/>
                </a:lnTo>
                <a:lnTo>
                  <a:pt x="107327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5940" y="2390978"/>
            <a:ext cx="10576560" cy="1488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202429"/>
                </a:solidFill>
                <a:latin typeface="Verdana"/>
                <a:cs typeface="Verdana"/>
              </a:rPr>
              <a:t>AJA</a:t>
            </a:r>
            <a:r>
              <a:rPr sz="3200" b="1" dirty="0">
                <a:solidFill>
                  <a:srgbClr val="202429"/>
                </a:solidFill>
                <a:latin typeface="Verdana"/>
                <a:cs typeface="Verdana"/>
              </a:rPr>
              <a:t>X</a:t>
            </a:r>
            <a:r>
              <a:rPr sz="3200" b="1" spc="3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202429"/>
                </a:solidFill>
                <a:latin typeface="Verdana"/>
                <a:cs typeface="Verdana"/>
              </a:rPr>
              <a:t>:</a:t>
            </a:r>
            <a:r>
              <a:rPr sz="3200" spc="-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3200" spc="-45" dirty="0">
                <a:latin typeface="Verdana"/>
                <a:cs typeface="Verdana"/>
              </a:rPr>
              <a:t>me</a:t>
            </a:r>
            <a:r>
              <a:rPr sz="3200" spc="-35" dirty="0">
                <a:latin typeface="Verdana"/>
                <a:cs typeface="Verdana"/>
              </a:rPr>
              <a:t>t</a:t>
            </a:r>
            <a:r>
              <a:rPr sz="3200" spc="-280" dirty="0">
                <a:latin typeface="Verdana"/>
                <a:cs typeface="Verdana"/>
              </a:rPr>
              <a:t>t</a:t>
            </a:r>
            <a:r>
              <a:rPr sz="3200" spc="-315" dirty="0">
                <a:latin typeface="Verdana"/>
                <a:cs typeface="Verdana"/>
              </a:rPr>
              <a:t>r</a:t>
            </a:r>
            <a:r>
              <a:rPr sz="3200" spc="175" dirty="0">
                <a:latin typeface="Verdana"/>
                <a:cs typeface="Verdana"/>
              </a:rPr>
              <a:t>e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265" dirty="0">
                <a:latin typeface="Verdana"/>
                <a:cs typeface="Verdana"/>
              </a:rPr>
              <a:t>à</a:t>
            </a:r>
            <a:r>
              <a:rPr sz="3200" spc="-245" dirty="0">
                <a:latin typeface="Verdana"/>
                <a:cs typeface="Verdana"/>
              </a:rPr>
              <a:t> </a:t>
            </a:r>
            <a:r>
              <a:rPr sz="3200" spc="-210" dirty="0">
                <a:latin typeface="Verdana"/>
                <a:cs typeface="Verdana"/>
              </a:rPr>
              <a:t>jou</a:t>
            </a:r>
            <a:r>
              <a:rPr sz="3200" spc="-165" dirty="0">
                <a:latin typeface="Verdana"/>
                <a:cs typeface="Verdana"/>
              </a:rPr>
              <a:t>r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15" dirty="0">
                <a:latin typeface="Verdana"/>
                <a:cs typeface="Verdana"/>
              </a:rPr>
              <a:t>dyna</a:t>
            </a:r>
            <a:r>
              <a:rPr sz="3200" spc="10" dirty="0">
                <a:latin typeface="Verdana"/>
                <a:cs typeface="Verdana"/>
              </a:rPr>
              <a:t>m</a:t>
            </a:r>
            <a:r>
              <a:rPr sz="3200" spc="-40" dirty="0">
                <a:latin typeface="Verdana"/>
                <a:cs typeface="Verdana"/>
              </a:rPr>
              <a:t>iq</a:t>
            </a:r>
            <a:r>
              <a:rPr sz="3200" spc="-65" dirty="0">
                <a:latin typeface="Verdana"/>
                <a:cs typeface="Verdana"/>
              </a:rPr>
              <a:t>u</a:t>
            </a:r>
            <a:r>
              <a:rPr sz="3200" dirty="0">
                <a:latin typeface="Verdana"/>
                <a:cs typeface="Verdana"/>
              </a:rPr>
              <a:t>ement</a:t>
            </a:r>
            <a:r>
              <a:rPr sz="3200" spc="-270" dirty="0">
                <a:latin typeface="Verdana"/>
                <a:cs typeface="Verdana"/>
              </a:rPr>
              <a:t> </a:t>
            </a:r>
            <a:r>
              <a:rPr sz="3200" spc="-160" dirty="0">
                <a:latin typeface="Verdana"/>
                <a:cs typeface="Verdana"/>
              </a:rPr>
              <a:t>le</a:t>
            </a:r>
            <a:r>
              <a:rPr sz="3200" spc="-185" dirty="0">
                <a:latin typeface="Verdana"/>
                <a:cs typeface="Verdana"/>
              </a:rPr>
              <a:t>s</a:t>
            </a:r>
            <a:r>
              <a:rPr sz="3200" spc="-265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page</a:t>
            </a:r>
            <a:r>
              <a:rPr sz="3200" spc="65" dirty="0">
                <a:latin typeface="Verdana"/>
                <a:cs typeface="Verdana"/>
              </a:rPr>
              <a:t>s</a:t>
            </a:r>
            <a:r>
              <a:rPr sz="3200" spc="-265" dirty="0">
                <a:latin typeface="Verdana"/>
                <a:cs typeface="Verdana"/>
              </a:rPr>
              <a:t> </a:t>
            </a:r>
            <a:r>
              <a:rPr sz="3200" spc="105" dirty="0">
                <a:latin typeface="Verdana"/>
                <a:cs typeface="Verdana"/>
              </a:rPr>
              <a:t>web  </a:t>
            </a:r>
            <a:r>
              <a:rPr sz="3200" spc="-335" dirty="0">
                <a:latin typeface="Verdana"/>
                <a:cs typeface="Verdana"/>
              </a:rPr>
              <a:t>su</a:t>
            </a:r>
            <a:r>
              <a:rPr sz="3200" spc="-245" dirty="0">
                <a:latin typeface="Verdana"/>
                <a:cs typeface="Verdana"/>
              </a:rPr>
              <a:t>r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l</a:t>
            </a:r>
            <a:r>
              <a:rPr sz="3200" spc="-45" dirty="0">
                <a:latin typeface="Verdana"/>
                <a:cs typeface="Verdana"/>
              </a:rPr>
              <a:t>e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10" dirty="0">
                <a:latin typeface="Verdana"/>
                <a:cs typeface="Verdana"/>
              </a:rPr>
              <a:t>naviga</a:t>
            </a:r>
            <a:r>
              <a:rPr sz="3200" spc="-5" dirty="0">
                <a:latin typeface="Verdana"/>
                <a:cs typeface="Verdana"/>
              </a:rPr>
              <a:t>t</a:t>
            </a:r>
            <a:r>
              <a:rPr sz="3200" spc="-105" dirty="0">
                <a:latin typeface="Verdana"/>
                <a:cs typeface="Verdana"/>
              </a:rPr>
              <a:t>eur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3829"/>
              </a:lnSpc>
            </a:pPr>
            <a:r>
              <a:rPr sz="3200" b="1" spc="-505" dirty="0">
                <a:latin typeface="Verdana"/>
                <a:cs typeface="Verdana"/>
              </a:rPr>
              <a:t>XHTM</a:t>
            </a:r>
            <a:r>
              <a:rPr sz="3200" b="1" spc="-395" dirty="0">
                <a:latin typeface="Verdana"/>
                <a:cs typeface="Verdana"/>
              </a:rPr>
              <a:t>L</a:t>
            </a:r>
            <a:r>
              <a:rPr sz="3200" b="1" spc="-225" dirty="0">
                <a:latin typeface="Verdana"/>
                <a:cs typeface="Verdana"/>
              </a:rPr>
              <a:t> </a:t>
            </a:r>
            <a:r>
              <a:rPr sz="3200" spc="-570" dirty="0">
                <a:latin typeface="Verdana"/>
                <a:cs typeface="Verdana"/>
              </a:rPr>
              <a:t>: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9C8D198-18AE-4CCD-B2F4-752B5C75659F}" type="datetime1">
              <a:rPr lang="fr-FR" smtClean="0"/>
              <a:t>16/04/2024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B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125</Words>
  <Application>Microsoft Office PowerPoint</Application>
  <PresentationFormat>Grand écran</PresentationFormat>
  <Paragraphs>83</Paragraphs>
  <Slides>33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Arial</vt:lpstr>
      <vt:lpstr>Calibri</vt:lpstr>
      <vt:lpstr>Verdana</vt:lpstr>
      <vt:lpstr>Office Theme</vt:lpstr>
      <vt:lpstr>Présentation PowerPoint</vt:lpstr>
      <vt:lpstr>Présentation PowerPoint</vt:lpstr>
      <vt:lpstr>La Galaxy XML</vt:lpstr>
      <vt:lpstr>Présentation PowerPoint</vt:lpstr>
      <vt:lpstr>Présentation PowerPoint</vt:lpstr>
      <vt:lpstr>Norme d’enregistrement</vt:lpstr>
      <vt:lpstr>Bases de données XML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Exercices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Travail à domicile : Faire un travail 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W8VPC</dc:creator>
  <cp:lastModifiedBy>Docteur KANGA</cp:lastModifiedBy>
  <cp:revision>4</cp:revision>
  <dcterms:created xsi:type="dcterms:W3CDTF">2023-06-12T01:18:02Z</dcterms:created>
  <dcterms:modified xsi:type="dcterms:W3CDTF">2024-04-16T14:21:38Z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2023-06-12T00:00:00Z</vt:filetime>
  </property>
</Properties>
</file>